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96"/>
    <p:restoredTop sz="94610"/>
  </p:normalViewPr>
  <p:slideViewPr>
    <p:cSldViewPr snapToGrid="0" snapToObjects="1">
      <p:cViewPr>
        <p:scale>
          <a:sx n="123" d="100"/>
          <a:sy n="123" d="100"/>
        </p:scale>
        <p:origin x="170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36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svg"/><Relationship Id="rId21" Type="http://schemas.openxmlformats.org/officeDocument/2006/relationships/image" Target="../media/image19.svg"/><Relationship Id="rId42" Type="http://schemas.openxmlformats.org/officeDocument/2006/relationships/image" Target="../media/image40.svg"/><Relationship Id="rId47" Type="http://schemas.openxmlformats.org/officeDocument/2006/relationships/image" Target="../media/image45.svg"/><Relationship Id="rId63" Type="http://schemas.openxmlformats.org/officeDocument/2006/relationships/image" Target="../media/image61.svg"/><Relationship Id="rId68" Type="http://schemas.openxmlformats.org/officeDocument/2006/relationships/image" Target="../media/image66.svg"/><Relationship Id="rId84" Type="http://schemas.openxmlformats.org/officeDocument/2006/relationships/image" Target="../media/image82.svg"/><Relationship Id="rId89" Type="http://schemas.openxmlformats.org/officeDocument/2006/relationships/image" Target="../media/image87.svg"/><Relationship Id="rId16" Type="http://schemas.openxmlformats.org/officeDocument/2006/relationships/image" Target="../media/image14.svg"/><Relationship Id="rId11" Type="http://schemas.openxmlformats.org/officeDocument/2006/relationships/image" Target="../media/image9.svg"/><Relationship Id="rId32" Type="http://schemas.openxmlformats.org/officeDocument/2006/relationships/image" Target="../media/image30.svg"/><Relationship Id="rId37" Type="http://schemas.openxmlformats.org/officeDocument/2006/relationships/image" Target="../media/image35.svg"/><Relationship Id="rId53" Type="http://schemas.openxmlformats.org/officeDocument/2006/relationships/image" Target="../media/image51.svg"/><Relationship Id="rId58" Type="http://schemas.openxmlformats.org/officeDocument/2006/relationships/image" Target="../media/image56.svg"/><Relationship Id="rId74" Type="http://schemas.openxmlformats.org/officeDocument/2006/relationships/image" Target="../media/image72.svg"/><Relationship Id="rId79" Type="http://schemas.openxmlformats.org/officeDocument/2006/relationships/image" Target="../media/image77.svg"/><Relationship Id="rId5" Type="http://schemas.openxmlformats.org/officeDocument/2006/relationships/image" Target="../media/image3.svg"/><Relationship Id="rId90" Type="http://schemas.openxmlformats.org/officeDocument/2006/relationships/image" Target="../media/image88.svg"/><Relationship Id="rId95" Type="http://schemas.openxmlformats.org/officeDocument/2006/relationships/image" Target="../media/image93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Relationship Id="rId43" Type="http://schemas.openxmlformats.org/officeDocument/2006/relationships/image" Target="../media/image41.svg"/><Relationship Id="rId48" Type="http://schemas.openxmlformats.org/officeDocument/2006/relationships/image" Target="../media/image46.svg"/><Relationship Id="rId64" Type="http://schemas.openxmlformats.org/officeDocument/2006/relationships/image" Target="../media/image62.svg"/><Relationship Id="rId69" Type="http://schemas.openxmlformats.org/officeDocument/2006/relationships/image" Target="../media/image67.svg"/><Relationship Id="rId80" Type="http://schemas.openxmlformats.org/officeDocument/2006/relationships/image" Target="../media/image78.svg"/><Relationship Id="rId85" Type="http://schemas.openxmlformats.org/officeDocument/2006/relationships/image" Target="../media/image83.svg"/><Relationship Id="rId3" Type="http://schemas.openxmlformats.org/officeDocument/2006/relationships/image" Target="../media/image1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59" Type="http://schemas.openxmlformats.org/officeDocument/2006/relationships/image" Target="../media/image57.svg"/><Relationship Id="rId67" Type="http://schemas.openxmlformats.org/officeDocument/2006/relationships/image" Target="../media/image65.svg"/><Relationship Id="rId20" Type="http://schemas.openxmlformats.org/officeDocument/2006/relationships/image" Target="../media/image18.svg"/><Relationship Id="rId41" Type="http://schemas.openxmlformats.org/officeDocument/2006/relationships/image" Target="../media/image39.svg"/><Relationship Id="rId54" Type="http://schemas.openxmlformats.org/officeDocument/2006/relationships/image" Target="../media/image52.svg"/><Relationship Id="rId62" Type="http://schemas.openxmlformats.org/officeDocument/2006/relationships/image" Target="../media/image60.svg"/><Relationship Id="rId70" Type="http://schemas.openxmlformats.org/officeDocument/2006/relationships/image" Target="../media/image68.svg"/><Relationship Id="rId75" Type="http://schemas.openxmlformats.org/officeDocument/2006/relationships/image" Target="../media/image73.svg"/><Relationship Id="rId83" Type="http://schemas.openxmlformats.org/officeDocument/2006/relationships/image" Target="../media/image81.svg"/><Relationship Id="rId88" Type="http://schemas.openxmlformats.org/officeDocument/2006/relationships/image" Target="../media/image86.svg"/><Relationship Id="rId91" Type="http://schemas.openxmlformats.org/officeDocument/2006/relationships/image" Target="../media/image89.svg"/><Relationship Id="rId96" Type="http://schemas.openxmlformats.org/officeDocument/2006/relationships/image" Target="../media/image9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svg"/><Relationship Id="rId57" Type="http://schemas.openxmlformats.org/officeDocument/2006/relationships/image" Target="../media/image55.svg"/><Relationship Id="rId10" Type="http://schemas.openxmlformats.org/officeDocument/2006/relationships/image" Target="../media/image8.svg"/><Relationship Id="rId31" Type="http://schemas.openxmlformats.org/officeDocument/2006/relationships/image" Target="../media/image29.sv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60" Type="http://schemas.openxmlformats.org/officeDocument/2006/relationships/image" Target="../media/image58.svg"/><Relationship Id="rId65" Type="http://schemas.openxmlformats.org/officeDocument/2006/relationships/image" Target="../media/image63.svg"/><Relationship Id="rId73" Type="http://schemas.openxmlformats.org/officeDocument/2006/relationships/image" Target="../media/image71.svg"/><Relationship Id="rId78" Type="http://schemas.openxmlformats.org/officeDocument/2006/relationships/image" Target="../media/image76.svg"/><Relationship Id="rId81" Type="http://schemas.openxmlformats.org/officeDocument/2006/relationships/image" Target="../media/image79.svg"/><Relationship Id="rId86" Type="http://schemas.openxmlformats.org/officeDocument/2006/relationships/image" Target="../media/image84.svg"/><Relationship Id="rId94" Type="http://schemas.openxmlformats.org/officeDocument/2006/relationships/image" Target="../media/image92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9" Type="http://schemas.openxmlformats.org/officeDocument/2006/relationships/image" Target="../media/image37.svg"/><Relationship Id="rId34" Type="http://schemas.openxmlformats.org/officeDocument/2006/relationships/image" Target="../media/image32.svg"/><Relationship Id="rId50" Type="http://schemas.openxmlformats.org/officeDocument/2006/relationships/image" Target="../media/image48.svg"/><Relationship Id="rId55" Type="http://schemas.openxmlformats.org/officeDocument/2006/relationships/image" Target="../media/image53.svg"/><Relationship Id="rId76" Type="http://schemas.openxmlformats.org/officeDocument/2006/relationships/image" Target="../media/image74.svg"/><Relationship Id="rId97" Type="http://schemas.openxmlformats.org/officeDocument/2006/relationships/image" Target="../media/image95.svg"/><Relationship Id="rId7" Type="http://schemas.openxmlformats.org/officeDocument/2006/relationships/image" Target="../media/image5.svg"/><Relationship Id="rId71" Type="http://schemas.openxmlformats.org/officeDocument/2006/relationships/image" Target="../media/image69.svg"/><Relationship Id="rId92" Type="http://schemas.openxmlformats.org/officeDocument/2006/relationships/image" Target="../media/image90.sv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svg"/><Relationship Id="rId24" Type="http://schemas.openxmlformats.org/officeDocument/2006/relationships/image" Target="../media/image22.svg"/><Relationship Id="rId40" Type="http://schemas.openxmlformats.org/officeDocument/2006/relationships/image" Target="../media/image38.svg"/><Relationship Id="rId45" Type="http://schemas.openxmlformats.org/officeDocument/2006/relationships/image" Target="../media/image43.svg"/><Relationship Id="rId66" Type="http://schemas.openxmlformats.org/officeDocument/2006/relationships/image" Target="../media/image64.svg"/><Relationship Id="rId87" Type="http://schemas.openxmlformats.org/officeDocument/2006/relationships/image" Target="../media/image85.svg"/><Relationship Id="rId61" Type="http://schemas.openxmlformats.org/officeDocument/2006/relationships/image" Target="../media/image59.svg"/><Relationship Id="rId82" Type="http://schemas.openxmlformats.org/officeDocument/2006/relationships/image" Target="../media/image80.svg"/><Relationship Id="rId19" Type="http://schemas.openxmlformats.org/officeDocument/2006/relationships/image" Target="../media/image17.svg"/><Relationship Id="rId14" Type="http://schemas.openxmlformats.org/officeDocument/2006/relationships/image" Target="../media/image12.svg"/><Relationship Id="rId30" Type="http://schemas.openxmlformats.org/officeDocument/2006/relationships/image" Target="../media/image28.svg"/><Relationship Id="rId35" Type="http://schemas.openxmlformats.org/officeDocument/2006/relationships/image" Target="../media/image33.svg"/><Relationship Id="rId56" Type="http://schemas.openxmlformats.org/officeDocument/2006/relationships/image" Target="../media/image54.svg"/><Relationship Id="rId77" Type="http://schemas.openxmlformats.org/officeDocument/2006/relationships/image" Target="../media/image75.svg"/><Relationship Id="rId8" Type="http://schemas.openxmlformats.org/officeDocument/2006/relationships/image" Target="../media/image6.svg"/><Relationship Id="rId51" Type="http://schemas.openxmlformats.org/officeDocument/2006/relationships/image" Target="../media/image49.svg"/><Relationship Id="rId72" Type="http://schemas.openxmlformats.org/officeDocument/2006/relationships/image" Target="../media/image70.svg"/><Relationship Id="rId93" Type="http://schemas.openxmlformats.org/officeDocument/2006/relationships/image" Target="../media/image91.svg"/><Relationship Id="rId98" Type="http://schemas.openxmlformats.org/officeDocument/2006/relationships/image" Target="../media/image9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cratch/04de6d843d64/work/svgs/icono_0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000" y="422738"/>
            <a:ext cx="498811" cy="498811"/>
          </a:xfrm>
          <a:prstGeom prst="rect">
            <a:avLst/>
          </a:prstGeom>
        </p:spPr>
      </p:pic>
      <p:pic>
        <p:nvPicPr>
          <p:cNvPr id="3" name="Image 1" descr="/workspace/scratch/04de6d843d64/work/svgs/icono_0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8545" y="422738"/>
            <a:ext cx="498811" cy="498811"/>
          </a:xfrm>
          <a:prstGeom prst="rect">
            <a:avLst/>
          </a:prstGeom>
        </p:spPr>
      </p:pic>
      <p:pic>
        <p:nvPicPr>
          <p:cNvPr id="4" name="Image 2" descr="/workspace/scratch/04de6d843d64/work/svgs/icono_0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13708" y="422738"/>
            <a:ext cx="498811" cy="498811"/>
          </a:xfrm>
          <a:prstGeom prst="rect">
            <a:avLst/>
          </a:prstGeom>
        </p:spPr>
      </p:pic>
      <p:pic>
        <p:nvPicPr>
          <p:cNvPr id="5" name="Image 3" descr="/workspace/scratch/04de6d843d64/work/svgs/icono_0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5675" y="492465"/>
            <a:ext cx="498811" cy="359356"/>
          </a:xfrm>
          <a:prstGeom prst="rect">
            <a:avLst/>
          </a:prstGeom>
        </p:spPr>
      </p:pic>
      <p:pic>
        <p:nvPicPr>
          <p:cNvPr id="6" name="Image 4" descr="/workspace/scratch/04de6d843d64/work/svgs/icono_0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58475" y="422738"/>
            <a:ext cx="498811" cy="498811"/>
          </a:xfrm>
          <a:prstGeom prst="rect">
            <a:avLst/>
          </a:prstGeom>
        </p:spPr>
      </p:pic>
      <p:pic>
        <p:nvPicPr>
          <p:cNvPr id="7" name="Image 5" descr="/workspace/scratch/04de6d843d64/work/svgs/icono_0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09977" y="422738"/>
            <a:ext cx="498811" cy="498811"/>
          </a:xfrm>
          <a:prstGeom prst="rect">
            <a:avLst/>
          </a:prstGeom>
        </p:spPr>
      </p:pic>
      <p:pic>
        <p:nvPicPr>
          <p:cNvPr id="8" name="Image 6" descr="/workspace/scratch/04de6d843d64/work/svgs/icono_0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9382" y="422738"/>
            <a:ext cx="498811" cy="498811"/>
          </a:xfrm>
          <a:prstGeom prst="rect">
            <a:avLst/>
          </a:prstGeom>
        </p:spPr>
      </p:pic>
      <p:pic>
        <p:nvPicPr>
          <p:cNvPr id="9" name="Image 7" descr="/workspace/scratch/04de6d843d64/work/svgs/icono_0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90226" y="422738"/>
            <a:ext cx="498811" cy="498811"/>
          </a:xfrm>
          <a:prstGeom prst="rect">
            <a:avLst/>
          </a:prstGeom>
        </p:spPr>
      </p:pic>
      <p:pic>
        <p:nvPicPr>
          <p:cNvPr id="10" name="Image 8" descr="/workspace/scratch/04de6d843d64/work/svgs/icono_0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97297" y="422738"/>
            <a:ext cx="498811" cy="498811"/>
          </a:xfrm>
          <a:prstGeom prst="rect">
            <a:avLst/>
          </a:prstGeom>
        </p:spPr>
      </p:pic>
      <p:pic>
        <p:nvPicPr>
          <p:cNvPr id="11" name="Image 9" descr="/workspace/scratch/04de6d843d64/work/svgs/icono_1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59625" y="422738"/>
            <a:ext cx="498811" cy="498811"/>
          </a:xfrm>
          <a:prstGeom prst="rect">
            <a:avLst/>
          </a:prstGeom>
        </p:spPr>
      </p:pic>
      <p:pic>
        <p:nvPicPr>
          <p:cNvPr id="12" name="Image 10" descr="/workspace/scratch/04de6d843d64/work/svgs/icono_1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42564" y="422738"/>
            <a:ext cx="498811" cy="498811"/>
          </a:xfrm>
          <a:prstGeom prst="rect">
            <a:avLst/>
          </a:prstGeom>
        </p:spPr>
      </p:pic>
      <p:pic>
        <p:nvPicPr>
          <p:cNvPr id="13" name="Image 11" descr="/workspace/scratch/04de6d843d64/work/svgs/icono_1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10707" y="422738"/>
            <a:ext cx="673157" cy="498811"/>
          </a:xfrm>
          <a:prstGeom prst="rect">
            <a:avLst/>
          </a:prstGeom>
        </p:spPr>
      </p:pic>
      <p:pic>
        <p:nvPicPr>
          <p:cNvPr id="15" name="Image 13" descr="/workspace/scratch/04de6d843d64/work/svgs/icono_1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9000" y="1272845"/>
            <a:ext cx="498811" cy="498811"/>
          </a:xfrm>
          <a:prstGeom prst="rect">
            <a:avLst/>
          </a:prstGeom>
        </p:spPr>
      </p:pic>
      <p:pic>
        <p:nvPicPr>
          <p:cNvPr id="16" name="Image 14" descr="/workspace/scratch/04de6d843d64/work/svgs/icono_1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48545" y="1325489"/>
            <a:ext cx="498811" cy="393523"/>
          </a:xfrm>
          <a:prstGeom prst="rect">
            <a:avLst/>
          </a:prstGeom>
        </p:spPr>
      </p:pic>
      <p:pic>
        <p:nvPicPr>
          <p:cNvPr id="17" name="Image 15" descr="/workspace/scratch/04de6d843d64/work/svgs/icono_1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513708" y="1272845"/>
            <a:ext cx="498811" cy="498811"/>
          </a:xfrm>
          <a:prstGeom prst="rect">
            <a:avLst/>
          </a:prstGeom>
        </p:spPr>
      </p:pic>
      <p:pic>
        <p:nvPicPr>
          <p:cNvPr id="18" name="Image 16" descr="/workspace/scratch/04de6d843d64/work/svgs/icono_1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55675" y="1348576"/>
            <a:ext cx="542861" cy="359356"/>
          </a:xfrm>
          <a:prstGeom prst="rect">
            <a:avLst/>
          </a:prstGeom>
        </p:spPr>
      </p:pic>
      <p:pic>
        <p:nvPicPr>
          <p:cNvPr id="19" name="Image 17" descr="/workspace/scratch/04de6d843d64/work/svgs/icono_1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58475" y="1272845"/>
            <a:ext cx="498811" cy="498811"/>
          </a:xfrm>
          <a:prstGeom prst="rect">
            <a:avLst/>
          </a:prstGeom>
        </p:spPr>
      </p:pic>
      <p:pic>
        <p:nvPicPr>
          <p:cNvPr id="20" name="Image 18" descr="/workspace/scratch/04de6d843d64/work/svgs/icono_1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409977" y="1272845"/>
            <a:ext cx="498811" cy="498811"/>
          </a:xfrm>
          <a:prstGeom prst="rect">
            <a:avLst/>
          </a:prstGeom>
        </p:spPr>
      </p:pic>
      <p:pic>
        <p:nvPicPr>
          <p:cNvPr id="21" name="Image 19" descr="/workspace/scratch/04de6d843d64/work/svgs/icono_2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39382" y="1272845"/>
            <a:ext cx="498811" cy="498811"/>
          </a:xfrm>
          <a:prstGeom prst="rect">
            <a:avLst/>
          </a:prstGeom>
        </p:spPr>
      </p:pic>
      <p:pic>
        <p:nvPicPr>
          <p:cNvPr id="22" name="Image 20" descr="/workspace/scratch/04de6d843d64/work/svgs/icono_2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290226" y="1272845"/>
            <a:ext cx="498811" cy="498811"/>
          </a:xfrm>
          <a:prstGeom prst="rect">
            <a:avLst/>
          </a:prstGeom>
        </p:spPr>
      </p:pic>
      <p:pic>
        <p:nvPicPr>
          <p:cNvPr id="23" name="Image 21" descr="/workspace/scratch/04de6d843d64/work/svgs/icono_2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197297" y="1272845"/>
            <a:ext cx="498811" cy="498811"/>
          </a:xfrm>
          <a:prstGeom prst="rect">
            <a:avLst/>
          </a:prstGeom>
        </p:spPr>
      </p:pic>
      <p:pic>
        <p:nvPicPr>
          <p:cNvPr id="24" name="Image 22" descr="/workspace/scratch/04de6d843d64/work/svgs/icono_2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159625" y="1272845"/>
            <a:ext cx="498811" cy="498811"/>
          </a:xfrm>
          <a:prstGeom prst="rect">
            <a:avLst/>
          </a:prstGeom>
        </p:spPr>
      </p:pic>
      <p:pic>
        <p:nvPicPr>
          <p:cNvPr id="25" name="Image 23" descr="/workspace/scratch/04de6d843d64/work/svgs/icono_2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142564" y="1272845"/>
            <a:ext cx="498811" cy="498811"/>
          </a:xfrm>
          <a:prstGeom prst="rect">
            <a:avLst/>
          </a:prstGeom>
        </p:spPr>
      </p:pic>
      <p:pic>
        <p:nvPicPr>
          <p:cNvPr id="26" name="Image 24" descr="/workspace/scratch/04de6d843d64/work/svgs/icono_2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010707" y="1272845"/>
            <a:ext cx="673157" cy="498811"/>
          </a:xfrm>
          <a:prstGeom prst="rect">
            <a:avLst/>
          </a:prstGeom>
        </p:spPr>
      </p:pic>
      <p:pic>
        <p:nvPicPr>
          <p:cNvPr id="27" name="Image 25" descr="/workspace/scratch/04de6d843d64/work/svgs/icono_2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513708" y="4275270"/>
            <a:ext cx="498811" cy="498811"/>
          </a:xfrm>
          <a:prstGeom prst="rect">
            <a:avLst/>
          </a:prstGeom>
        </p:spPr>
      </p:pic>
      <p:pic>
        <p:nvPicPr>
          <p:cNvPr id="28" name="Image 26" descr="/workspace/scratch/04de6d843d64/work/svgs/icono_2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69000" y="2045946"/>
            <a:ext cx="498811" cy="498811"/>
          </a:xfrm>
          <a:prstGeom prst="rect">
            <a:avLst/>
          </a:prstGeom>
        </p:spPr>
      </p:pic>
      <p:pic>
        <p:nvPicPr>
          <p:cNvPr id="29" name="Image 27" descr="/workspace/scratch/04de6d843d64/work/svgs/icono_2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548545" y="2045946"/>
            <a:ext cx="498811" cy="498811"/>
          </a:xfrm>
          <a:prstGeom prst="rect">
            <a:avLst/>
          </a:prstGeom>
        </p:spPr>
      </p:pic>
      <p:pic>
        <p:nvPicPr>
          <p:cNvPr id="30" name="Image 28" descr="/workspace/scratch/04de6d843d64/work/svgs/icono_2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513708" y="2045946"/>
            <a:ext cx="498811" cy="498811"/>
          </a:xfrm>
          <a:prstGeom prst="rect">
            <a:avLst/>
          </a:prstGeom>
        </p:spPr>
      </p:pic>
      <p:pic>
        <p:nvPicPr>
          <p:cNvPr id="31" name="Image 29" descr="/workspace/scratch/04de6d843d64/work/svgs/icono_3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546980" y="2024030"/>
            <a:ext cx="350152" cy="498811"/>
          </a:xfrm>
          <a:prstGeom prst="rect">
            <a:avLst/>
          </a:prstGeom>
        </p:spPr>
      </p:pic>
      <p:pic>
        <p:nvPicPr>
          <p:cNvPr id="32" name="Image 30" descr="/workspace/scratch/04de6d843d64/work/svgs/icono_3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458475" y="2045946"/>
            <a:ext cx="498811" cy="498811"/>
          </a:xfrm>
          <a:prstGeom prst="rect">
            <a:avLst/>
          </a:prstGeom>
        </p:spPr>
      </p:pic>
      <p:pic>
        <p:nvPicPr>
          <p:cNvPr id="33" name="Image 31" descr="/workspace/scratch/04de6d843d64/work/svgs/icono_3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409977" y="2045946"/>
            <a:ext cx="498811" cy="498811"/>
          </a:xfrm>
          <a:prstGeom prst="rect">
            <a:avLst/>
          </a:prstGeom>
        </p:spPr>
      </p:pic>
      <p:pic>
        <p:nvPicPr>
          <p:cNvPr id="34" name="Image 32" descr="/workspace/scratch/04de6d843d64/work/svgs/icono_3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339382" y="2117365"/>
            <a:ext cx="498811" cy="355972"/>
          </a:xfrm>
          <a:prstGeom prst="rect">
            <a:avLst/>
          </a:prstGeom>
        </p:spPr>
      </p:pic>
      <p:pic>
        <p:nvPicPr>
          <p:cNvPr id="35" name="Image 33" descr="/workspace/scratch/04de6d843d64/work/svgs/icono_3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290226" y="2117365"/>
            <a:ext cx="498811" cy="355972"/>
          </a:xfrm>
          <a:prstGeom prst="rect">
            <a:avLst/>
          </a:prstGeom>
        </p:spPr>
      </p:pic>
      <p:pic>
        <p:nvPicPr>
          <p:cNvPr id="36" name="Image 34" descr="/workspace/scratch/04de6d843d64/work/svgs/icono_3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197297" y="2117365"/>
            <a:ext cx="498811" cy="355972"/>
          </a:xfrm>
          <a:prstGeom prst="rect">
            <a:avLst/>
          </a:prstGeom>
        </p:spPr>
      </p:pic>
      <p:pic>
        <p:nvPicPr>
          <p:cNvPr id="37" name="Image 35" descr="/workspace/scratch/04de6d843d64/work/svgs/icono_3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159625" y="2117365"/>
            <a:ext cx="498811" cy="355972"/>
          </a:xfrm>
          <a:prstGeom prst="rect">
            <a:avLst/>
          </a:prstGeom>
        </p:spPr>
      </p:pic>
      <p:pic>
        <p:nvPicPr>
          <p:cNvPr id="38" name="Image 36" descr="/workspace/scratch/04de6d843d64/work/svgs/icono_3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142564" y="2045946"/>
            <a:ext cx="498811" cy="498811"/>
          </a:xfrm>
          <a:prstGeom prst="rect">
            <a:avLst/>
          </a:prstGeom>
        </p:spPr>
      </p:pic>
      <p:pic>
        <p:nvPicPr>
          <p:cNvPr id="39" name="Image 37" descr="/workspace/scratch/04de6d843d64/work/svgs/icono_3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097880" y="2045946"/>
            <a:ext cx="498811" cy="498811"/>
          </a:xfrm>
          <a:prstGeom prst="rect">
            <a:avLst/>
          </a:prstGeom>
        </p:spPr>
      </p:pic>
      <p:pic>
        <p:nvPicPr>
          <p:cNvPr id="40" name="Image 38" descr="/workspace/scratch/04de6d843d64/work/svgs/icono_3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69000" y="2838939"/>
            <a:ext cx="498811" cy="498811"/>
          </a:xfrm>
          <a:prstGeom prst="rect">
            <a:avLst/>
          </a:prstGeom>
        </p:spPr>
      </p:pic>
      <p:pic>
        <p:nvPicPr>
          <p:cNvPr id="41" name="Image 39" descr="/workspace/scratch/04de6d843d64/work/svgs/icono_4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579656" y="2820420"/>
            <a:ext cx="436588" cy="535848"/>
          </a:xfrm>
          <a:prstGeom prst="rect">
            <a:avLst/>
          </a:prstGeom>
        </p:spPr>
      </p:pic>
      <p:pic>
        <p:nvPicPr>
          <p:cNvPr id="42" name="Image 40" descr="/workspace/scratch/04de6d843d64/work/svgs/icono_4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513708" y="2838939"/>
            <a:ext cx="498811" cy="498811"/>
          </a:xfrm>
          <a:prstGeom prst="rect">
            <a:avLst/>
          </a:prstGeom>
        </p:spPr>
      </p:pic>
      <p:pic>
        <p:nvPicPr>
          <p:cNvPr id="43" name="Image 41" descr="/workspace/scratch/04de6d843d64/work/svgs/icono_4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455675" y="2838939"/>
            <a:ext cx="498811" cy="498811"/>
          </a:xfrm>
          <a:prstGeom prst="rect">
            <a:avLst/>
          </a:prstGeom>
        </p:spPr>
      </p:pic>
      <p:pic>
        <p:nvPicPr>
          <p:cNvPr id="44" name="Image 42" descr="/workspace/scratch/04de6d843d64/work/svgs/icono_4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4458475" y="2838939"/>
            <a:ext cx="498811" cy="498811"/>
          </a:xfrm>
          <a:prstGeom prst="rect">
            <a:avLst/>
          </a:prstGeom>
        </p:spPr>
      </p:pic>
      <p:pic>
        <p:nvPicPr>
          <p:cNvPr id="45" name="Image 43" descr="/workspace/scratch/04de6d843d64/work/svgs/icono_4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409977" y="2838939"/>
            <a:ext cx="498811" cy="498811"/>
          </a:xfrm>
          <a:prstGeom prst="rect">
            <a:avLst/>
          </a:prstGeom>
        </p:spPr>
      </p:pic>
      <p:pic>
        <p:nvPicPr>
          <p:cNvPr id="46" name="Image 44" descr="/workspace/scratch/04de6d843d64/work/svgs/icono_4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6339382" y="2838939"/>
            <a:ext cx="498811" cy="498811"/>
          </a:xfrm>
          <a:prstGeom prst="rect">
            <a:avLst/>
          </a:prstGeom>
        </p:spPr>
      </p:pic>
      <p:pic>
        <p:nvPicPr>
          <p:cNvPr id="47" name="Image 45" descr="/workspace/scratch/04de6d843d64/work/svgs/icono_4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290226" y="2838939"/>
            <a:ext cx="498811" cy="498811"/>
          </a:xfrm>
          <a:prstGeom prst="rect">
            <a:avLst/>
          </a:prstGeom>
        </p:spPr>
      </p:pic>
      <p:pic>
        <p:nvPicPr>
          <p:cNvPr id="48" name="Image 46" descr="/workspace/scratch/04de6d843d64/work/svgs/icono_4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8197297" y="2838939"/>
            <a:ext cx="498811" cy="498811"/>
          </a:xfrm>
          <a:prstGeom prst="rect">
            <a:avLst/>
          </a:prstGeom>
        </p:spPr>
      </p:pic>
      <p:pic>
        <p:nvPicPr>
          <p:cNvPr id="49" name="Image 47" descr="/workspace/scratch/04de6d843d64/work/svgs/icono_4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9098498" y="2838939"/>
            <a:ext cx="621065" cy="498811"/>
          </a:xfrm>
          <a:prstGeom prst="rect">
            <a:avLst/>
          </a:prstGeom>
        </p:spPr>
      </p:pic>
      <p:pic>
        <p:nvPicPr>
          <p:cNvPr id="50" name="Image 48" descr="/workspace/scratch/04de6d843d64/work/svgs/icono_4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0142564" y="2838939"/>
            <a:ext cx="498811" cy="498811"/>
          </a:xfrm>
          <a:prstGeom prst="rect">
            <a:avLst/>
          </a:prstGeom>
        </p:spPr>
      </p:pic>
      <p:pic>
        <p:nvPicPr>
          <p:cNvPr id="51" name="Image 49" descr="/workspace/scratch/04de6d843d64/work/svgs/icono_5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1097880" y="2838939"/>
            <a:ext cx="498811" cy="498811"/>
          </a:xfrm>
          <a:prstGeom prst="rect">
            <a:avLst/>
          </a:prstGeom>
        </p:spPr>
      </p:pic>
      <p:pic>
        <p:nvPicPr>
          <p:cNvPr id="52" name="Image 50" descr="/workspace/scratch/04de6d843d64/work/svgs/icono_5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569000" y="3590993"/>
            <a:ext cx="498811" cy="498811"/>
          </a:xfrm>
          <a:prstGeom prst="rect">
            <a:avLst/>
          </a:prstGeom>
        </p:spPr>
      </p:pic>
      <p:pic>
        <p:nvPicPr>
          <p:cNvPr id="53" name="Image 51" descr="/workspace/scratch/04de6d843d64/work/svgs/icono_5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548545" y="3590993"/>
            <a:ext cx="498811" cy="498811"/>
          </a:xfrm>
          <a:prstGeom prst="rect">
            <a:avLst/>
          </a:prstGeom>
        </p:spPr>
      </p:pic>
      <p:pic>
        <p:nvPicPr>
          <p:cNvPr id="54" name="Image 52" descr="/workspace/scratch/04de6d843d64/work/svgs/icono_5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2513708" y="3590993"/>
            <a:ext cx="498811" cy="498811"/>
          </a:xfrm>
          <a:prstGeom prst="rect">
            <a:avLst/>
          </a:prstGeom>
        </p:spPr>
      </p:pic>
      <p:pic>
        <p:nvPicPr>
          <p:cNvPr id="55" name="Image 53" descr="/workspace/scratch/04de6d843d64/work/svgs/icono_5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455675" y="3590993"/>
            <a:ext cx="498811" cy="498811"/>
          </a:xfrm>
          <a:prstGeom prst="rect">
            <a:avLst/>
          </a:prstGeom>
        </p:spPr>
      </p:pic>
      <p:pic>
        <p:nvPicPr>
          <p:cNvPr id="56" name="Image 54" descr="/workspace/scratch/04de6d843d64/work/svgs/icono_5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4458475" y="3590993"/>
            <a:ext cx="498811" cy="498811"/>
          </a:xfrm>
          <a:prstGeom prst="rect">
            <a:avLst/>
          </a:prstGeom>
        </p:spPr>
      </p:pic>
      <p:pic>
        <p:nvPicPr>
          <p:cNvPr id="57" name="Image 55" descr="/workspace/scratch/04de6d843d64/work/svgs/icono_5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409977" y="3590993"/>
            <a:ext cx="498811" cy="498811"/>
          </a:xfrm>
          <a:prstGeom prst="rect">
            <a:avLst/>
          </a:prstGeom>
        </p:spPr>
      </p:pic>
      <p:pic>
        <p:nvPicPr>
          <p:cNvPr id="58" name="Image 56" descr="/workspace/scratch/04de6d843d64/work/svgs/icono_5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339382" y="3590993"/>
            <a:ext cx="498811" cy="498811"/>
          </a:xfrm>
          <a:prstGeom prst="rect">
            <a:avLst/>
          </a:prstGeom>
        </p:spPr>
      </p:pic>
      <p:pic>
        <p:nvPicPr>
          <p:cNvPr id="59" name="Image 57" descr="/workspace/scratch/04de6d843d64/work/svgs/icono_5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290226" y="3590993"/>
            <a:ext cx="498811" cy="498811"/>
          </a:xfrm>
          <a:prstGeom prst="rect">
            <a:avLst/>
          </a:prstGeom>
        </p:spPr>
      </p:pic>
      <p:pic>
        <p:nvPicPr>
          <p:cNvPr id="60" name="Image 58" descr="/workspace/scratch/04de6d843d64/work/svgs/icono_5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197297" y="3590993"/>
            <a:ext cx="498811" cy="498811"/>
          </a:xfrm>
          <a:prstGeom prst="rect">
            <a:avLst/>
          </a:prstGeom>
        </p:spPr>
      </p:pic>
      <p:pic>
        <p:nvPicPr>
          <p:cNvPr id="61" name="Image 59" descr="/workspace/scratch/04de6d843d64/work/svgs/icono_6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9159625" y="3590993"/>
            <a:ext cx="498811" cy="498811"/>
          </a:xfrm>
          <a:prstGeom prst="rect">
            <a:avLst/>
          </a:prstGeom>
        </p:spPr>
      </p:pic>
      <p:pic>
        <p:nvPicPr>
          <p:cNvPr id="62" name="Image 60" descr="/workspace/scratch/04de6d843d64/work/svgs/icono_6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0142564" y="3590993"/>
            <a:ext cx="498811" cy="498811"/>
          </a:xfrm>
          <a:prstGeom prst="rect">
            <a:avLst/>
          </a:prstGeom>
        </p:spPr>
      </p:pic>
      <p:pic>
        <p:nvPicPr>
          <p:cNvPr id="63" name="Image 61" descr="/workspace/scratch/04de6d843d64/work/svgs/icono_6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1209457" y="3590993"/>
            <a:ext cx="275656" cy="498811"/>
          </a:xfrm>
          <a:prstGeom prst="rect">
            <a:avLst/>
          </a:prstGeom>
        </p:spPr>
      </p:pic>
      <p:pic>
        <p:nvPicPr>
          <p:cNvPr id="64" name="Image 62" descr="/workspace/scratch/04de6d843d64/work/svgs/icono_6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569000" y="4275270"/>
            <a:ext cx="498811" cy="498811"/>
          </a:xfrm>
          <a:prstGeom prst="rect">
            <a:avLst/>
          </a:prstGeom>
        </p:spPr>
      </p:pic>
      <p:pic>
        <p:nvPicPr>
          <p:cNvPr id="65" name="Image 63" descr="/workspace/scratch/04de6d843d64/work/svgs/icono_6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593930" y="4275270"/>
            <a:ext cx="408040" cy="498811"/>
          </a:xfrm>
          <a:prstGeom prst="rect">
            <a:avLst/>
          </a:prstGeom>
        </p:spPr>
      </p:pic>
      <p:pic>
        <p:nvPicPr>
          <p:cNvPr id="67" name="Image 65" descr="/workspace/scratch/04de6d843d64/work/svgs/icono_6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3455675" y="4275270"/>
            <a:ext cx="498811" cy="498811"/>
          </a:xfrm>
          <a:prstGeom prst="rect">
            <a:avLst/>
          </a:prstGeom>
        </p:spPr>
      </p:pic>
      <p:pic>
        <p:nvPicPr>
          <p:cNvPr id="68" name="Image 66" descr="/workspace/scratch/04de6d843d64/work/svgs/icono_6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4458475" y="4275270"/>
            <a:ext cx="498811" cy="498811"/>
          </a:xfrm>
          <a:prstGeom prst="rect">
            <a:avLst/>
          </a:prstGeom>
        </p:spPr>
      </p:pic>
      <p:pic>
        <p:nvPicPr>
          <p:cNvPr id="69" name="Image 67" descr="/workspace/scratch/04de6d843d64/work/svgs/icono_6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5409977" y="4275270"/>
            <a:ext cx="498811" cy="498811"/>
          </a:xfrm>
          <a:prstGeom prst="rect">
            <a:avLst/>
          </a:prstGeom>
        </p:spPr>
      </p:pic>
      <p:pic>
        <p:nvPicPr>
          <p:cNvPr id="70" name="Image 68" descr="/workspace/scratch/04de6d843d64/work/svgs/icono_6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6339382" y="4275270"/>
            <a:ext cx="498811" cy="498811"/>
          </a:xfrm>
          <a:prstGeom prst="rect">
            <a:avLst/>
          </a:prstGeom>
        </p:spPr>
      </p:pic>
      <p:pic>
        <p:nvPicPr>
          <p:cNvPr id="71" name="Image 69" descr="/workspace/scratch/04de6d843d64/work/svgs/icono_7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7290226" y="4275270"/>
            <a:ext cx="498811" cy="498811"/>
          </a:xfrm>
          <a:prstGeom prst="rect">
            <a:avLst/>
          </a:prstGeom>
        </p:spPr>
      </p:pic>
      <p:pic>
        <p:nvPicPr>
          <p:cNvPr id="72" name="Image 70" descr="/workspace/scratch/04de6d843d64/work/svgs/icono_7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8288068" y="4365553"/>
            <a:ext cx="317268" cy="318245"/>
          </a:xfrm>
          <a:prstGeom prst="rect">
            <a:avLst/>
          </a:prstGeom>
        </p:spPr>
      </p:pic>
      <p:pic>
        <p:nvPicPr>
          <p:cNvPr id="73" name="Image 71" descr="/workspace/scratch/04de6d843d64/work/svgs/icono_7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9250396" y="4365553"/>
            <a:ext cx="317268" cy="318245"/>
          </a:xfrm>
          <a:prstGeom prst="rect">
            <a:avLst/>
          </a:prstGeom>
        </p:spPr>
      </p:pic>
      <p:pic>
        <p:nvPicPr>
          <p:cNvPr id="74" name="Image 72" descr="/workspace/scratch/04de6d843d64/work/svgs/icono_7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0142564" y="4275270"/>
            <a:ext cx="498811" cy="498811"/>
          </a:xfrm>
          <a:prstGeom prst="rect">
            <a:avLst/>
          </a:prstGeom>
        </p:spPr>
      </p:pic>
      <p:pic>
        <p:nvPicPr>
          <p:cNvPr id="75" name="Image 73" descr="/workspace/scratch/04de6d843d64/work/svgs/icono_7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1097880" y="4275270"/>
            <a:ext cx="498811" cy="498811"/>
          </a:xfrm>
          <a:prstGeom prst="rect">
            <a:avLst/>
          </a:prstGeom>
        </p:spPr>
      </p:pic>
      <p:pic>
        <p:nvPicPr>
          <p:cNvPr id="76" name="Image 74" descr="/workspace/scratch/04de6d843d64/work/svgs/icono_7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569000" y="5034142"/>
            <a:ext cx="498811" cy="612033"/>
          </a:xfrm>
          <a:prstGeom prst="rect">
            <a:avLst/>
          </a:prstGeom>
        </p:spPr>
      </p:pic>
      <p:pic>
        <p:nvPicPr>
          <p:cNvPr id="77" name="Image 75" descr="/workspace/scratch/04de6d843d64/work/svgs/icono_7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1548545" y="5090753"/>
            <a:ext cx="498811" cy="498811"/>
          </a:xfrm>
          <a:prstGeom prst="rect">
            <a:avLst/>
          </a:prstGeom>
        </p:spPr>
      </p:pic>
      <p:pic>
        <p:nvPicPr>
          <p:cNvPr id="78" name="Image 76" descr="/workspace/scratch/04de6d843d64/work/svgs/icono_7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2513708" y="5090753"/>
            <a:ext cx="498811" cy="498811"/>
          </a:xfrm>
          <a:prstGeom prst="rect">
            <a:avLst/>
          </a:prstGeom>
        </p:spPr>
      </p:pic>
      <p:pic>
        <p:nvPicPr>
          <p:cNvPr id="79" name="Image 77" descr="/workspace/scratch/04de6d843d64/work/svgs/icono_7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3455675" y="5090753"/>
            <a:ext cx="498811" cy="498811"/>
          </a:xfrm>
          <a:prstGeom prst="rect">
            <a:avLst/>
          </a:prstGeom>
        </p:spPr>
      </p:pic>
      <p:pic>
        <p:nvPicPr>
          <p:cNvPr id="80" name="Image 78" descr="/workspace/scratch/04de6d843d64/work/svgs/icono_7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4458475" y="5090753"/>
            <a:ext cx="498811" cy="498811"/>
          </a:xfrm>
          <a:prstGeom prst="rect">
            <a:avLst/>
          </a:prstGeom>
        </p:spPr>
      </p:pic>
      <p:pic>
        <p:nvPicPr>
          <p:cNvPr id="81" name="Image 79" descr="/workspace/scratch/04de6d843d64/work/svgs/icono_8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5409977" y="5090753"/>
            <a:ext cx="498811" cy="498811"/>
          </a:xfrm>
          <a:prstGeom prst="rect">
            <a:avLst/>
          </a:prstGeom>
        </p:spPr>
      </p:pic>
      <p:pic>
        <p:nvPicPr>
          <p:cNvPr id="82" name="Image 80" descr="/workspace/scratch/04de6d843d64/work/svgs/icono_8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6339382" y="5090753"/>
            <a:ext cx="498811" cy="498811"/>
          </a:xfrm>
          <a:prstGeom prst="rect">
            <a:avLst/>
          </a:prstGeom>
        </p:spPr>
      </p:pic>
      <p:pic>
        <p:nvPicPr>
          <p:cNvPr id="83" name="Image 81" descr="/workspace/scratch/04de6d843d64/work/svgs/icono_8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7290226" y="5090753"/>
            <a:ext cx="498811" cy="498811"/>
          </a:xfrm>
          <a:prstGeom prst="rect">
            <a:avLst/>
          </a:prstGeom>
        </p:spPr>
      </p:pic>
      <p:pic>
        <p:nvPicPr>
          <p:cNvPr id="84" name="Image 82" descr="/workspace/scratch/04de6d843d64/work/svgs/icono_8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8256895" y="5090753"/>
            <a:ext cx="408040" cy="498811"/>
          </a:xfrm>
          <a:prstGeom prst="rect">
            <a:avLst/>
          </a:prstGeom>
        </p:spPr>
      </p:pic>
      <p:pic>
        <p:nvPicPr>
          <p:cNvPr id="85" name="Image 83" descr="/workspace/scratch/04de6d843d64/work/svgs/icono_8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9159625" y="5090753"/>
            <a:ext cx="498811" cy="498811"/>
          </a:xfrm>
          <a:prstGeom prst="rect">
            <a:avLst/>
          </a:prstGeom>
        </p:spPr>
      </p:pic>
      <p:pic>
        <p:nvPicPr>
          <p:cNvPr id="86" name="Image 84" descr="/workspace/scratch/04de6d843d64/work/svgs/icono_8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0142564" y="5090753"/>
            <a:ext cx="498811" cy="498811"/>
          </a:xfrm>
          <a:prstGeom prst="rect">
            <a:avLst/>
          </a:prstGeom>
        </p:spPr>
      </p:pic>
      <p:pic>
        <p:nvPicPr>
          <p:cNvPr id="87" name="Image 85" descr="/workspace/scratch/04de6d843d64/work/svgs/icono_8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1097880" y="5090753"/>
            <a:ext cx="498811" cy="498811"/>
          </a:xfrm>
          <a:prstGeom prst="rect">
            <a:avLst/>
          </a:prstGeom>
        </p:spPr>
      </p:pic>
      <p:pic>
        <p:nvPicPr>
          <p:cNvPr id="88" name="Image 86" descr="/workspace/scratch/04de6d843d64/work/svgs/icono_8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569000" y="5911721"/>
            <a:ext cx="498811" cy="498811"/>
          </a:xfrm>
          <a:prstGeom prst="rect">
            <a:avLst/>
          </a:prstGeom>
        </p:spPr>
      </p:pic>
      <p:pic>
        <p:nvPicPr>
          <p:cNvPr id="89" name="Image 87" descr="/workspace/scratch/04de6d843d64/work/svgs/icono_8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1548545" y="5881733"/>
            <a:ext cx="498811" cy="498811"/>
          </a:xfrm>
          <a:prstGeom prst="rect">
            <a:avLst/>
          </a:prstGeom>
        </p:spPr>
      </p:pic>
      <p:pic>
        <p:nvPicPr>
          <p:cNvPr id="90" name="Image 88" descr="/workspace/scratch/04de6d843d64/work/svgs/icono_8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2513708" y="5951339"/>
            <a:ext cx="498811" cy="429205"/>
          </a:xfrm>
          <a:prstGeom prst="rect">
            <a:avLst/>
          </a:prstGeom>
        </p:spPr>
      </p:pic>
      <p:pic>
        <p:nvPicPr>
          <p:cNvPr id="91" name="Image 89" descr="/workspace/scratch/04de6d843d64/work/svgs/icono_9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3455675" y="5881733"/>
            <a:ext cx="498811" cy="498811"/>
          </a:xfrm>
          <a:prstGeom prst="rect">
            <a:avLst/>
          </a:prstGeom>
        </p:spPr>
      </p:pic>
      <p:pic>
        <p:nvPicPr>
          <p:cNvPr id="92" name="Image 90" descr="/workspace/scratch/04de6d843d64/work/svgs/icono_9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4458475" y="5881733"/>
            <a:ext cx="498811" cy="498811"/>
          </a:xfrm>
          <a:prstGeom prst="rect">
            <a:avLst/>
          </a:prstGeom>
        </p:spPr>
      </p:pic>
      <p:pic>
        <p:nvPicPr>
          <p:cNvPr id="93" name="Image 91" descr="/workspace/scratch/04de6d843d64/work/svgs/icono_9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5282190" y="5899662"/>
            <a:ext cx="754385" cy="498811"/>
          </a:xfrm>
          <a:prstGeom prst="rect">
            <a:avLst/>
          </a:prstGeom>
        </p:spPr>
      </p:pic>
      <p:pic>
        <p:nvPicPr>
          <p:cNvPr id="94" name="Image 92" descr="/workspace/scratch/04de6d843d64/work/svgs/icono_9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6383500" y="5934377"/>
            <a:ext cx="410574" cy="498811"/>
          </a:xfrm>
          <a:prstGeom prst="rect">
            <a:avLst/>
          </a:prstGeom>
        </p:spPr>
      </p:pic>
      <p:pic>
        <p:nvPicPr>
          <p:cNvPr id="95" name="Image 93" descr="/workspace/scratch/04de6d843d64/work/svgs/icono_94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7290226" y="5881733"/>
            <a:ext cx="498811" cy="498811"/>
          </a:xfrm>
          <a:prstGeom prst="rect">
            <a:avLst/>
          </a:prstGeom>
        </p:spPr>
      </p:pic>
      <p:pic>
        <p:nvPicPr>
          <p:cNvPr id="96" name="Image 94" descr="/workspace/scratch/04de6d843d64/work/svgs/icono_95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8197297" y="5926557"/>
            <a:ext cx="498811" cy="498811"/>
          </a:xfrm>
          <a:prstGeom prst="rect">
            <a:avLst/>
          </a:prstGeom>
        </p:spPr>
      </p:pic>
      <p:pic>
        <p:nvPicPr>
          <p:cNvPr id="97" name="Image 95" descr="/workspace/scratch/04de6d843d64/work/svgs/icono_9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9224129" y="5881733"/>
            <a:ext cx="369802" cy="498811"/>
          </a:xfrm>
          <a:prstGeom prst="rect">
            <a:avLst/>
          </a:prstGeom>
        </p:spPr>
      </p:pic>
      <p:pic>
        <p:nvPicPr>
          <p:cNvPr id="98" name="Image 96" descr="/workspace/scratch/04de6d843d64/work/svgs/icono_97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10142564" y="5881733"/>
            <a:ext cx="498811" cy="498811"/>
          </a:xfrm>
          <a:prstGeom prst="rect">
            <a:avLst/>
          </a:prstGeom>
        </p:spPr>
      </p:pic>
      <p:pic>
        <p:nvPicPr>
          <p:cNvPr id="99" name="Image 97" descr="/workspace/scratch/04de6d843d64/work/svgs/icono_9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11015189" y="5911721"/>
            <a:ext cx="664192" cy="4988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</Words>
  <Application>Microsoft Macintosh PowerPoint</Application>
  <PresentationFormat>Panorámica</PresentationFormat>
  <Paragraphs>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Presentación de PowerPoint</vt:lpstr>
    </vt:vector>
  </TitlesOfParts>
  <Company>IZZON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Iconos todos en una hoja</dc:title>
  <dc:subject>Iconos vectoriales en una hoja</dc:subject>
  <dc:creator>OpenAI</dc:creator>
  <cp:lastModifiedBy>Carlos Sanz</cp:lastModifiedBy>
  <cp:revision>2</cp:revision>
  <dcterms:created xsi:type="dcterms:W3CDTF">2026-10-21T13:26:48Z</dcterms:created>
  <dcterms:modified xsi:type="dcterms:W3CDTF">2026-10-21T13:44:25Z</dcterms:modified>
</cp:coreProperties>
</file>