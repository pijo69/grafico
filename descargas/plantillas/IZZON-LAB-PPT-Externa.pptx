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5" r:id="rId5"/>
    <p:sldMasterId id="2147483691" r:id="rId6"/>
    <p:sldMasterId id="2147483712" r:id="rId7"/>
  </p:sldMasterIdLst>
  <p:notesMasterIdLst>
    <p:notesMasterId r:id="rId21"/>
  </p:notesMasterIdLst>
  <p:handoutMasterIdLst>
    <p:handoutMasterId r:id="rId22"/>
  </p:handoutMasterIdLst>
  <p:sldIdLst>
    <p:sldId id="2145708415" r:id="rId8"/>
    <p:sldId id="2145708402" r:id="rId9"/>
    <p:sldId id="356" r:id="rId10"/>
    <p:sldId id="259" r:id="rId11"/>
    <p:sldId id="2145708414" r:id="rId12"/>
    <p:sldId id="332" r:id="rId13"/>
    <p:sldId id="2145708416" r:id="rId14"/>
    <p:sldId id="270" r:id="rId15"/>
    <p:sldId id="352" r:id="rId16"/>
    <p:sldId id="292" r:id="rId17"/>
    <p:sldId id="339" r:id="rId18"/>
    <p:sldId id="310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1E3"/>
    <a:srgbClr val="26252B"/>
    <a:srgbClr val="DCCAB6"/>
    <a:srgbClr val="A29F9C"/>
    <a:srgbClr val="444A56"/>
    <a:srgbClr val="8F8F92"/>
    <a:srgbClr val="AF6C45"/>
    <a:srgbClr val="FCFCFC"/>
    <a:srgbClr val="FFFFFF"/>
    <a:srgbClr val="C9C4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34B81A-C1D4-4965-B81E-04015A673A34}" v="16" dt="2026-09-23T14:31:29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9"/>
    <p:restoredTop sz="94690"/>
  </p:normalViewPr>
  <p:slideViewPr>
    <p:cSldViewPr snapToGrid="0">
      <p:cViewPr>
        <p:scale>
          <a:sx n="66" d="100"/>
          <a:sy n="66" d="100"/>
        </p:scale>
        <p:origin x="1596" y="846"/>
      </p:cViewPr>
      <p:guideLst>
        <p:guide orient="horz" pos="216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2F5BFD7-FAB9-7BA2-6251-402C1F2521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4A498E-4007-8C62-9A03-8061A01C87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B4A33-7169-4F48-A491-70E842968A36}" type="datetimeFigureOut">
              <a:rPr lang="es-ES" smtClean="0"/>
              <a:t>23/09/2026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4C46AB-7EA3-05D2-5E83-2324CAF986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E66811-3AAF-C66D-D5EC-D099394303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D5377-B1DD-0F41-83F8-4A21D29A5B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38013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E6041-D2D2-4001-81B5-80EABC8AAB14}" type="datetimeFigureOut">
              <a:rPr lang="es-ES" smtClean="0"/>
              <a:t>23/09/2026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D2F34-D0F1-4429-B627-69BAEF2A39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629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3618-CB7B-44BE-7483-ECFFD266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021061-078E-4BCF-A9DF-87B4920EE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87C2F7-1C9F-4261-1AAD-E5703C0C3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811A22-6351-4A29-F92D-2DE0DD620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872C6C91-6B9D-4C3B-BFE3-9338900EA70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8651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3618-CB7B-44BE-7483-ECFFD266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021061-078E-4BCF-A9DF-87B4920EE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87C2F7-1C9F-4261-1AAD-E5703C0C3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811A22-6351-4A29-F92D-2DE0DD620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872C6C91-6B9D-4C3B-BFE3-9338900EA70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6922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3618-CB7B-44BE-7483-ECFFD266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021061-078E-4BCF-A9DF-87B4920EE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87C2F7-1C9F-4261-1AAD-E5703C0C3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811A22-6351-4A29-F92D-2DE0DD620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872C6C91-6B9D-4C3B-BFE3-9338900EA70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5368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2F34-D0F1-4429-B627-69BAEF2A392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9894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2F34-D0F1-4429-B627-69BAEF2A392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9642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F5DAF-14AD-4624-B017-339C60E67D5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321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sv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97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C9C4B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B3DD58C-AF7F-B818-17A8-6B03E4F6C8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09" t="14185" r="646" b="13139"/>
          <a:stretch>
            <a:fillRect/>
          </a:stretch>
        </p:blipFill>
        <p:spPr>
          <a:xfrm>
            <a:off x="0" y="631963"/>
            <a:ext cx="12192000" cy="622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C9C4B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528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24232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034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49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C6441460-4C2E-FBA1-4016-4AE5AA035418}"/>
              </a:ext>
            </a:extLst>
          </p:cNvPr>
          <p:cNvSpPr/>
          <p:nvPr userDrawn="1"/>
        </p:nvSpPr>
        <p:spPr>
          <a:xfrm>
            <a:off x="-84083" y="1224455"/>
            <a:ext cx="11340663" cy="5633545"/>
          </a:xfrm>
          <a:custGeom>
            <a:avLst/>
            <a:gdLst>
              <a:gd name="connsiteX0" fmla="*/ 31531 w 11256580"/>
              <a:gd name="connsiteY0" fmla="*/ 0 h 5633545"/>
              <a:gd name="connsiteX1" fmla="*/ 11256580 w 11256580"/>
              <a:gd name="connsiteY1" fmla="*/ 0 h 5633545"/>
              <a:gd name="connsiteX2" fmla="*/ 6674069 w 11256580"/>
              <a:gd name="connsiteY2" fmla="*/ 5633545 h 5633545"/>
              <a:gd name="connsiteX3" fmla="*/ 0 w 11256580"/>
              <a:gd name="connsiteY3" fmla="*/ 5633545 h 5633545"/>
              <a:gd name="connsiteX4" fmla="*/ 31531 w 11256580"/>
              <a:gd name="connsiteY4" fmla="*/ 0 h 5633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6580" h="5633545">
                <a:moveTo>
                  <a:pt x="31531" y="0"/>
                </a:moveTo>
                <a:lnTo>
                  <a:pt x="11256580" y="0"/>
                </a:lnTo>
                <a:lnTo>
                  <a:pt x="6674069" y="5633545"/>
                </a:lnTo>
                <a:lnTo>
                  <a:pt x="0" y="5633545"/>
                </a:lnTo>
                <a:lnTo>
                  <a:pt x="31531" y="0"/>
                </a:lnTo>
                <a:close/>
              </a:path>
            </a:pathLst>
          </a:cu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40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661667B-2C76-E07C-CD37-45C0F22041FF}"/>
              </a:ext>
            </a:extLst>
          </p:cNvPr>
          <p:cNvSpPr/>
          <p:nvPr userDrawn="1"/>
        </p:nvSpPr>
        <p:spPr>
          <a:xfrm>
            <a:off x="1" y="826948"/>
            <a:ext cx="12192000" cy="5342353"/>
          </a:xfrm>
          <a:prstGeom prst="rect">
            <a:avLst/>
          </a:prstGeom>
          <a:solidFill>
            <a:srgbClr val="F0EC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6AA05E-600A-A5B9-45F0-7B868035A462}"/>
              </a:ext>
            </a:extLst>
          </p:cNvPr>
          <p:cNvSpPr/>
          <p:nvPr userDrawn="1"/>
        </p:nvSpPr>
        <p:spPr>
          <a:xfrm>
            <a:off x="0" y="826947"/>
            <a:ext cx="12192000" cy="5342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5">
            <a:extLst>
              <a:ext uri="{FF2B5EF4-FFF2-40B4-BE49-F238E27FC236}">
                <a16:creationId xmlns:a16="http://schemas.microsoft.com/office/drawing/2014/main" id="{461DFB9B-D8DB-C649-93DC-20CF642508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31D90C6-9461-F42D-2150-34BA3BB4BB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475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5B831F6-A232-4A39-9C13-8DC523543D2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3162D049-761D-4633-FBF1-1C0F2AEF09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A5F420E7-5CC5-D3E4-6B97-F52507CF07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BF998A9-A957-836F-2614-F09E6B943222}"/>
              </a:ext>
            </a:extLst>
          </p:cNvPr>
          <p:cNvCxnSpPr>
            <a:cxnSpLocks/>
          </p:cNvCxnSpPr>
          <p:nvPr userDrawn="1"/>
        </p:nvCxnSpPr>
        <p:spPr>
          <a:xfrm>
            <a:off x="0" y="6169307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3340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D0CEE-83B0-DD1D-B4A0-959CC8C7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299470-186C-CBFD-871F-20F1B086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A29BD6-2C9B-1E56-02C2-86C00375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1CAB-9490-43CC-BC5E-1B2E3F8A1868}" type="datetimeFigureOut">
              <a:rPr lang="es-ES" smtClean="0"/>
              <a:t>23/09/2026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8D079B-7365-E778-C4C1-FDAA829F3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138AB2-E8DE-1CD0-A598-147E0B5B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F4B1-EF73-4589-ABA9-C4EC2A75A9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7418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9716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C9C4B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B3DD58C-AF7F-B818-17A8-6B03E4F6C8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09" t="14185" r="646" b="13139"/>
          <a:stretch>
            <a:fillRect/>
          </a:stretch>
        </p:blipFill>
        <p:spPr>
          <a:xfrm>
            <a:off x="0" y="631963"/>
            <a:ext cx="12192000" cy="622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C9C4B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5289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24232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0342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D0D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FB2EE8-FA93-076B-75DD-51A08E7B9AF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493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C6441460-4C2E-FBA1-4016-4AE5AA035418}"/>
              </a:ext>
            </a:extLst>
          </p:cNvPr>
          <p:cNvSpPr/>
          <p:nvPr userDrawn="1"/>
        </p:nvSpPr>
        <p:spPr>
          <a:xfrm>
            <a:off x="-84083" y="1224455"/>
            <a:ext cx="11340663" cy="5633545"/>
          </a:xfrm>
          <a:custGeom>
            <a:avLst/>
            <a:gdLst>
              <a:gd name="connsiteX0" fmla="*/ 31531 w 11256580"/>
              <a:gd name="connsiteY0" fmla="*/ 0 h 5633545"/>
              <a:gd name="connsiteX1" fmla="*/ 11256580 w 11256580"/>
              <a:gd name="connsiteY1" fmla="*/ 0 h 5633545"/>
              <a:gd name="connsiteX2" fmla="*/ 6674069 w 11256580"/>
              <a:gd name="connsiteY2" fmla="*/ 5633545 h 5633545"/>
              <a:gd name="connsiteX3" fmla="*/ 0 w 11256580"/>
              <a:gd name="connsiteY3" fmla="*/ 5633545 h 5633545"/>
              <a:gd name="connsiteX4" fmla="*/ 31531 w 11256580"/>
              <a:gd name="connsiteY4" fmla="*/ 0 h 5633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6580" h="5633545">
                <a:moveTo>
                  <a:pt x="31531" y="0"/>
                </a:moveTo>
                <a:lnTo>
                  <a:pt x="11256580" y="0"/>
                </a:lnTo>
                <a:lnTo>
                  <a:pt x="6674069" y="5633545"/>
                </a:lnTo>
                <a:lnTo>
                  <a:pt x="0" y="5633545"/>
                </a:lnTo>
                <a:lnTo>
                  <a:pt x="31531" y="0"/>
                </a:lnTo>
                <a:close/>
              </a:path>
            </a:pathLst>
          </a:cu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4051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5B831F6-A232-4A39-9C13-8DC523543D2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3162D049-761D-4633-FBF1-1C0F2AEF09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A5F420E7-5CC5-D3E4-6B97-F52507CF07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BF998A9-A957-836F-2614-F09E6B943222}"/>
              </a:ext>
            </a:extLst>
          </p:cNvPr>
          <p:cNvCxnSpPr>
            <a:cxnSpLocks/>
          </p:cNvCxnSpPr>
          <p:nvPr userDrawn="1"/>
        </p:nvCxnSpPr>
        <p:spPr>
          <a:xfrm>
            <a:off x="0" y="6169307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7231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5">
            <a:extLst>
              <a:ext uri="{FF2B5EF4-FFF2-40B4-BE49-F238E27FC236}">
                <a16:creationId xmlns:a16="http://schemas.microsoft.com/office/drawing/2014/main" id="{40AE96C2-5814-0CEE-5E38-EF07AB6BB2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D24C9A4-9E22-9E4E-763D-4DCA685F60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A89F824-AC7B-8726-5F5C-7838ABBB60D4}"/>
              </a:ext>
            </a:extLst>
          </p:cNvPr>
          <p:cNvCxnSpPr>
            <a:cxnSpLocks/>
          </p:cNvCxnSpPr>
          <p:nvPr userDrawn="1"/>
        </p:nvCxnSpPr>
        <p:spPr>
          <a:xfrm>
            <a:off x="0" y="616930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136D21F-B491-F9AA-350E-4FA9147DE4D6}"/>
              </a:ext>
            </a:extLst>
          </p:cNvPr>
          <p:cNvCxnSpPr>
            <a:cxnSpLocks/>
          </p:cNvCxnSpPr>
          <p:nvPr userDrawn="1"/>
        </p:nvCxnSpPr>
        <p:spPr>
          <a:xfrm>
            <a:off x="0" y="826948"/>
            <a:ext cx="12192000" cy="0"/>
          </a:xfrm>
          <a:prstGeom prst="line">
            <a:avLst/>
          </a:prstGeom>
          <a:ln>
            <a:solidFill>
              <a:srgbClr val="C9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045161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6323E3B-C7CB-C5F6-49EA-91F2DE67D7F0}"/>
              </a:ext>
            </a:extLst>
          </p:cNvPr>
          <p:cNvSpPr/>
          <p:nvPr userDrawn="1"/>
        </p:nvSpPr>
        <p:spPr>
          <a:xfrm>
            <a:off x="0" y="0"/>
            <a:ext cx="12243332" cy="6858000"/>
          </a:xfrm>
          <a:prstGeom prst="rect">
            <a:avLst/>
          </a:prstGeom>
          <a:solidFill>
            <a:srgbClr val="C9C4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F1AAC49-65A4-4778-229A-554B1DFDA014}"/>
              </a:ext>
            </a:extLst>
          </p:cNvPr>
          <p:cNvCxnSpPr>
            <a:cxnSpLocks/>
          </p:cNvCxnSpPr>
          <p:nvPr userDrawn="1"/>
        </p:nvCxnSpPr>
        <p:spPr>
          <a:xfrm>
            <a:off x="0" y="826948"/>
            <a:ext cx="122433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5">
            <a:extLst>
              <a:ext uri="{FF2B5EF4-FFF2-40B4-BE49-F238E27FC236}">
                <a16:creationId xmlns:a16="http://schemas.microsoft.com/office/drawing/2014/main" id="{DA294790-A8D7-40D5-B452-72523660D2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D3933B19-FA43-0161-5F2A-80B027EA26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C793662-E3E9-81DE-7A30-6634C384EC32}"/>
              </a:ext>
            </a:extLst>
          </p:cNvPr>
          <p:cNvCxnSpPr>
            <a:cxnSpLocks/>
          </p:cNvCxnSpPr>
          <p:nvPr userDrawn="1"/>
        </p:nvCxnSpPr>
        <p:spPr>
          <a:xfrm>
            <a:off x="0" y="6169307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927855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661667B-2C76-E07C-CD37-45C0F22041FF}"/>
              </a:ext>
            </a:extLst>
          </p:cNvPr>
          <p:cNvSpPr/>
          <p:nvPr userDrawn="1"/>
        </p:nvSpPr>
        <p:spPr>
          <a:xfrm>
            <a:off x="1" y="826948"/>
            <a:ext cx="12192000" cy="5342353"/>
          </a:xfrm>
          <a:prstGeom prst="rect">
            <a:avLst/>
          </a:prstGeom>
          <a:solidFill>
            <a:srgbClr val="F0EC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6AA05E-600A-A5B9-45F0-7B868035A462}"/>
              </a:ext>
            </a:extLst>
          </p:cNvPr>
          <p:cNvSpPr/>
          <p:nvPr userDrawn="1"/>
        </p:nvSpPr>
        <p:spPr>
          <a:xfrm>
            <a:off x="0" y="826947"/>
            <a:ext cx="12192000" cy="5342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5">
            <a:extLst>
              <a:ext uri="{FF2B5EF4-FFF2-40B4-BE49-F238E27FC236}">
                <a16:creationId xmlns:a16="http://schemas.microsoft.com/office/drawing/2014/main" id="{461DFB9B-D8DB-C649-93DC-20CF642508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31D90C6-9461-F42D-2150-34BA3BB4BB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5131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C778977-A1AA-F6F6-510C-2EE07ABF963A}"/>
              </a:ext>
            </a:extLst>
          </p:cNvPr>
          <p:cNvSpPr/>
          <p:nvPr userDrawn="1"/>
        </p:nvSpPr>
        <p:spPr>
          <a:xfrm>
            <a:off x="0" y="826948"/>
            <a:ext cx="12243332" cy="5342354"/>
          </a:xfrm>
          <a:prstGeom prst="rect">
            <a:avLst/>
          </a:prstGeom>
          <a:solidFill>
            <a:srgbClr val="C9C4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" name="Imagen 5">
            <a:extLst>
              <a:ext uri="{FF2B5EF4-FFF2-40B4-BE49-F238E27FC236}">
                <a16:creationId xmlns:a16="http://schemas.microsoft.com/office/drawing/2014/main" id="{44FED1F7-5B2B-FAC9-9439-E9DA27AB1D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C8EB7398-4A1C-E888-F10B-08D5441212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73473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5">
            <a:extLst>
              <a:ext uri="{FF2B5EF4-FFF2-40B4-BE49-F238E27FC236}">
                <a16:creationId xmlns:a16="http://schemas.microsoft.com/office/drawing/2014/main" id="{40AE96C2-5814-0CEE-5E38-EF07AB6BB2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856" y="6372411"/>
            <a:ext cx="1270071" cy="28223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D24C9A4-9E22-9E4E-763D-4DCA685F60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356" y="6380806"/>
            <a:ext cx="2900281" cy="26544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136D21F-B491-F9AA-350E-4FA9147DE4D6}"/>
              </a:ext>
            </a:extLst>
          </p:cNvPr>
          <p:cNvCxnSpPr>
            <a:cxnSpLocks/>
          </p:cNvCxnSpPr>
          <p:nvPr userDrawn="1"/>
        </p:nvCxnSpPr>
        <p:spPr>
          <a:xfrm>
            <a:off x="0" y="826948"/>
            <a:ext cx="12192000" cy="0"/>
          </a:xfrm>
          <a:prstGeom prst="line">
            <a:avLst/>
          </a:prstGeom>
          <a:ln>
            <a:solidFill>
              <a:srgbClr val="C9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bject 5">
            <a:extLst>
              <a:ext uri="{FF2B5EF4-FFF2-40B4-BE49-F238E27FC236}">
                <a16:creationId xmlns:a16="http://schemas.microsoft.com/office/drawing/2014/main" id="{4B63B72E-63A2-06DC-49F7-4DEABED6D953}"/>
              </a:ext>
            </a:extLst>
          </p:cNvPr>
          <p:cNvSpPr/>
          <p:nvPr userDrawn="1"/>
        </p:nvSpPr>
        <p:spPr>
          <a:xfrm>
            <a:off x="2734" y="-7901"/>
            <a:ext cx="12188833" cy="4664755"/>
          </a:xfrm>
          <a:custGeom>
            <a:avLst/>
            <a:gdLst>
              <a:gd name="f0" fmla="val w"/>
              <a:gd name="f1" fmla="val h"/>
              <a:gd name="f2" fmla="val 0"/>
              <a:gd name="f3" fmla="val 5133340"/>
              <a:gd name="f4" fmla="val 4928234"/>
              <a:gd name="f5" fmla="val 5132880"/>
              <a:gd name="f6" fmla="val 4927849"/>
              <a:gd name="f7" fmla="*/ f0 1 5133340"/>
              <a:gd name="f8" fmla="*/ f1 1 4928234"/>
              <a:gd name="f9" fmla="+- f4 0 f2"/>
              <a:gd name="f10" fmla="+- f3 0 f2"/>
              <a:gd name="f11" fmla="*/ f10 1 5133340"/>
              <a:gd name="f12" fmla="*/ f9 1 4928234"/>
              <a:gd name="f13" fmla="*/ f2 1 f11"/>
              <a:gd name="f14" fmla="*/ f3 1 f11"/>
              <a:gd name="f15" fmla="*/ f2 1 f12"/>
              <a:gd name="f16" fmla="*/ f4 1 f12"/>
              <a:gd name="f17" fmla="*/ f13 f7 1"/>
              <a:gd name="f18" fmla="*/ f14 f7 1"/>
              <a:gd name="f19" fmla="*/ f16 f8 1"/>
              <a:gd name="f20" fmla="*/ f15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7" t="f20" r="f18" b="f19"/>
            <a:pathLst>
              <a:path w="5133340" h="4928234">
                <a:moveTo>
                  <a:pt x="f5" y="f2"/>
                </a:moveTo>
                <a:lnTo>
                  <a:pt x="f2" y="f2"/>
                </a:lnTo>
                <a:lnTo>
                  <a:pt x="f2" y="f6"/>
                </a:lnTo>
                <a:lnTo>
                  <a:pt x="f5" y="f6"/>
                </a:lnTo>
                <a:lnTo>
                  <a:pt x="f5" y="f2"/>
                </a:lnTo>
                <a:close/>
              </a:path>
            </a:pathLst>
          </a:custGeom>
          <a:solidFill>
            <a:srgbClr val="25252A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092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32ABEA5-B0D2-2E7A-E8CF-62BE99A300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409"/>
          <a:stretch/>
        </p:blipFill>
        <p:spPr>
          <a:xfrm>
            <a:off x="595687" y="-619325"/>
            <a:ext cx="11593580" cy="688506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6AB7B65-A90F-4B61-6519-EB95A3AEC47C}"/>
              </a:ext>
            </a:extLst>
          </p:cNvPr>
          <p:cNvSpPr/>
          <p:nvPr userDrawn="1"/>
        </p:nvSpPr>
        <p:spPr>
          <a:xfrm>
            <a:off x="-1" y="242671"/>
            <a:ext cx="1863725" cy="609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D083291-7C48-9A47-AC2F-81D09689E1B3}"/>
              </a:ext>
            </a:extLst>
          </p:cNvPr>
          <p:cNvSpPr/>
          <p:nvPr userDrawn="1"/>
        </p:nvSpPr>
        <p:spPr>
          <a:xfrm>
            <a:off x="-1" y="-17865"/>
            <a:ext cx="12188833" cy="298734"/>
          </a:xfrm>
          <a:prstGeom prst="rect">
            <a:avLst/>
          </a:prstGeom>
          <a:solidFill>
            <a:srgbClr val="25252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581EDD3-ECEE-8E4C-7780-9C87667A4F7C}"/>
              </a:ext>
            </a:extLst>
          </p:cNvPr>
          <p:cNvCxnSpPr>
            <a:cxnSpLocks/>
          </p:cNvCxnSpPr>
          <p:nvPr userDrawn="1"/>
        </p:nvCxnSpPr>
        <p:spPr>
          <a:xfrm>
            <a:off x="0" y="616930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725974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4951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3">
            <a:extLst>
              <a:ext uri="{FF2B5EF4-FFF2-40B4-BE49-F238E27FC236}">
                <a16:creationId xmlns:a16="http://schemas.microsoft.com/office/drawing/2014/main" id="{5CDD2CBB-4E9A-F0EB-2E69-55F3048DD343}"/>
              </a:ext>
            </a:extLst>
          </p:cNvPr>
          <p:cNvSpPr txBox="1"/>
          <p:nvPr userDrawn="1"/>
        </p:nvSpPr>
        <p:spPr>
          <a:xfrm>
            <a:off x="728219" y="6298487"/>
            <a:ext cx="5357122" cy="8837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8887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1" b="0" i="0" u="none" strike="noStrike" kern="1200" cap="none" spc="-3" baseline="0" err="1">
                <a:solidFill>
                  <a:srgbClr val="000000"/>
                </a:solidFill>
                <a:uFillTx/>
                <a:latin typeface="Arial Nova Light"/>
              </a:rPr>
              <a:t>GrupoUbesol</a:t>
            </a:r>
            <a:r>
              <a:rPr lang="en-US" sz="1001" b="0" i="0" u="none" strike="noStrike" kern="1200" cap="none" spc="-3" baseline="0">
                <a:solidFill>
                  <a:srgbClr val="000000"/>
                </a:solidFill>
                <a:uFillTx/>
                <a:latin typeface="Arial Nova Light"/>
              </a:rPr>
              <a:t> _ Laboratorios Maverick </a:t>
            </a:r>
            <a:r>
              <a:rPr lang="en-US" sz="1000" b="0" i="0" u="none" strike="noStrike" kern="1200" cap="none" spc="-5" baseline="0">
                <a:solidFill>
                  <a:srgbClr val="6E8C37"/>
                </a:solidFill>
                <a:uFillTx/>
                <a:latin typeface="Arial Nova Light"/>
              </a:rPr>
              <a:t>2025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0" i="0" u="none" strike="noStrike" kern="1200" cap="none" spc="0" baseline="0">
              <a:solidFill>
                <a:srgbClr val="6E8C37"/>
              </a:solidFill>
              <a:uFillTx/>
              <a:latin typeface="Arial Nova Light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5" baseline="0">
              <a:solidFill>
                <a:srgbClr val="6E8C37"/>
              </a:solidFill>
              <a:uFillTx/>
              <a:latin typeface="Arial Nova Light"/>
            </a:endParaRPr>
          </a:p>
          <a:p>
            <a:pPr marL="12701" marR="0" lvl="0" indent="0" algn="l" defTabSz="914400" rtl="0" fontAlgn="auto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6E8C37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01008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2DC60-AF2A-715B-0462-A6C827CD2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F27605-C906-D9A8-47C9-D4BF06247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FD99D4-284B-9625-E444-5FA50F695CA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1FA287-3E81-EAFC-195A-274FEA0C9B3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59E394-E314-FA75-B083-CB3D149928E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8936FA-2D62-670B-18CD-2B0893F03B3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39204B-659E-46A7-A7D0-CBD390407242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1157F1-8EE3-8CC6-D70F-155C1812E5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98D696-4A34-601D-C440-01572FDAC9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90EF30-7A24-4C53-8485-DD109C3FA16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3075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6918B-711A-95FB-E900-3143227F8CE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129E1D-B477-C805-9C95-F648F8FBAFC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118F6D-22B1-4ED3-9D82-C3D0133CB204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FE072F-B763-34EB-E9ED-68DFEAB1F34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8B6A96-50F1-D696-4907-9FB2D76C475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73027B-0E0F-4941-832B-6F64389F39B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72156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FDAA1E-4724-8F8B-689F-4BC7D809E3A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41A048-B3F0-4955-B92F-E01A2A1B91C0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27146D-EE11-98A3-DBC5-A977352E53A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B08B0E-6956-0D41-8289-24991A39D3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D9979B-A429-4303-9361-36B7E091A5E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3243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B68CD-EA3B-D34D-0782-42968AED9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DDD7AA-27D5-2C45-D44F-C424707B872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38F8F1-6697-7764-D86F-14C1963DE97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87C144-8DB6-9751-4C19-7675AF7BC17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B76B9D-6EEB-4315-961E-A9A89F2BE9E0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F4D963-E85F-8D2D-FBD0-1E2D8A2E72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8A1A2F-4A72-0155-D6BB-0D33C0D03D2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202A1A-2754-4EBF-A7F2-F7B4A6CAC333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05105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EE721-2307-4640-0295-E5FCD36949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2FAB04B-E5EF-DE22-66D8-399492AD2C3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DBBF8E-EFA2-2681-807C-AC501C6D2BB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12495D-4EDE-6909-C13F-1D735795C6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72A996-94B2-47F7-84DC-29D9B79148D5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A11750-A935-5ADE-4B59-864B0B7BB1F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64F727-2560-0BDF-37CC-F31EB5077F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D8191C-D074-4EE1-89DE-D50AE9E890C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43456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EFA61-948E-6965-77F0-E5EFA0F43C7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2BCAB3-4903-26A3-542C-9CCD515CBF4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C4AE35-A4AC-324C-8CA5-9DC324A91D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0C741B-775D-4664-A966-281CBA5891CD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C12D7E-798F-B944-ABC5-5B67BC52F52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F43269-0288-4A45-D681-269D663D16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640460-F44C-4951-8DF7-8C58FC9333C9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0643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A565E7-15CA-A31B-7659-DAD2B49795DD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7B4C37-E0B2-64E8-4E4E-3E49B3A4357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3D1CB-4552-E904-7D24-E87145BCD9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D950EF-ADEA-4CD3-A1EB-528A948514EB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8ED398-E326-AFDA-EBC0-A89B44BC56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1002C3-8AC5-A513-BA8A-5086D46EC3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D91CD-FD33-48A1-A553-B87B1573A488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5196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316CBE34-8133-A23A-5C57-F948C90539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83">
                <a:solidFill>
                  <a:srgbClr val="67882C"/>
                </a:solidFill>
                <a:latin typeface="ArialNova-Light"/>
                <a:cs typeface="ArialNova-Light"/>
              </a:defRPr>
            </a:lvl1pPr>
          </a:lstStyle>
          <a:p>
            <a:pPr lvl="0"/>
            <a:endParaRPr lang="es-ES"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C7EE8AC6-71FE-4EA1-399B-A892C1AEBF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 lIns="0" tIns="0" rIns="0" bIns="0"/>
          <a:lstStyle>
            <a:lvl1pPr marL="7699">
              <a:spcBef>
                <a:spcPts val="40"/>
              </a:spcBef>
              <a:defRPr sz="1001" spc="-3">
                <a:solidFill>
                  <a:srgbClr val="24242B"/>
                </a:solidFill>
                <a:latin typeface="ArialNova-Light"/>
                <a:cs typeface="ArialNova-Light"/>
              </a:defRPr>
            </a:lvl1pPr>
          </a:lstStyle>
          <a:p>
            <a:pPr lvl="0"/>
            <a:r>
              <a:rPr lang="es-ES"/>
              <a:t>Presentación Corporativa Grupo Ubesol _2022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E23759C1-803A-A4BC-07D4-5ED31EDF46C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 lIns="0" tIns="0" rIns="0" bIns="0"/>
          <a:lstStyle>
            <a:lvl1pPr>
              <a:defRPr lang="en-US"/>
            </a:lvl1pPr>
          </a:lstStyle>
          <a:p>
            <a:pPr lvl="0"/>
            <a:fld id="{B89C990A-2F49-4F6D-A6D4-DF195640018A}" type="datetime1">
              <a:rPr lang="en-US"/>
              <a:pPr lvl="0"/>
              <a:t>9/23/2026</a:t>
            </a:fld>
            <a:endParaRPr lang="en-US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BCB42454-DE51-D5F2-5C8F-2D6D5134A5D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fld id="{4840D492-00B3-48BD-8488-C0F7FD3F2B2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529226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25D9884E-B7CC-57C9-1FA1-86FCEC74D60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 lIns="0" tIns="0" rIns="0" bIns="0"/>
          <a:lstStyle>
            <a:lvl1pPr marL="7699">
              <a:spcBef>
                <a:spcPts val="40"/>
              </a:spcBef>
              <a:defRPr sz="1001" spc="-3">
                <a:solidFill>
                  <a:srgbClr val="24242B"/>
                </a:solidFill>
                <a:latin typeface="ArialNova-Light"/>
                <a:cs typeface="ArialNova-Light"/>
              </a:defRPr>
            </a:lvl1pPr>
          </a:lstStyle>
          <a:p>
            <a:pPr lvl="0"/>
            <a:r>
              <a:rPr lang="es-ES"/>
              <a:t>Presentación Corporativa Grupo Ubesol _2022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B93EB576-BE74-1C3C-34F8-09CDC32A14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 lIns="0" tIns="0" rIns="0" bIns="0"/>
          <a:lstStyle>
            <a:lvl1pPr>
              <a:defRPr lang="en-US"/>
            </a:lvl1pPr>
          </a:lstStyle>
          <a:p>
            <a:pPr lvl="0"/>
            <a:fld id="{20010F05-D3FD-46CF-B3A1-EBEEBB1A96AE}" type="datetime1">
              <a:rPr lang="en-US"/>
              <a:pPr lvl="0"/>
              <a:t>9/23/2026</a:t>
            </a:fld>
            <a:endParaRPr 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43D2DC83-8E16-BC38-1F5E-D71B0318E5D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fld id="{153E0ECA-51AC-4D1D-8E44-FF81FA092519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4553971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D0717D7B-D2EE-4282-134B-60098DC8524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83">
                <a:solidFill>
                  <a:srgbClr val="67882C"/>
                </a:solidFill>
                <a:latin typeface="ArialNova-Light"/>
                <a:cs typeface="ArialNova-Light"/>
              </a:defRPr>
            </a:lvl1pPr>
          </a:lstStyle>
          <a:p>
            <a:pPr lvl="0"/>
            <a:endParaRPr lang="es-ES"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A36C468E-EE4B-FBE7-DFE0-3902F741896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577340"/>
            <a:ext cx="5303520" cy="387797"/>
          </a:xfr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8B0D198-A757-5312-041E-33910BDC406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78883" y="1577340"/>
            <a:ext cx="5303520" cy="387797"/>
          </a:xfr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1842D631-90D4-D167-3B84-35C59B94ED2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 lIns="0" tIns="0" rIns="0" bIns="0"/>
          <a:lstStyle>
            <a:lvl1pPr marL="7699">
              <a:spcBef>
                <a:spcPts val="40"/>
              </a:spcBef>
              <a:defRPr sz="1001" spc="-3">
                <a:solidFill>
                  <a:srgbClr val="24242B"/>
                </a:solidFill>
                <a:latin typeface="ArialNova-Light"/>
                <a:cs typeface="ArialNova-Light"/>
              </a:defRPr>
            </a:lvl1pPr>
          </a:lstStyle>
          <a:p>
            <a:pPr lvl="0"/>
            <a:r>
              <a:rPr lang="es-ES"/>
              <a:t>Presentación Corporativa Grupo Ubesol _2022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F6BB29F3-ED95-9CC4-36B3-C489EE6FE87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 lIns="0" tIns="0" rIns="0" bIns="0"/>
          <a:lstStyle>
            <a:lvl1pPr>
              <a:defRPr lang="en-US"/>
            </a:lvl1pPr>
          </a:lstStyle>
          <a:p>
            <a:pPr lvl="0"/>
            <a:fld id="{4B4E006A-2C03-4FFF-A4FE-1773663CACBB}" type="datetime1">
              <a:rPr lang="en-US"/>
              <a:pPr lvl="0"/>
              <a:t>9/23/2026</a:t>
            </a:fld>
            <a:endParaRPr lang="en-US"/>
          </a:p>
        </p:txBody>
      </p:sp>
      <p:sp>
        <p:nvSpPr>
          <p:cNvPr id="7" name="Holder 7">
            <a:extLst>
              <a:ext uri="{FF2B5EF4-FFF2-40B4-BE49-F238E27FC236}">
                <a16:creationId xmlns:a16="http://schemas.microsoft.com/office/drawing/2014/main" id="{FA70F216-2E92-4E17-898F-6E662C95FE8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fld id="{415EBCAB-2034-4208-BAF0-CE2F0ABE575B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3994341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0F2013E3-2D85-1350-4F96-B4AF91783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541373"/>
            <a:ext cx="10363196" cy="609401"/>
          </a:xfr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089C912F-CC96-27E5-3985-2BDE30152E3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28800" y="3840480"/>
            <a:ext cx="8534396" cy="387797"/>
          </a:xfr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98418F2-5807-9C4D-DA69-B0180676E7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 lIns="0" tIns="0" rIns="0" bIns="0"/>
          <a:lstStyle>
            <a:lvl1pPr marL="7699">
              <a:spcBef>
                <a:spcPts val="40"/>
              </a:spcBef>
              <a:defRPr sz="1001" spc="-3">
                <a:solidFill>
                  <a:srgbClr val="24242B"/>
                </a:solidFill>
                <a:latin typeface="ArialNova-Light"/>
                <a:cs typeface="ArialNova-Light"/>
              </a:defRPr>
            </a:lvl1pPr>
          </a:lstStyle>
          <a:p>
            <a:pPr lvl="0"/>
            <a:r>
              <a:rPr lang="es-ES"/>
              <a:t>Presentación Corporativa Grupo Ubesol _2022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762F1BE4-3C96-3EE5-F681-625AC5A0E4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 lIns="0" tIns="0" rIns="0" bIns="0"/>
          <a:lstStyle>
            <a:lvl1pPr>
              <a:defRPr lang="en-US"/>
            </a:lvl1pPr>
          </a:lstStyle>
          <a:p>
            <a:pPr lvl="0"/>
            <a:fld id="{DC42D2A7-1447-4404-9D1A-3A0D768351D3}" type="datetime1">
              <a:rPr lang="en-US"/>
              <a:pPr lvl="0"/>
              <a:t>9/23/2026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6150FEB1-A9FF-77FA-58F5-4D9D624FA6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fld id="{F89CDD66-A72A-4366-A84F-F8AAF5C59C6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52852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40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190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381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993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888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105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5547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274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978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198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8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0" r:id="rId4"/>
    <p:sldLayoutId id="2147483661" r:id="rId5"/>
    <p:sldLayoutId id="2147483662" r:id="rId6"/>
    <p:sldLayoutId id="2147483664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82" r:id="rId17"/>
    <p:sldLayoutId id="2147483683" r:id="rId18"/>
    <p:sldLayoutId id="2147483690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C45F4E-AEB9-AFE6-E62D-36E4D7CEF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538C06-C757-BF66-AD39-2AC540E4A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013B2B-BDCC-FE32-D9BF-D2097C0F28F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C99FCF95-86E2-410A-B543-9B35A1906C79}" type="datetime1">
              <a:rPr lang="es-ES"/>
              <a:pPr lvl="0"/>
              <a:t>23/09/2026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BCEF6-BD48-067F-2668-1904BAF2C2C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87898F-7FC3-FBC2-D093-A91BC836331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81777D0-A5FE-45D1-A7A0-3783D8571AFC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901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3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F9A5C-14D4-756B-7039-F18FBDED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AF88991-2A7D-B272-CF66-E38941246F0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2" name="Google Shape;359;g9af1e27a6f_1_41">
            <a:extLst>
              <a:ext uri="{FF2B5EF4-FFF2-40B4-BE49-F238E27FC236}">
                <a16:creationId xmlns:a16="http://schemas.microsoft.com/office/drawing/2014/main" id="{1357508A-1AD6-077B-1076-965104DB01C4}"/>
              </a:ext>
            </a:extLst>
          </p:cNvPr>
          <p:cNvSpPr txBox="1">
            <a:spLocks/>
          </p:cNvSpPr>
          <p:nvPr/>
        </p:nvSpPr>
        <p:spPr>
          <a:xfrm>
            <a:off x="689623" y="-4785539"/>
            <a:ext cx="10812754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r>
              <a:rPr lang="es-ES" sz="13800" b="1" spc="-150">
                <a:ln w="19050">
                  <a:solidFill>
                    <a:schemeClr val="bg1"/>
                  </a:solidFill>
                </a:ln>
                <a:noFill/>
                <a:latin typeface="Fahkwang" pitchFamily="2"/>
                <a:cs typeface="Fahkwang" pitchFamily="2"/>
              </a:rPr>
              <a:t>IZZON LAB </a:t>
            </a:r>
            <a:br>
              <a:rPr lang="es-ES" sz="13800" b="1" spc="-150">
                <a:ln w="15875">
                  <a:solidFill>
                    <a:schemeClr val="bg1"/>
                  </a:solidFill>
                </a:ln>
                <a:noFill/>
                <a:latin typeface="Fahkwang" pitchFamily="2"/>
                <a:cs typeface="Fahkwang" pitchFamily="2"/>
              </a:rPr>
            </a:br>
            <a:br>
              <a:rPr lang="es-ES" sz="6600">
                <a:ln w="15875">
                  <a:solidFill>
                    <a:schemeClr val="bg1"/>
                  </a:solidFill>
                </a:ln>
                <a:solidFill>
                  <a:srgbClr val="FFFFFF"/>
                </a:solidFill>
                <a:latin typeface="Fahkwang" pitchFamily="2"/>
                <a:cs typeface="Fahkwang" pitchFamily="2"/>
              </a:rPr>
            </a:br>
            <a:endParaRPr lang="es-ES" sz="4000" i="1">
              <a:ln w="15875">
                <a:solidFill>
                  <a:schemeClr val="bg1"/>
                </a:solidFill>
              </a:ln>
              <a:solidFill>
                <a:srgbClr val="FFFFFF"/>
              </a:solidFill>
              <a:effectLst>
                <a:outerShdw dist="38096" dir="2700000">
                  <a:srgbClr val="000000"/>
                </a:outerShdw>
              </a:effectLst>
              <a:latin typeface="Fahkwang" pitchFamily="2"/>
              <a:cs typeface="Fahkwang" pitchFamily="2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423D97CE-0870-1BAC-EBC0-3933F559A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5241" y="2907852"/>
            <a:ext cx="5110249" cy="126871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43A3909-BEAC-23E0-4BB1-FA6858B1D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0053" y="2880490"/>
            <a:ext cx="599648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4000">
                <a:solidFill>
                  <a:schemeClr val="bg1"/>
                </a:solidFill>
                <a:latin typeface="Fahkwang" pitchFamily="2" charset="-34"/>
                <a:cs typeface="Fahkwang" pitchFamily="2" charset="-34"/>
              </a:rPr>
              <a:t>A NEW HOR</a:t>
            </a:r>
            <a:r>
              <a:rPr lang="es-ES" altLang="es-ES" sz="4000" b="1">
                <a:solidFill>
                  <a:schemeClr val="bg1"/>
                </a:solidFill>
                <a:latin typeface="Fahkwang" pitchFamily="2" charset="-34"/>
                <a:cs typeface="Fahkwang" pitchFamily="2" charset="-34"/>
              </a:rPr>
              <a:t>IZZON </a:t>
            </a:r>
            <a:r>
              <a:rPr lang="es-ES" altLang="es-ES" sz="4000">
                <a:solidFill>
                  <a:schemeClr val="bg1"/>
                </a:solidFill>
                <a:latin typeface="Fahkwang" pitchFamily="2" charset="-34"/>
                <a:cs typeface="Fahkwang" pitchFamily="2" charset="-34"/>
              </a:rPr>
              <a:t>OF BEAUTY</a:t>
            </a:r>
            <a:endParaRPr lang="es-ES" altLang="es-ES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831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F9A5C-14D4-756B-7039-F18FBDED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6183D922-9D44-BC13-22B2-B1D9A7FA04D6}"/>
              </a:ext>
            </a:extLst>
          </p:cNvPr>
          <p:cNvSpPr/>
          <p:nvPr/>
        </p:nvSpPr>
        <p:spPr>
          <a:xfrm>
            <a:off x="6096000" y="-2557"/>
            <a:ext cx="6096000" cy="6860557"/>
          </a:xfrm>
          <a:prstGeom prst="rect">
            <a:avLst/>
          </a:prstGeom>
          <a:solidFill>
            <a:srgbClr val="DCCAB6">
              <a:alpha val="16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B1D03F-ECC9-CBE7-3326-BF440A3DA55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3935" y="-1"/>
            <a:ext cx="5343106" cy="6858002"/>
          </a:xfrm>
          <a:prstGeom prst="rect">
            <a:avLst/>
          </a:prstGeom>
        </p:spPr>
      </p:pic>
      <p:sp>
        <p:nvSpPr>
          <p:cNvPr id="42" name="Google Shape;359;g9af1e27a6f_1_41">
            <a:extLst>
              <a:ext uri="{FF2B5EF4-FFF2-40B4-BE49-F238E27FC236}">
                <a16:creationId xmlns:a16="http://schemas.microsoft.com/office/drawing/2014/main" id="{1357508A-1AD6-077B-1076-965104DB01C4}"/>
              </a:ext>
            </a:extLst>
          </p:cNvPr>
          <p:cNvSpPr txBox="1">
            <a:spLocks/>
          </p:cNvSpPr>
          <p:nvPr/>
        </p:nvSpPr>
        <p:spPr>
          <a:xfrm>
            <a:off x="689623" y="-4785539"/>
            <a:ext cx="10812754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r>
              <a:rPr lang="es-ES" sz="13800" b="1" spc="-150">
                <a:ln w="19050">
                  <a:solidFill>
                    <a:schemeClr val="bg1"/>
                  </a:solidFill>
                </a:ln>
                <a:noFill/>
                <a:latin typeface="Fahkwang" pitchFamily="2"/>
                <a:cs typeface="Fahkwang" pitchFamily="2"/>
              </a:rPr>
              <a:t>IZZON LAB </a:t>
            </a:r>
            <a:br>
              <a:rPr lang="es-ES" sz="13800" b="1" spc="-150">
                <a:ln w="15875">
                  <a:solidFill>
                    <a:schemeClr val="bg1"/>
                  </a:solidFill>
                </a:ln>
                <a:noFill/>
                <a:latin typeface="Fahkwang" pitchFamily="2"/>
                <a:cs typeface="Fahkwang" pitchFamily="2"/>
              </a:rPr>
            </a:br>
            <a:br>
              <a:rPr lang="es-ES" sz="6600">
                <a:ln w="15875">
                  <a:solidFill>
                    <a:schemeClr val="bg1"/>
                  </a:solidFill>
                </a:ln>
                <a:solidFill>
                  <a:srgbClr val="FFFFFF"/>
                </a:solidFill>
                <a:latin typeface="Fahkwang" pitchFamily="2"/>
                <a:cs typeface="Fahkwang" pitchFamily="2"/>
              </a:rPr>
            </a:br>
            <a:endParaRPr lang="es-ES" sz="4000" i="1">
              <a:ln w="15875">
                <a:solidFill>
                  <a:schemeClr val="bg1"/>
                </a:solidFill>
              </a:ln>
              <a:solidFill>
                <a:srgbClr val="FFFFFF"/>
              </a:solidFill>
              <a:effectLst>
                <a:outerShdw dist="38096" dir="2700000">
                  <a:srgbClr val="000000"/>
                </a:outerShdw>
              </a:effectLst>
              <a:latin typeface="Fahkwang" pitchFamily="2"/>
              <a:cs typeface="Fahkwang" pitchFamily="2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423D97CE-0870-1BAC-EBC0-3933F559A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888344" y="2378717"/>
            <a:ext cx="4270380" cy="106020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CF5191F-F6CA-AA1F-5A09-68B01D3F3DC9}"/>
              </a:ext>
            </a:extLst>
          </p:cNvPr>
          <p:cNvSpPr txBox="1"/>
          <p:nvPr/>
        </p:nvSpPr>
        <p:spPr>
          <a:xfrm>
            <a:off x="2007570" y="2966056"/>
            <a:ext cx="4964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err="1">
                <a:latin typeface="Fahkwang Light" pitchFamily="2" charset="-34"/>
                <a:cs typeface="Fahkwang Light" pitchFamily="2" charset="-34"/>
              </a:rPr>
              <a:t>Index</a:t>
            </a:r>
            <a:endParaRPr lang="es-ES" sz="5400">
              <a:latin typeface="Fahkwang Light" pitchFamily="2" charset="-34"/>
              <a:cs typeface="Fahkwang Light" pitchFamily="2" charset="-34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7C668B-E64F-5F50-7997-3C17BE869488}"/>
              </a:ext>
            </a:extLst>
          </p:cNvPr>
          <p:cNvSpPr txBox="1"/>
          <p:nvPr/>
        </p:nvSpPr>
        <p:spPr>
          <a:xfrm>
            <a:off x="7707351" y="773628"/>
            <a:ext cx="4203601" cy="93809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r>
              <a:rPr lang="es-ES" sz="14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r>
              <a:rPr lang="es-ES" sz="1600" dirty="0">
                <a:latin typeface="Fahkwang Light"/>
                <a:cs typeface="Fahkwang Light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r>
              <a:rPr lang="es-ES" sz="1600" dirty="0">
                <a:latin typeface="Fahkwang Light"/>
                <a:cs typeface="Fahkwang Light"/>
              </a:rPr>
              <a:t>• </a:t>
            </a:r>
            <a:r>
              <a:rPr lang="es-ES" sz="1600" dirty="0" err="1">
                <a:latin typeface="Fahkwang Light"/>
                <a:cs typeface="Fahkwang Light"/>
              </a:rPr>
              <a:t>xxxxxxxxx</a:t>
            </a:r>
            <a:endParaRPr lang="es-ES" sz="1600" dirty="0">
              <a:latin typeface="Fahkwang Light"/>
              <a:cs typeface="Fahkwang Light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  <a:p>
            <a:pPr>
              <a:lnSpc>
                <a:spcPct val="200000"/>
              </a:lnSpc>
            </a:pPr>
            <a:endParaRPr lang="es-ES" sz="1600" dirty="0">
              <a:latin typeface="Fahkwang Light" pitchFamily="2" charset="-34"/>
              <a:cs typeface="Fahkwang Light" pitchFamily="2" charset="-34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2AB0D271-674C-CA5D-BF0E-92E1DAF06A51}"/>
              </a:ext>
            </a:extLst>
          </p:cNvPr>
          <p:cNvCxnSpPr>
            <a:cxnSpLocks/>
          </p:cNvCxnSpPr>
          <p:nvPr/>
        </p:nvCxnSpPr>
        <p:spPr>
          <a:xfrm>
            <a:off x="1876622" y="0"/>
            <a:ext cx="0" cy="3730116"/>
          </a:xfrm>
          <a:prstGeom prst="line">
            <a:avLst/>
          </a:prstGeom>
          <a:ln w="22225">
            <a:solidFill>
              <a:srgbClr val="DCCA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15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CA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24D7BD1-84BF-6E86-C6D0-AAD3B6AE4924}"/>
              </a:ext>
            </a:extLst>
          </p:cNvPr>
          <p:cNvSpPr txBox="1"/>
          <p:nvPr/>
        </p:nvSpPr>
        <p:spPr>
          <a:xfrm>
            <a:off x="722813" y="560112"/>
            <a:ext cx="836840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0" dirty="0">
                <a:latin typeface="Fahkwang Light" pitchFamily="2" charset="-34"/>
                <a:ea typeface="Calibri"/>
                <a:cs typeface="Fahkwang Light" pitchFamily="2" charset="-34"/>
              </a:rPr>
              <a:t>Título</a:t>
            </a:r>
            <a:endParaRPr lang="es-ES" sz="8000" dirty="0">
              <a:ln w="15875">
                <a:noFill/>
              </a:ln>
              <a:latin typeface="Fahkwang Light" pitchFamily="2" charset="-34"/>
              <a:cs typeface="Fahkwang Light" pitchFamily="2" charset="-34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122DCE-2669-F847-6AD0-2AF1483F95BD}"/>
              </a:ext>
            </a:extLst>
          </p:cNvPr>
          <p:cNvSpPr txBox="1"/>
          <p:nvPr/>
        </p:nvSpPr>
        <p:spPr>
          <a:xfrm>
            <a:off x="416298" y="1859086"/>
            <a:ext cx="71841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3600" dirty="0">
                <a:solidFill>
                  <a:schemeClr val="bg1"/>
                </a:solidFill>
                <a:latin typeface="Aptos Light" panose="020B0004020202020204" pitchFamily="34" charset="0"/>
                <a:ea typeface="Source Sans Pro" panose="020B0503030403020204" pitchFamily="34" charset="0"/>
                <a:cs typeface="Fahkwang"/>
              </a:rPr>
              <a:t>SUBTÍTULO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5B2C1D-A2EC-967E-1D8A-DBBE9289F5F6}"/>
              </a:ext>
            </a:extLst>
          </p:cNvPr>
          <p:cNvSpPr txBox="1"/>
          <p:nvPr/>
        </p:nvSpPr>
        <p:spPr>
          <a:xfrm>
            <a:off x="934420" y="3269327"/>
            <a:ext cx="347240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ptos Light" panose="020B0004020202020204" pitchFamily="34" charset="0"/>
                <a:ea typeface="Source Sans Pro" panose="020B0503030403020204" pitchFamily="34" charset="0"/>
                <a:cs typeface="Fahkwang"/>
              </a:rPr>
              <a:t>XXXXXXXXXXXXXXXXXXX</a:t>
            </a:r>
          </a:p>
          <a:p>
            <a:r>
              <a:rPr lang="en-US" sz="1600" dirty="0">
                <a:latin typeface="Aptos Light" panose="020B0004020202020204" pitchFamily="34" charset="0"/>
                <a:ea typeface="Source Sans Pro" panose="020B0503030403020204" pitchFamily="34" charset="0"/>
                <a:cs typeface="Fahkwang"/>
              </a:rPr>
              <a:t>XXXXXXXXXXXXXXXXXXXXXXXXXXXXXXXXXXXXXXXXXXXX</a:t>
            </a:r>
          </a:p>
          <a:p>
            <a:r>
              <a:rPr lang="en-US" sz="1600" dirty="0">
                <a:latin typeface="Aptos Light" panose="020B0004020202020204" pitchFamily="34" charset="0"/>
                <a:ea typeface="Source Sans Pro" panose="020B0503030403020204" pitchFamily="34" charset="0"/>
                <a:cs typeface="Fahkwang"/>
              </a:rPr>
              <a:t>XXXXXXXXXXXXXXXXXXXXXXX.</a:t>
            </a:r>
          </a:p>
          <a:p>
            <a:endParaRPr lang="en-US" sz="1600" dirty="0">
              <a:latin typeface="Aptos" panose="020B0004020202020204" pitchFamily="34" charset="0"/>
              <a:ea typeface="Source Sans Pro" panose="020B0503030403020204" pitchFamily="34" charset="0"/>
              <a:cs typeface="Fahkwang"/>
            </a:endParaRPr>
          </a:p>
        </p:txBody>
      </p:sp>
      <p:pic>
        <p:nvPicPr>
          <p:cNvPr id="8" name="Imagen 7" descr="Imagen que contiene tabla, pequeño, vidrio, sostener&#10;&#10;El contenido generado por IA puede ser incorrecto.">
            <a:extLst>
              <a:ext uri="{FF2B5EF4-FFF2-40B4-BE49-F238E27FC236}">
                <a16:creationId xmlns:a16="http://schemas.microsoft.com/office/drawing/2014/main" id="{C8B763C7-C926-E9AF-1A69-12A1C92D20E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5481" y="-987111"/>
            <a:ext cx="6925518" cy="57562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B125BD2-6748-4DA2-D2CB-0C856E39BBCA}"/>
              </a:ext>
            </a:extLst>
          </p:cNvPr>
          <p:cNvSpPr txBox="1"/>
          <p:nvPr/>
        </p:nvSpPr>
        <p:spPr>
          <a:xfrm>
            <a:off x="1007406" y="5460387"/>
            <a:ext cx="25487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dirty="0">
                <a:latin typeface="Fahkwang"/>
                <a:ea typeface="Calibri"/>
                <a:cs typeface="Calibri"/>
              </a:rPr>
              <a:t>XXXXXX</a:t>
            </a:r>
            <a:endParaRPr lang="es-ES" dirty="0">
              <a:latin typeface="Fahkwang"/>
              <a:cs typeface="Fahkwang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AE322F-D86D-59CD-B226-E558377EABCA}"/>
              </a:ext>
            </a:extLst>
          </p:cNvPr>
          <p:cNvSpPr txBox="1"/>
          <p:nvPr/>
        </p:nvSpPr>
        <p:spPr>
          <a:xfrm>
            <a:off x="5051745" y="5460387"/>
            <a:ext cx="254871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dirty="0">
                <a:latin typeface="Fahkwang"/>
                <a:cs typeface="Calibri"/>
              </a:rPr>
              <a:t>XXXXXXXX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C65C2DE-C231-EA16-AFEB-50A39E794FF3}"/>
              </a:ext>
            </a:extLst>
          </p:cNvPr>
          <p:cNvSpPr txBox="1"/>
          <p:nvPr/>
        </p:nvSpPr>
        <p:spPr>
          <a:xfrm>
            <a:off x="9051403" y="5460387"/>
            <a:ext cx="213185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dirty="0">
                <a:latin typeface="Fahkwang"/>
                <a:ea typeface="Calibri"/>
                <a:cs typeface="Calibri"/>
              </a:rPr>
              <a:t>XXXXXXX</a:t>
            </a:r>
            <a:endParaRPr lang="es-ES" dirty="0">
              <a:latin typeface="Fahkwang"/>
              <a:cs typeface="Fahkwang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0008106-DB31-BEA7-149A-45EC0791C582}"/>
              </a:ext>
            </a:extLst>
          </p:cNvPr>
          <p:cNvSpPr txBox="1"/>
          <p:nvPr/>
        </p:nvSpPr>
        <p:spPr>
          <a:xfrm>
            <a:off x="5169153" y="3269327"/>
            <a:ext cx="308005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ptos Light" panose="020B0004020202020204" pitchFamily="34" charset="0"/>
                <a:ea typeface="Source Sans Pro" panose="020B0503030403020204" pitchFamily="34" charset="0"/>
                <a:cs typeface="Fahkwang"/>
              </a:rPr>
              <a:t>XXXXXXXXXXXXXXXXXXX</a:t>
            </a:r>
          </a:p>
          <a:p>
            <a:r>
              <a:rPr lang="en-US" sz="1600" dirty="0">
                <a:latin typeface="Aptos Light" panose="020B0004020202020204" pitchFamily="34" charset="0"/>
                <a:ea typeface="Source Sans Pro" panose="020B0503030403020204" pitchFamily="34" charset="0"/>
                <a:cs typeface="Fahkwang"/>
              </a:rPr>
              <a:t>XXXXXXXXXXXXXXXXXXXXXXXXXXXXXXXXXXXXXXXXXXXX</a:t>
            </a:r>
          </a:p>
          <a:p>
            <a:r>
              <a:rPr lang="en-US" sz="1600" dirty="0">
                <a:latin typeface="Aptos Light" panose="020B0004020202020204" pitchFamily="34" charset="0"/>
                <a:ea typeface="Source Sans Pro" panose="020B0503030403020204" pitchFamily="34" charset="0"/>
                <a:cs typeface="Fahkwang"/>
              </a:rPr>
              <a:t>XXXXXXXXXXXXXXXXXXXXXXX.</a:t>
            </a:r>
          </a:p>
          <a:p>
            <a:endParaRPr lang="en-US" sz="1600" dirty="0">
              <a:latin typeface="Aptos" panose="020B0004020202020204" pitchFamily="34" charset="0"/>
              <a:ea typeface="Source Sans Pro" panose="020B0503030403020204" pitchFamily="34" charset="0"/>
              <a:cs typeface="Fahkwang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C374A94-D358-2705-7871-13A1A31269B4}"/>
              </a:ext>
            </a:extLst>
          </p:cNvPr>
          <p:cNvGrpSpPr/>
          <p:nvPr/>
        </p:nvGrpSpPr>
        <p:grpSpPr>
          <a:xfrm>
            <a:off x="3898476" y="5295121"/>
            <a:ext cx="807536" cy="699864"/>
            <a:chOff x="3556120" y="5150734"/>
            <a:chExt cx="1388963" cy="1203767"/>
          </a:xfrm>
        </p:grpSpPr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74FBFDB6-8A17-DEB0-3570-27C74170BC0F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01" y="5150734"/>
              <a:ext cx="0" cy="1203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EE1A3152-AA9D-C214-7814-EE56511714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6120" y="5752617"/>
              <a:ext cx="1388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A629A98-06D6-BAB7-ACB0-43B5A82EE6F4}"/>
              </a:ext>
            </a:extLst>
          </p:cNvPr>
          <p:cNvGrpSpPr/>
          <p:nvPr/>
        </p:nvGrpSpPr>
        <p:grpSpPr>
          <a:xfrm>
            <a:off x="7845444" y="5295121"/>
            <a:ext cx="807536" cy="699864"/>
            <a:chOff x="3556120" y="5150734"/>
            <a:chExt cx="1388963" cy="1203767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0092F56F-E99D-8AB5-FE65-1F971F02FA13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01" y="5150734"/>
              <a:ext cx="0" cy="1203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9313870A-DECB-F50B-99B0-4DB434A4B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6120" y="5752617"/>
              <a:ext cx="1388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38F8EF8-D1DD-4DD9-B873-4562DD0C72A6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1597306"/>
          </a:xfrm>
          <a:prstGeom prst="line">
            <a:avLst/>
          </a:prstGeom>
          <a:ln w="222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7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CA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33">
            <a:extLst>
              <a:ext uri="{FF2B5EF4-FFF2-40B4-BE49-F238E27FC236}">
                <a16:creationId xmlns:a16="http://schemas.microsoft.com/office/drawing/2014/main" id="{BDD3675A-1FD7-FD0A-1D50-21A182646D06}"/>
              </a:ext>
            </a:extLst>
          </p:cNvPr>
          <p:cNvSpPr txBox="1"/>
          <p:nvPr/>
        </p:nvSpPr>
        <p:spPr>
          <a:xfrm>
            <a:off x="840342" y="10425056"/>
            <a:ext cx="4231001" cy="2787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50" b="0" i="0" u="none" strike="noStrike" kern="1200" cap="none" spc="-5" baseline="0">
                <a:solidFill>
                  <a:srgbClr val="24242B"/>
                </a:solidFill>
                <a:uFillTx/>
                <a:latin typeface="ArialNova-Light"/>
                <a:cs typeface="ArialNova-Light"/>
              </a:rPr>
              <a:t>Presentación</a:t>
            </a:r>
            <a:r>
              <a:rPr lang="es-ES" sz="1650" b="0" i="0" u="none" strike="noStrike" kern="1200" cap="none" spc="-10" baseline="0">
                <a:solidFill>
                  <a:srgbClr val="24242B"/>
                </a:solidFill>
                <a:uFillTx/>
                <a:latin typeface="ArialNova-Light"/>
                <a:cs typeface="ArialNova-Light"/>
              </a:rPr>
              <a:t> Corporativa</a:t>
            </a:r>
            <a:r>
              <a:rPr lang="es-ES" sz="1650" b="0" i="0" u="none" strike="noStrike" kern="1200" cap="none" spc="-5" baseline="0">
                <a:solidFill>
                  <a:srgbClr val="24242B"/>
                </a:solidFill>
                <a:uFillTx/>
                <a:latin typeface="ArialNova-Light"/>
                <a:cs typeface="ArialNova-Light"/>
              </a:rPr>
              <a:t> </a:t>
            </a:r>
            <a:r>
              <a:rPr lang="es-ES" sz="1650" b="0" i="0" u="none" strike="noStrike" kern="1200" cap="none" spc="0" baseline="0">
                <a:solidFill>
                  <a:srgbClr val="24242B"/>
                </a:solidFill>
                <a:uFillTx/>
                <a:latin typeface="ArialNova-Light"/>
                <a:cs typeface="ArialNova-Light"/>
              </a:rPr>
              <a:t>Grupo</a:t>
            </a:r>
            <a:r>
              <a:rPr lang="es-ES" sz="1650" b="0" i="0" u="none" strike="noStrike" kern="1200" cap="none" spc="-5" baseline="0">
                <a:solidFill>
                  <a:srgbClr val="24242B"/>
                </a:solidFill>
                <a:uFillTx/>
                <a:latin typeface="ArialNova-Light"/>
                <a:cs typeface="ArialNova-Light"/>
              </a:rPr>
              <a:t> Ubesol </a:t>
            </a:r>
            <a:r>
              <a:rPr lang="es-ES" sz="1650" b="0" i="0" u="none" strike="noStrike" kern="1200" cap="none" spc="-5" baseline="0">
                <a:solidFill>
                  <a:srgbClr val="658E3C"/>
                </a:solidFill>
                <a:uFillTx/>
                <a:latin typeface="ArialNova-Light"/>
                <a:cs typeface="ArialNova-Light"/>
              </a:rPr>
              <a:t>_2022</a:t>
            </a:r>
            <a:endParaRPr lang="es-ES" sz="1650" b="0" i="0" u="none" strike="noStrike" kern="1200" cap="none" spc="0" baseline="0">
              <a:solidFill>
                <a:srgbClr val="6E8C37"/>
              </a:solidFill>
              <a:uFillTx/>
              <a:latin typeface="ArialNova-Light"/>
              <a:cs typeface="ArialNova-Ligh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3F887F3-8754-B649-0748-31B6817DB5DC}"/>
              </a:ext>
            </a:extLst>
          </p:cNvPr>
          <p:cNvSpPr txBox="1"/>
          <p:nvPr/>
        </p:nvSpPr>
        <p:spPr>
          <a:xfrm>
            <a:off x="1" y="-32554"/>
            <a:ext cx="121919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0830" algn="ctr">
              <a:spcBef>
                <a:spcPts val="100"/>
              </a:spcBef>
            </a:pPr>
            <a:r>
              <a:rPr lang="es-ES" sz="20000" spc="-40" dirty="0">
                <a:solidFill>
                  <a:schemeClr val="bg1">
                    <a:alpha val="15000"/>
                  </a:schemeClr>
                </a:solidFill>
                <a:latin typeface="Fahkwang Light" pitchFamily="2" charset="-34"/>
                <a:cs typeface="Fahkwang Light" pitchFamily="2" charset="-34"/>
              </a:rPr>
              <a:t>2026</a:t>
            </a:r>
            <a:endParaRPr lang="es-ES" sz="20000" spc="70" dirty="0">
              <a:ln>
                <a:solidFill>
                  <a:schemeClr val="bg1"/>
                </a:solidFill>
              </a:ln>
              <a:solidFill>
                <a:schemeClr val="bg1">
                  <a:alpha val="15000"/>
                </a:schemeClr>
              </a:solidFill>
              <a:latin typeface="Fahkwang Light" pitchFamily="2" charset="-34"/>
              <a:cs typeface="Fahkwang Light" pitchFamily="2" charset="-34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FD43D74-4E0C-B1DE-5A6C-55CE39482504}"/>
              </a:ext>
            </a:extLst>
          </p:cNvPr>
          <p:cNvGrpSpPr/>
          <p:nvPr/>
        </p:nvGrpSpPr>
        <p:grpSpPr>
          <a:xfrm>
            <a:off x="1232183" y="2308499"/>
            <a:ext cx="9662769" cy="3618681"/>
            <a:chOff x="551495" y="1468625"/>
            <a:chExt cx="10961994" cy="410523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207AF161-9756-522C-F007-5A5A799B567A}"/>
                </a:ext>
              </a:extLst>
            </p:cNvPr>
            <p:cNvSpPr/>
            <p:nvPr/>
          </p:nvSpPr>
          <p:spPr>
            <a:xfrm>
              <a:off x="840342" y="2014624"/>
              <a:ext cx="1735881" cy="3559240"/>
            </a:xfrm>
            <a:prstGeom prst="roundRect">
              <a:avLst>
                <a:gd name="adj" fmla="val 9338"/>
              </a:avLst>
            </a:prstGeom>
            <a:solidFill>
              <a:srgbClr val="2625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7A6DAA39-C4BF-0508-31B7-FA6F9D7711C5}"/>
                </a:ext>
              </a:extLst>
            </p:cNvPr>
            <p:cNvSpPr txBox="1"/>
            <p:nvPr/>
          </p:nvSpPr>
          <p:spPr>
            <a:xfrm>
              <a:off x="1069345" y="3635683"/>
              <a:ext cx="1235134" cy="50101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33503" rIns="0" bIns="0" anchor="t" anchorCtr="0" compatLnSpc="1">
              <a:spAutoFit/>
            </a:bodyPr>
            <a:lstStyle/>
            <a:p>
              <a:pPr marL="7699" marR="0" lvl="0" indent="0" algn="l" defTabSz="914400" rtl="0" fontAlgn="auto" hangingPunct="1">
                <a:lnSpc>
                  <a:spcPct val="100000"/>
                </a:lnSpc>
                <a:spcBef>
                  <a:spcPts val="2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400" b="1" spc="12" dirty="0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XX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M</a:t>
              </a:r>
              <a:r>
                <a:rPr lang="es-ES" sz="1400" b="1" u="none" strike="noStrike" kern="1200" cap="none" spc="-21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 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€</a:t>
              </a:r>
              <a:endParaRPr lang="es-ES" sz="1400" b="1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 Nova"/>
              </a:endParaRPr>
            </a:p>
            <a:p>
              <a:pPr marL="7699" marR="3081" lvl="0" indent="0" algn="l" defTabSz="914400" rtl="0" fontAlgn="auto" hangingPunct="1">
                <a:lnSpc>
                  <a:spcPts val="1300"/>
                </a:lnSpc>
                <a:spcBef>
                  <a:spcPts val="24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spc="-9" dirty="0" err="1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Nova-Light"/>
                </a:rPr>
                <a:t>xxxxxxxxx</a:t>
              </a:r>
              <a:endParaRPr lang="es-ES" sz="1200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Nova-Light"/>
              </a:endParaRPr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5C538BD6-E67C-F447-D5B6-8111D99FFBF4}"/>
                </a:ext>
              </a:extLst>
            </p:cNvPr>
            <p:cNvSpPr txBox="1"/>
            <p:nvPr/>
          </p:nvSpPr>
          <p:spPr>
            <a:xfrm>
              <a:off x="1064306" y="2174116"/>
              <a:ext cx="1370831" cy="49972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9628" rIns="0" bIns="0" anchor="t" anchorCtr="0" compatLnSpc="1">
              <a:spAutoFit/>
            </a:bodyPr>
            <a:lstStyle/>
            <a:p>
              <a:pPr marL="7699" marR="0" lvl="0" indent="0" algn="ctr" defTabSz="914400" rtl="0" fontAlgn="auto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800" b="1" spc="6" dirty="0">
                  <a:solidFill>
                    <a:srgbClr val="E1E1E3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 Nova"/>
                </a:rPr>
                <a:t>DATOS</a:t>
              </a:r>
              <a:endParaRPr lang="es-ES" sz="2800" b="1" u="none" strike="noStrike" kern="1200" cap="none" spc="0" baseline="0" dirty="0">
                <a:solidFill>
                  <a:srgbClr val="E1E1E3"/>
                </a:solidFill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Arial Nova"/>
              </a:endParaRPr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322F8856-92DB-1939-D055-ADB3A757FA82}"/>
                </a:ext>
              </a:extLst>
            </p:cNvPr>
            <p:cNvSpPr txBox="1"/>
            <p:nvPr/>
          </p:nvSpPr>
          <p:spPr>
            <a:xfrm>
              <a:off x="1081680" y="2995169"/>
              <a:ext cx="1259118" cy="2236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8083" rIns="0" bIns="0" anchor="t" anchorCtr="0" compatLnSpc="1">
              <a:spAutoFit/>
            </a:bodyPr>
            <a:lstStyle/>
            <a:p>
              <a:pPr marL="7699" marR="3081" lvl="0" indent="0" algn="l" defTabSz="914400" rtl="0" fontAlgn="auto" hangingPunct="1">
                <a:lnSpc>
                  <a:spcPct val="100000"/>
                </a:lnSpc>
                <a:spcBef>
                  <a:spcPts val="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b="1" u="none" strike="noStrike" kern="1200" cap="none" spc="-3" baseline="0" dirty="0">
                  <a:solidFill>
                    <a:schemeClr val="bg1"/>
                  </a:solidFill>
                  <a:uFillTx/>
                  <a:latin typeface="Fahkwang SemiBold" pitchFamily="2" charset="-34"/>
                  <a:cs typeface="Fahkwang SemiBold" pitchFamily="2" charset="-34"/>
                </a:rPr>
                <a:t>CATEGORIA</a:t>
              </a:r>
              <a:endParaRPr lang="es-ES" sz="1200" b="1" u="none" strike="noStrike" kern="1200" cap="none" spc="0" baseline="0" dirty="0">
                <a:solidFill>
                  <a:schemeClr val="bg1"/>
                </a:solidFill>
                <a:uFillTx/>
                <a:latin typeface="Fahkwang SemiBold" pitchFamily="2" charset="-34"/>
                <a:cs typeface="Fahkwang SemiBold" pitchFamily="2" charset="-34"/>
              </a:endParaRP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D0CA02D6-A583-4DBC-01CE-44E88F792CF8}"/>
                </a:ext>
              </a:extLst>
            </p:cNvPr>
            <p:cNvCxnSpPr>
              <a:cxnSpLocks/>
            </p:cNvCxnSpPr>
            <p:nvPr/>
          </p:nvCxnSpPr>
          <p:spPr>
            <a:xfrm>
              <a:off x="1091692" y="2784944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FAD04C5-9069-B33E-02A1-8B1D5A724A10}"/>
                </a:ext>
              </a:extLst>
            </p:cNvPr>
            <p:cNvSpPr/>
            <p:nvPr/>
          </p:nvSpPr>
          <p:spPr>
            <a:xfrm>
              <a:off x="2947438" y="2014624"/>
              <a:ext cx="1735881" cy="3559240"/>
            </a:xfrm>
            <a:prstGeom prst="roundRect">
              <a:avLst>
                <a:gd name="adj" fmla="val 9338"/>
              </a:avLst>
            </a:prstGeom>
            <a:solidFill>
              <a:srgbClr val="2625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65C8B9A-2F1E-D0F8-1850-8FC6BE0AF664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88" y="2784944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ángulo redondeado 26">
              <a:extLst>
                <a:ext uri="{FF2B5EF4-FFF2-40B4-BE49-F238E27FC236}">
                  <a16:creationId xmlns:a16="http://schemas.microsoft.com/office/drawing/2014/main" id="{2BA7C794-1377-B224-5BBC-F72F59549323}"/>
                </a:ext>
              </a:extLst>
            </p:cNvPr>
            <p:cNvSpPr/>
            <p:nvPr/>
          </p:nvSpPr>
          <p:spPr>
            <a:xfrm>
              <a:off x="5054534" y="2014624"/>
              <a:ext cx="1735881" cy="3559240"/>
            </a:xfrm>
            <a:prstGeom prst="roundRect">
              <a:avLst>
                <a:gd name="adj" fmla="val 9338"/>
              </a:avLst>
            </a:prstGeom>
            <a:solidFill>
              <a:srgbClr val="2625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F0206D04-7E3D-6D80-4CC9-714EF288A905}"/>
                </a:ext>
              </a:extLst>
            </p:cNvPr>
            <p:cNvCxnSpPr>
              <a:cxnSpLocks/>
            </p:cNvCxnSpPr>
            <p:nvPr/>
          </p:nvCxnSpPr>
          <p:spPr>
            <a:xfrm>
              <a:off x="5305884" y="2784944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ángulo redondeado 35">
              <a:extLst>
                <a:ext uri="{FF2B5EF4-FFF2-40B4-BE49-F238E27FC236}">
                  <a16:creationId xmlns:a16="http://schemas.microsoft.com/office/drawing/2014/main" id="{14CC49CE-B6DD-7D12-65B1-321810959523}"/>
                </a:ext>
              </a:extLst>
            </p:cNvPr>
            <p:cNvSpPr/>
            <p:nvPr/>
          </p:nvSpPr>
          <p:spPr>
            <a:xfrm>
              <a:off x="7201386" y="2014624"/>
              <a:ext cx="1735881" cy="3559240"/>
            </a:xfrm>
            <a:prstGeom prst="roundRect">
              <a:avLst>
                <a:gd name="adj" fmla="val 9338"/>
              </a:avLst>
            </a:prstGeom>
            <a:solidFill>
              <a:srgbClr val="2625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2A445CF0-0D96-DF3B-27F7-179BF75C53DF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36" y="2784944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ángulo redondeado 38">
              <a:extLst>
                <a:ext uri="{FF2B5EF4-FFF2-40B4-BE49-F238E27FC236}">
                  <a16:creationId xmlns:a16="http://schemas.microsoft.com/office/drawing/2014/main" id="{4E6FDADC-3C4F-4D54-FBAC-254465DD6878}"/>
                </a:ext>
              </a:extLst>
            </p:cNvPr>
            <p:cNvSpPr/>
            <p:nvPr/>
          </p:nvSpPr>
          <p:spPr>
            <a:xfrm>
              <a:off x="9475459" y="2014624"/>
              <a:ext cx="1735881" cy="3559240"/>
            </a:xfrm>
            <a:prstGeom prst="roundRect">
              <a:avLst>
                <a:gd name="adj" fmla="val 9338"/>
              </a:avLst>
            </a:prstGeom>
            <a:solidFill>
              <a:srgbClr val="2625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CB1A110B-D994-BAC8-E960-8837ABC5E264}"/>
                </a:ext>
              </a:extLst>
            </p:cNvPr>
            <p:cNvCxnSpPr>
              <a:cxnSpLocks/>
            </p:cNvCxnSpPr>
            <p:nvPr/>
          </p:nvCxnSpPr>
          <p:spPr>
            <a:xfrm>
              <a:off x="9726809" y="2784944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object 17">
              <a:extLst>
                <a:ext uri="{FF2B5EF4-FFF2-40B4-BE49-F238E27FC236}">
                  <a16:creationId xmlns:a16="http://schemas.microsoft.com/office/drawing/2014/main" id="{A491A0A2-C060-AADC-C9D7-733620EC1911}"/>
                </a:ext>
              </a:extLst>
            </p:cNvPr>
            <p:cNvSpPr txBox="1"/>
            <p:nvPr/>
          </p:nvSpPr>
          <p:spPr>
            <a:xfrm>
              <a:off x="5277218" y="2171386"/>
              <a:ext cx="1271098" cy="49972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9628" rIns="0" bIns="0" anchor="t" anchorCtr="0" compatLnSpc="1">
              <a:spAutoFit/>
            </a:bodyPr>
            <a:lstStyle/>
            <a:p>
              <a:pPr marL="7699" lvl="0" algn="ctr" defTabSz="914400">
                <a:spcBef>
                  <a:spcPts val="75"/>
                </a:spcBef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800" b="1" spc="6" dirty="0">
                  <a:solidFill>
                    <a:srgbClr val="E1E1E3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 Nova"/>
                </a:rPr>
                <a:t>DATOS</a:t>
              </a:r>
              <a:endParaRPr lang="es-ES" sz="2800" b="1" dirty="0">
                <a:solidFill>
                  <a:srgbClr val="E1E1E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 Nova"/>
              </a:endParaRPr>
            </a:p>
          </p:txBody>
        </p:sp>
        <p:sp>
          <p:nvSpPr>
            <p:cNvPr id="66" name="object 19">
              <a:extLst>
                <a:ext uri="{FF2B5EF4-FFF2-40B4-BE49-F238E27FC236}">
                  <a16:creationId xmlns:a16="http://schemas.microsoft.com/office/drawing/2014/main" id="{C322F69B-B800-7CF1-55A5-5D89DCE91CB0}"/>
                </a:ext>
              </a:extLst>
            </p:cNvPr>
            <p:cNvSpPr txBox="1"/>
            <p:nvPr/>
          </p:nvSpPr>
          <p:spPr>
            <a:xfrm>
              <a:off x="7400692" y="2171386"/>
              <a:ext cx="1370831" cy="49972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9628" rIns="0" bIns="0" anchor="t" anchorCtr="0" compatLnSpc="1">
              <a:spAutoFit/>
            </a:bodyPr>
            <a:lstStyle/>
            <a:p>
              <a:pPr marL="7699" lvl="0" algn="ctr" defTabSz="914400">
                <a:spcBef>
                  <a:spcPts val="75"/>
                </a:spcBef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800" b="1" spc="6" dirty="0">
                  <a:solidFill>
                    <a:srgbClr val="E1E1E3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 Nova"/>
                </a:rPr>
                <a:t>DATOS</a:t>
              </a:r>
              <a:endParaRPr lang="es-ES" sz="2800" b="1" dirty="0">
                <a:solidFill>
                  <a:srgbClr val="E1E1E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 Nova"/>
              </a:endParaRPr>
            </a:p>
          </p:txBody>
        </p:sp>
        <p:sp>
          <p:nvSpPr>
            <p:cNvPr id="68" name="object 21">
              <a:extLst>
                <a:ext uri="{FF2B5EF4-FFF2-40B4-BE49-F238E27FC236}">
                  <a16:creationId xmlns:a16="http://schemas.microsoft.com/office/drawing/2014/main" id="{71C92F3D-007D-DE01-4234-F56929C14C68}"/>
                </a:ext>
              </a:extLst>
            </p:cNvPr>
            <p:cNvSpPr txBox="1"/>
            <p:nvPr/>
          </p:nvSpPr>
          <p:spPr>
            <a:xfrm>
              <a:off x="9617527" y="2171386"/>
              <a:ext cx="1472485" cy="49972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9628" rIns="0" bIns="0" anchor="t" anchorCtr="0" compatLnSpc="1">
              <a:spAutoFit/>
            </a:bodyPr>
            <a:lstStyle/>
            <a:p>
              <a:pPr marL="7699" lvl="0" algn="ctr" defTabSz="914400">
                <a:spcBef>
                  <a:spcPts val="75"/>
                </a:spcBef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800" b="1" spc="6" dirty="0">
                  <a:solidFill>
                    <a:srgbClr val="E1E1E3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 Nova"/>
                </a:rPr>
                <a:t>DATOS</a:t>
              </a:r>
              <a:endParaRPr lang="es-ES" sz="2800" b="1" dirty="0">
                <a:solidFill>
                  <a:srgbClr val="E1E1E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 Nova"/>
              </a:endParaRPr>
            </a:p>
          </p:txBody>
        </p:sp>
        <p:sp>
          <p:nvSpPr>
            <p:cNvPr id="70" name="object 23">
              <a:extLst>
                <a:ext uri="{FF2B5EF4-FFF2-40B4-BE49-F238E27FC236}">
                  <a16:creationId xmlns:a16="http://schemas.microsoft.com/office/drawing/2014/main" id="{7F286423-F949-76D0-7B24-E2ED5401528B}"/>
                </a:ext>
              </a:extLst>
            </p:cNvPr>
            <p:cNvSpPr txBox="1"/>
            <p:nvPr/>
          </p:nvSpPr>
          <p:spPr>
            <a:xfrm>
              <a:off x="3114424" y="2171386"/>
              <a:ext cx="1303202" cy="49972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9628" rIns="0" bIns="0" anchor="t" anchorCtr="0" compatLnSpc="1">
              <a:spAutoFit/>
            </a:bodyPr>
            <a:lstStyle/>
            <a:p>
              <a:pPr marL="7699" lvl="0" algn="ctr" defTabSz="914400">
                <a:spcBef>
                  <a:spcPts val="75"/>
                </a:spcBef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800" b="1" spc="6" dirty="0">
                  <a:solidFill>
                    <a:srgbClr val="E1E1E3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 Nova"/>
                </a:rPr>
                <a:t>DATOS</a:t>
              </a:r>
              <a:endParaRPr lang="es-ES" sz="2800" b="1" dirty="0">
                <a:solidFill>
                  <a:srgbClr val="E1E1E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 Nova"/>
              </a:endParaRPr>
            </a:p>
          </p:txBody>
        </p: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050D9B66-10AC-DADE-EBD8-1DD6DCB426EE}"/>
                </a:ext>
              </a:extLst>
            </p:cNvPr>
            <p:cNvCxnSpPr>
              <a:cxnSpLocks/>
            </p:cNvCxnSpPr>
            <p:nvPr/>
          </p:nvCxnSpPr>
          <p:spPr>
            <a:xfrm>
              <a:off x="1091692" y="3429000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EC25C89C-F66E-BD98-02E1-37ADE0917C7F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89" y="3500561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E9CA2D7B-C6C4-F084-BCBF-9D0B88A32807}"/>
                </a:ext>
              </a:extLst>
            </p:cNvPr>
            <p:cNvCxnSpPr>
              <a:cxnSpLocks/>
            </p:cNvCxnSpPr>
            <p:nvPr/>
          </p:nvCxnSpPr>
          <p:spPr>
            <a:xfrm>
              <a:off x="5305884" y="3508513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FCDABFF9-BADF-3AE2-A229-A24E76FEDF60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36" y="3524415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DC79F7E6-88D4-0FA3-D777-DEEFE46C9AA5}"/>
                </a:ext>
              </a:extLst>
            </p:cNvPr>
            <p:cNvCxnSpPr>
              <a:cxnSpLocks/>
            </p:cNvCxnSpPr>
            <p:nvPr/>
          </p:nvCxnSpPr>
          <p:spPr>
            <a:xfrm>
              <a:off x="9726809" y="3508513"/>
              <a:ext cx="124910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7" name="Grupo 76">
              <a:extLst>
                <a:ext uri="{FF2B5EF4-FFF2-40B4-BE49-F238E27FC236}">
                  <a16:creationId xmlns:a16="http://schemas.microsoft.com/office/drawing/2014/main" id="{13CF90EF-7E89-BD3C-EA58-7339867EF03E}"/>
                </a:ext>
              </a:extLst>
            </p:cNvPr>
            <p:cNvGrpSpPr/>
            <p:nvPr/>
          </p:nvGrpSpPr>
          <p:grpSpPr>
            <a:xfrm>
              <a:off x="551495" y="1468625"/>
              <a:ext cx="10961994" cy="540550"/>
              <a:chOff x="944395" y="2883681"/>
              <a:chExt cx="3093026" cy="540550"/>
            </a:xfrm>
          </p:grpSpPr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F3E8E241-3B0F-1C56-7370-EA217B055C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4395" y="3152414"/>
                <a:ext cx="2272" cy="271817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A4134A10-1336-68BC-5C7E-101115FAE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67" y="3157486"/>
                <a:ext cx="3090754" cy="0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42F4C483-A9DB-DB91-1B76-2A6D88C6DF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33511" y="3152414"/>
                <a:ext cx="2272" cy="271817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D82A485D-BD96-9FE2-6585-8923BFCC26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1290" y="2883681"/>
                <a:ext cx="0" cy="272194"/>
              </a:xfrm>
              <a:prstGeom prst="line">
                <a:avLst/>
              </a:prstGeom>
              <a:ln w="158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object 8">
              <a:extLst>
                <a:ext uri="{FF2B5EF4-FFF2-40B4-BE49-F238E27FC236}">
                  <a16:creationId xmlns:a16="http://schemas.microsoft.com/office/drawing/2014/main" id="{90A988E9-BAFB-671C-7D1C-18E433DCD1DA}"/>
                </a:ext>
              </a:extLst>
            </p:cNvPr>
            <p:cNvSpPr txBox="1"/>
            <p:nvPr/>
          </p:nvSpPr>
          <p:spPr>
            <a:xfrm>
              <a:off x="3198789" y="3635682"/>
              <a:ext cx="1235134" cy="50101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33503" rIns="0" bIns="0" anchor="t" anchorCtr="0" compatLnSpc="1">
              <a:spAutoFit/>
            </a:bodyPr>
            <a:lstStyle/>
            <a:p>
              <a:pPr marL="7699" marR="0" lvl="0" indent="0" algn="l" defTabSz="914400" rtl="0" fontAlgn="auto" hangingPunct="1">
                <a:lnSpc>
                  <a:spcPct val="100000"/>
                </a:lnSpc>
                <a:spcBef>
                  <a:spcPts val="2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XXM</a:t>
              </a:r>
              <a:r>
                <a:rPr lang="es-ES" sz="1400" b="1" u="none" strike="noStrike" kern="1200" cap="none" spc="-21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 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€</a:t>
              </a:r>
              <a:endParaRPr lang="es-ES" sz="1400" b="1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 Nova"/>
              </a:endParaRPr>
            </a:p>
            <a:p>
              <a:pPr marL="7699" marR="3081" lvl="0" indent="0" algn="l" defTabSz="914400" rtl="0" fontAlgn="auto" hangingPunct="1">
                <a:lnSpc>
                  <a:spcPts val="1300"/>
                </a:lnSpc>
                <a:spcBef>
                  <a:spcPts val="24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spc="-9" dirty="0" err="1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Nova-Light"/>
                </a:rPr>
                <a:t>Xxxxxxxx</a:t>
              </a:r>
              <a:endParaRPr lang="es-ES" sz="1200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Nova-Light"/>
              </a:endParaRPr>
            </a:p>
          </p:txBody>
        </p:sp>
        <p:sp>
          <p:nvSpPr>
            <p:cNvPr id="3" name="object 8">
              <a:extLst>
                <a:ext uri="{FF2B5EF4-FFF2-40B4-BE49-F238E27FC236}">
                  <a16:creationId xmlns:a16="http://schemas.microsoft.com/office/drawing/2014/main" id="{3B3EF777-69FE-A895-8AA9-A2000EED44B2}"/>
                </a:ext>
              </a:extLst>
            </p:cNvPr>
            <p:cNvSpPr txBox="1"/>
            <p:nvPr/>
          </p:nvSpPr>
          <p:spPr>
            <a:xfrm>
              <a:off x="5319856" y="3635682"/>
              <a:ext cx="1235134" cy="50101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33503" rIns="0" bIns="0" anchor="t" anchorCtr="0" compatLnSpc="1">
              <a:spAutoFit/>
            </a:bodyPr>
            <a:lstStyle/>
            <a:p>
              <a:pPr marL="7699" marR="0" lvl="0" indent="0" algn="l" defTabSz="914400" rtl="0" fontAlgn="auto" hangingPunct="1">
                <a:lnSpc>
                  <a:spcPct val="100000"/>
                </a:lnSpc>
                <a:spcBef>
                  <a:spcPts val="2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400" b="1" spc="12" dirty="0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XX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M</a:t>
              </a:r>
              <a:r>
                <a:rPr lang="es-ES" sz="1400" b="1" u="none" strike="noStrike" kern="1200" cap="none" spc="-21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 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€</a:t>
              </a:r>
              <a:endParaRPr lang="es-ES" sz="1400" b="1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 Nova"/>
              </a:endParaRPr>
            </a:p>
            <a:p>
              <a:pPr marL="7699" marR="3081" lvl="0" indent="0" algn="l" defTabSz="914400" rtl="0" fontAlgn="auto" hangingPunct="1">
                <a:lnSpc>
                  <a:spcPts val="1300"/>
                </a:lnSpc>
                <a:spcBef>
                  <a:spcPts val="24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spc="-9" dirty="0" err="1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Nova-Light"/>
                </a:rPr>
                <a:t>Xxxxxxxxxx</a:t>
              </a:r>
              <a:endParaRPr lang="es-ES" sz="1200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Nova-Light"/>
              </a:endParaRPr>
            </a:p>
          </p:txBody>
        </p:sp>
        <p:sp>
          <p:nvSpPr>
            <p:cNvPr id="4" name="object 8">
              <a:extLst>
                <a:ext uri="{FF2B5EF4-FFF2-40B4-BE49-F238E27FC236}">
                  <a16:creationId xmlns:a16="http://schemas.microsoft.com/office/drawing/2014/main" id="{8EA2BD50-B345-20AD-48C7-B03DCFE2F374}"/>
                </a:ext>
              </a:extLst>
            </p:cNvPr>
            <p:cNvSpPr txBox="1"/>
            <p:nvPr/>
          </p:nvSpPr>
          <p:spPr>
            <a:xfrm>
              <a:off x="7430593" y="3635682"/>
              <a:ext cx="1235134" cy="50101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33503" rIns="0" bIns="0" anchor="t" anchorCtr="0" compatLnSpc="1">
              <a:spAutoFit/>
            </a:bodyPr>
            <a:lstStyle/>
            <a:p>
              <a:pPr marL="7699" marR="0" lvl="0" indent="0" algn="l" defTabSz="914400" rtl="0" fontAlgn="auto" hangingPunct="1">
                <a:lnSpc>
                  <a:spcPct val="100000"/>
                </a:lnSpc>
                <a:spcBef>
                  <a:spcPts val="2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400" b="1" spc="12" dirty="0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XX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M</a:t>
              </a:r>
              <a:r>
                <a:rPr lang="es-ES" sz="1400" b="1" u="none" strike="noStrike" kern="1200" cap="none" spc="-21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 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€</a:t>
              </a:r>
              <a:endParaRPr lang="es-ES" sz="1400" b="1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 Nova"/>
              </a:endParaRPr>
            </a:p>
            <a:p>
              <a:pPr marL="7699" marR="3081" lvl="0" indent="0" algn="l" defTabSz="914400" rtl="0" fontAlgn="auto" hangingPunct="1">
                <a:lnSpc>
                  <a:spcPts val="1300"/>
                </a:lnSpc>
                <a:spcBef>
                  <a:spcPts val="24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u="none" strike="noStrike" kern="1200" cap="none" spc="-9" baseline="0" dirty="0" err="1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Nova-Light"/>
                </a:rPr>
                <a:t>xxxxxxxxxx</a:t>
              </a:r>
              <a:endParaRPr lang="es-ES" sz="1200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Nova-Light"/>
              </a:endParaRPr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09976B9D-8BEF-1715-DEF4-C507BDE09F51}"/>
                </a:ext>
              </a:extLst>
            </p:cNvPr>
            <p:cNvSpPr txBox="1"/>
            <p:nvPr/>
          </p:nvSpPr>
          <p:spPr>
            <a:xfrm>
              <a:off x="9718457" y="3635682"/>
              <a:ext cx="1235134" cy="50101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33503" rIns="0" bIns="0" anchor="t" anchorCtr="0" compatLnSpc="1">
              <a:spAutoFit/>
            </a:bodyPr>
            <a:lstStyle/>
            <a:p>
              <a:pPr marL="7699" marR="0" lvl="0" indent="0" algn="l" defTabSz="914400" rtl="0" fontAlgn="auto" hangingPunct="1">
                <a:lnSpc>
                  <a:spcPct val="100000"/>
                </a:lnSpc>
                <a:spcBef>
                  <a:spcPts val="2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400" b="1" spc="12" dirty="0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XX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M</a:t>
              </a:r>
              <a:r>
                <a:rPr lang="es-ES" sz="1400" b="1" u="none" strike="noStrike" kern="1200" cap="none" spc="-21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 </a:t>
              </a:r>
              <a:r>
                <a:rPr lang="es-ES" sz="1400" b="1" u="none" strike="noStrike" kern="1200" cap="none" spc="12" baseline="0" dirty="0">
                  <a:solidFill>
                    <a:schemeClr val="bg1"/>
                  </a:solidFill>
                  <a:uFillTx/>
                  <a:latin typeface="Aptos" panose="020B0004020202020204" pitchFamily="34" charset="0"/>
                  <a:ea typeface="Source Sans Pro" panose="020B0503030403020204" pitchFamily="34" charset="0"/>
                  <a:cs typeface="Arial Nova"/>
                </a:rPr>
                <a:t>€</a:t>
              </a:r>
              <a:endParaRPr lang="es-ES" sz="1400" b="1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 Nova"/>
              </a:endParaRPr>
            </a:p>
            <a:p>
              <a:pPr marL="7699" marR="3081" lvl="0" indent="0" algn="l" defTabSz="914400" rtl="0" fontAlgn="auto" hangingPunct="1">
                <a:lnSpc>
                  <a:spcPts val="1300"/>
                </a:lnSpc>
                <a:spcBef>
                  <a:spcPts val="24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spc="-9" dirty="0" err="1">
                  <a:solidFill>
                    <a:schemeClr val="bg1"/>
                  </a:solidFill>
                  <a:latin typeface="Aptos" panose="020B0004020202020204" pitchFamily="34" charset="0"/>
                  <a:ea typeface="Source Sans Pro" panose="020B0503030403020204" pitchFamily="34" charset="0"/>
                  <a:cs typeface="ArialNova-Light"/>
                </a:rPr>
                <a:t>xxxxxxxxxx</a:t>
              </a:r>
              <a:endParaRPr lang="es-ES" sz="1200" u="none" strike="noStrike" kern="1200" cap="none" spc="0" baseline="0" dirty="0">
                <a:solidFill>
                  <a:schemeClr val="bg1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Nova-Light"/>
              </a:endParaRPr>
            </a:p>
          </p:txBody>
        </p:sp>
        <p:sp>
          <p:nvSpPr>
            <p:cNvPr id="10" name="object 16">
              <a:extLst>
                <a:ext uri="{FF2B5EF4-FFF2-40B4-BE49-F238E27FC236}">
                  <a16:creationId xmlns:a16="http://schemas.microsoft.com/office/drawing/2014/main" id="{BBFB714B-9596-7D45-D697-2303EC302639}"/>
                </a:ext>
              </a:extLst>
            </p:cNvPr>
            <p:cNvSpPr txBox="1"/>
            <p:nvPr/>
          </p:nvSpPr>
          <p:spPr>
            <a:xfrm>
              <a:off x="3198789" y="2995169"/>
              <a:ext cx="1259118" cy="2236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8083" rIns="0" bIns="0" anchor="t" anchorCtr="0" compatLnSpc="1">
              <a:spAutoFit/>
            </a:bodyPr>
            <a:lstStyle/>
            <a:p>
              <a:pPr marL="7699" marR="3081" lvl="0" indent="0" algn="l" defTabSz="914400" rtl="0" fontAlgn="auto" hangingPunct="1">
                <a:lnSpc>
                  <a:spcPct val="100000"/>
                </a:lnSpc>
                <a:spcBef>
                  <a:spcPts val="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b="1" u="none" strike="noStrike" kern="1200" cap="none" spc="-3" baseline="0" dirty="0">
                  <a:solidFill>
                    <a:schemeClr val="bg1"/>
                  </a:solidFill>
                  <a:uFillTx/>
                  <a:latin typeface="Fahkwang SemiBold" pitchFamily="2" charset="-34"/>
                  <a:cs typeface="Fahkwang SemiBold" pitchFamily="2" charset="-34"/>
                </a:rPr>
                <a:t>CATEGORIA</a:t>
              </a:r>
              <a:endParaRPr lang="es-ES" sz="1200" b="1" u="none" strike="noStrike" kern="1200" cap="none" spc="0" baseline="0" dirty="0">
                <a:solidFill>
                  <a:schemeClr val="bg1"/>
                </a:solidFill>
                <a:uFillTx/>
                <a:latin typeface="Fahkwang SemiBold" pitchFamily="2" charset="-34"/>
                <a:cs typeface="Fahkwang SemiBold" pitchFamily="2" charset="-34"/>
              </a:endParaRPr>
            </a:p>
          </p:txBody>
        </p:sp>
        <p:sp>
          <p:nvSpPr>
            <p:cNvPr id="11" name="object 16">
              <a:extLst>
                <a:ext uri="{FF2B5EF4-FFF2-40B4-BE49-F238E27FC236}">
                  <a16:creationId xmlns:a16="http://schemas.microsoft.com/office/drawing/2014/main" id="{4197E719-FF13-B710-856D-EF5324CC5B3C}"/>
                </a:ext>
              </a:extLst>
            </p:cNvPr>
            <p:cNvSpPr txBox="1"/>
            <p:nvPr/>
          </p:nvSpPr>
          <p:spPr>
            <a:xfrm>
              <a:off x="5305884" y="2995169"/>
              <a:ext cx="1259118" cy="2236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8083" rIns="0" bIns="0" anchor="t" anchorCtr="0" compatLnSpc="1">
              <a:spAutoFit/>
            </a:bodyPr>
            <a:lstStyle/>
            <a:p>
              <a:pPr marL="7699" marR="3081" lvl="0" indent="0" algn="l" defTabSz="914400" rtl="0" fontAlgn="auto" hangingPunct="1">
                <a:lnSpc>
                  <a:spcPct val="100000"/>
                </a:lnSpc>
                <a:spcBef>
                  <a:spcPts val="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b="1" u="none" strike="noStrike" kern="1200" cap="none" spc="-3" baseline="0" dirty="0">
                  <a:solidFill>
                    <a:schemeClr val="bg1"/>
                  </a:solidFill>
                  <a:uFillTx/>
                  <a:latin typeface="Fahkwang SemiBold" pitchFamily="2" charset="-34"/>
                  <a:cs typeface="Fahkwang SemiBold" pitchFamily="2" charset="-34"/>
                </a:rPr>
                <a:t>CATEGORIA</a:t>
              </a:r>
              <a:endParaRPr lang="es-ES" sz="1200" b="1" u="none" strike="noStrike" kern="1200" cap="none" spc="0" baseline="0" dirty="0">
                <a:solidFill>
                  <a:schemeClr val="bg1"/>
                </a:solidFill>
                <a:uFillTx/>
                <a:latin typeface="Fahkwang SemiBold" pitchFamily="2" charset="-34"/>
                <a:cs typeface="Fahkwang SemiBold" pitchFamily="2" charset="-34"/>
              </a:endParaRPr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F5AFEFB3-CD00-D684-1275-4D945AAF053C}"/>
                </a:ext>
              </a:extLst>
            </p:cNvPr>
            <p:cNvSpPr txBox="1"/>
            <p:nvPr/>
          </p:nvSpPr>
          <p:spPr>
            <a:xfrm>
              <a:off x="7447730" y="2995169"/>
              <a:ext cx="1259118" cy="2236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8083" rIns="0" bIns="0" anchor="t" anchorCtr="0" compatLnSpc="1">
              <a:spAutoFit/>
            </a:bodyPr>
            <a:lstStyle/>
            <a:p>
              <a:pPr marL="7699" marR="3081" lvl="0" indent="0" algn="l" defTabSz="914400" rtl="0" fontAlgn="auto" hangingPunct="1">
                <a:lnSpc>
                  <a:spcPct val="100000"/>
                </a:lnSpc>
                <a:spcBef>
                  <a:spcPts val="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b="1" u="none" strike="noStrike" kern="1200" cap="none" spc="-3" baseline="0" dirty="0">
                  <a:solidFill>
                    <a:schemeClr val="bg1"/>
                  </a:solidFill>
                  <a:uFillTx/>
                  <a:latin typeface="Fahkwang SemiBold" pitchFamily="2" charset="-34"/>
                  <a:cs typeface="Fahkwang SemiBold" pitchFamily="2" charset="-34"/>
                </a:rPr>
                <a:t>CATEGORIA</a:t>
              </a:r>
              <a:endParaRPr lang="es-ES" sz="1200" b="1" u="none" strike="noStrike" kern="1200" cap="none" spc="0" baseline="0" dirty="0">
                <a:solidFill>
                  <a:schemeClr val="bg1"/>
                </a:solidFill>
                <a:uFillTx/>
                <a:latin typeface="Fahkwang SemiBold" pitchFamily="2" charset="-34"/>
                <a:cs typeface="Fahkwang SemiBold" pitchFamily="2" charset="-34"/>
              </a:endParaRPr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48C461A1-4056-ECEC-6166-B19395E70385}"/>
                </a:ext>
              </a:extLst>
            </p:cNvPr>
            <p:cNvSpPr txBox="1"/>
            <p:nvPr/>
          </p:nvSpPr>
          <p:spPr>
            <a:xfrm>
              <a:off x="9726809" y="2995169"/>
              <a:ext cx="1259118" cy="2236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8083" rIns="0" bIns="0" anchor="t" anchorCtr="0" compatLnSpc="1">
              <a:spAutoFit/>
            </a:bodyPr>
            <a:lstStyle/>
            <a:p>
              <a:pPr marL="7699" marR="3081" lvl="0" indent="0" algn="l" defTabSz="914400" rtl="0" fontAlgn="auto" hangingPunct="1">
                <a:lnSpc>
                  <a:spcPct val="100000"/>
                </a:lnSpc>
                <a:spcBef>
                  <a:spcPts val="65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200" b="1" u="none" strike="noStrike" kern="1200" cap="none" spc="-3" baseline="0" dirty="0">
                  <a:solidFill>
                    <a:schemeClr val="bg1"/>
                  </a:solidFill>
                  <a:uFillTx/>
                  <a:latin typeface="Fahkwang SemiBold" pitchFamily="2" charset="-34"/>
                  <a:cs typeface="Fahkwang SemiBold" pitchFamily="2" charset="-34"/>
                </a:rPr>
                <a:t>CATEGORIA</a:t>
              </a:r>
              <a:endParaRPr lang="es-ES" sz="1200" b="1" u="none" strike="noStrike" kern="1200" cap="none" spc="0" baseline="0" dirty="0">
                <a:solidFill>
                  <a:schemeClr val="bg1"/>
                </a:solidFill>
                <a:uFillTx/>
                <a:latin typeface="Fahkwang SemiBold" pitchFamily="2" charset="-34"/>
                <a:cs typeface="Fahkwang SemiBold" pitchFamily="2" charset="-34"/>
              </a:endParaRPr>
            </a:p>
          </p:txBody>
        </p:sp>
      </p:grpSp>
      <p:sp>
        <p:nvSpPr>
          <p:cNvPr id="83" name="object 2">
            <a:extLst>
              <a:ext uri="{FF2B5EF4-FFF2-40B4-BE49-F238E27FC236}">
                <a16:creationId xmlns:a16="http://schemas.microsoft.com/office/drawing/2014/main" id="{1C997D72-C65D-01A7-F890-57CD25BEF4CA}"/>
              </a:ext>
            </a:extLst>
          </p:cNvPr>
          <p:cNvSpPr txBox="1">
            <a:spLocks/>
          </p:cNvSpPr>
          <p:nvPr/>
        </p:nvSpPr>
        <p:spPr>
          <a:xfrm>
            <a:off x="488846" y="329287"/>
            <a:ext cx="6858002" cy="884729"/>
          </a:xfrm>
          <a:prstGeom prst="rect">
            <a:avLst/>
          </a:prstGeom>
          <a:ln>
            <a:noFill/>
          </a:ln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90830" algn="l">
              <a:spcBef>
                <a:spcPts val="100"/>
              </a:spcBef>
            </a:pPr>
            <a:r>
              <a:rPr lang="es-ES" sz="5400" spc="-40" dirty="0">
                <a:solidFill>
                  <a:srgbClr val="25252A"/>
                </a:solidFill>
                <a:latin typeface="Fahkwang Light" pitchFamily="2" charset="-34"/>
                <a:cs typeface="Fahkwang Light" pitchFamily="2" charset="-34"/>
              </a:rPr>
              <a:t>Título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64F5BA56-8383-AEE1-0586-BDA075E6C215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1053296"/>
          </a:xfrm>
          <a:prstGeom prst="line">
            <a:avLst/>
          </a:prstGeom>
          <a:ln w="222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bject 2">
            <a:extLst>
              <a:ext uri="{FF2B5EF4-FFF2-40B4-BE49-F238E27FC236}">
                <a16:creationId xmlns:a16="http://schemas.microsoft.com/office/drawing/2014/main" id="{48515D60-8D48-FAB8-1A63-924EB1997677}"/>
              </a:ext>
            </a:extLst>
          </p:cNvPr>
          <p:cNvSpPr txBox="1">
            <a:spLocks/>
          </p:cNvSpPr>
          <p:nvPr/>
        </p:nvSpPr>
        <p:spPr>
          <a:xfrm>
            <a:off x="1144782" y="1409461"/>
            <a:ext cx="9657652" cy="884729"/>
          </a:xfrm>
          <a:prstGeom prst="rect">
            <a:avLst/>
          </a:prstGeom>
          <a:ln>
            <a:noFill/>
          </a:ln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90830">
              <a:spcBef>
                <a:spcPts val="100"/>
              </a:spcBef>
            </a:pPr>
            <a:r>
              <a:rPr lang="es-ES" sz="5400" spc="-40" dirty="0">
                <a:solidFill>
                  <a:srgbClr val="25252A"/>
                </a:solidFill>
                <a:latin typeface="Fahkwang Light" pitchFamily="2" charset="-34"/>
                <a:cs typeface="Fahkwang Light" pitchFamily="2" charset="-34"/>
              </a:rPr>
              <a:t>Título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F9A5C-14D4-756B-7039-F18FBDED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8411918-3F33-FB7C-C5E4-70FCB7A245D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Google Shape;359;g9af1e27a6f_1_41">
            <a:extLst>
              <a:ext uri="{FF2B5EF4-FFF2-40B4-BE49-F238E27FC236}">
                <a16:creationId xmlns:a16="http://schemas.microsoft.com/office/drawing/2014/main" id="{1357508A-1AD6-077B-1076-965104DB01C4}"/>
              </a:ext>
            </a:extLst>
          </p:cNvPr>
          <p:cNvSpPr txBox="1">
            <a:spLocks/>
          </p:cNvSpPr>
          <p:nvPr/>
        </p:nvSpPr>
        <p:spPr>
          <a:xfrm>
            <a:off x="689623" y="-4785539"/>
            <a:ext cx="10812754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r>
              <a:rPr lang="es-ES" sz="13800" b="1" spc="-150">
                <a:ln w="19050">
                  <a:solidFill>
                    <a:schemeClr val="bg1"/>
                  </a:solidFill>
                </a:ln>
                <a:noFill/>
                <a:latin typeface="Fahkwang" pitchFamily="2"/>
                <a:cs typeface="Fahkwang" pitchFamily="2"/>
              </a:rPr>
              <a:t>IZZON LAB </a:t>
            </a:r>
            <a:br>
              <a:rPr lang="es-ES" sz="13800" b="1" spc="-150">
                <a:ln w="15875">
                  <a:solidFill>
                    <a:schemeClr val="bg1"/>
                  </a:solidFill>
                </a:ln>
                <a:noFill/>
                <a:latin typeface="Fahkwang" pitchFamily="2"/>
                <a:cs typeface="Fahkwang" pitchFamily="2"/>
              </a:rPr>
            </a:br>
            <a:br>
              <a:rPr lang="es-ES" sz="6600">
                <a:ln w="15875">
                  <a:solidFill>
                    <a:schemeClr val="bg1"/>
                  </a:solidFill>
                </a:ln>
                <a:solidFill>
                  <a:srgbClr val="FFFFFF"/>
                </a:solidFill>
                <a:latin typeface="Fahkwang" pitchFamily="2"/>
                <a:cs typeface="Fahkwang" pitchFamily="2"/>
              </a:rPr>
            </a:br>
            <a:endParaRPr lang="es-ES" sz="4000" i="1">
              <a:ln w="15875">
                <a:solidFill>
                  <a:schemeClr val="bg1"/>
                </a:solidFill>
              </a:ln>
              <a:solidFill>
                <a:srgbClr val="FFFFFF"/>
              </a:solidFill>
              <a:effectLst>
                <a:outerShdw dist="38096" dir="2700000">
                  <a:srgbClr val="000000"/>
                </a:outerShdw>
              </a:effectLst>
              <a:latin typeface="Fahkwang" pitchFamily="2"/>
              <a:cs typeface="Fahkwang" pitchFamily="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DA55056-ABAB-B2E4-7997-1D90322952EA}"/>
              </a:ext>
            </a:extLst>
          </p:cNvPr>
          <p:cNvSpPr txBox="1">
            <a:spLocks/>
          </p:cNvSpPr>
          <p:nvPr/>
        </p:nvSpPr>
        <p:spPr>
          <a:xfrm>
            <a:off x="488846" y="329287"/>
            <a:ext cx="6858002" cy="2528769"/>
          </a:xfrm>
          <a:prstGeom prst="rect">
            <a:avLst/>
          </a:prstGeom>
          <a:ln>
            <a:noFill/>
          </a:ln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90830" algn="l">
              <a:spcBef>
                <a:spcPts val="100"/>
              </a:spcBef>
            </a:pPr>
            <a:r>
              <a:rPr lang="es-ES" sz="8000" spc="-40" dirty="0">
                <a:solidFill>
                  <a:srgbClr val="25252A"/>
                </a:solidFill>
                <a:latin typeface="Fahkwang Light" pitchFamily="2" charset="-34"/>
                <a:cs typeface="Fahkwang Light" pitchFamily="2" charset="-34"/>
              </a:rPr>
              <a:t>Título de</a:t>
            </a:r>
          </a:p>
          <a:p>
            <a:pPr marL="290830" algn="l">
              <a:spcBef>
                <a:spcPts val="100"/>
              </a:spcBef>
            </a:pPr>
            <a:r>
              <a:rPr lang="es-ES" sz="8000" spc="-40" dirty="0">
                <a:solidFill>
                  <a:srgbClr val="25252A"/>
                </a:solidFill>
                <a:latin typeface="Fahkwang Light" pitchFamily="2" charset="-34"/>
                <a:cs typeface="Fahkwang Light" pitchFamily="2" charset="-34"/>
              </a:rPr>
              <a:t>Sección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05658BB-39A2-206E-AB41-D3063A91BB7D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1328738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5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ángulo 93">
            <a:extLst>
              <a:ext uri="{FF2B5EF4-FFF2-40B4-BE49-F238E27FC236}">
                <a16:creationId xmlns:a16="http://schemas.microsoft.com/office/drawing/2014/main" id="{81E6F41A-7810-F9BF-2F72-CC7DAC367CEE}"/>
              </a:ext>
            </a:extLst>
          </p:cNvPr>
          <p:cNvSpPr/>
          <p:nvPr/>
        </p:nvSpPr>
        <p:spPr>
          <a:xfrm>
            <a:off x="5187060" y="1302470"/>
            <a:ext cx="1845003" cy="354158"/>
          </a:xfrm>
          <a:prstGeom prst="rect">
            <a:avLst/>
          </a:prstGeom>
          <a:solidFill>
            <a:srgbClr val="252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E4FD60E-4BDF-F67E-2E90-5AFADD44044D}"/>
              </a:ext>
            </a:extLst>
          </p:cNvPr>
          <p:cNvSpPr txBox="1"/>
          <p:nvPr/>
        </p:nvSpPr>
        <p:spPr>
          <a:xfrm>
            <a:off x="4207366" y="5093706"/>
            <a:ext cx="365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 w="12700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ahkwang" pitchFamily="2" charset="-34"/>
                <a:ea typeface="+mn-ea"/>
                <a:cs typeface="Fahkwang" pitchFamily="2" charset="-34"/>
              </a:rPr>
              <a:t>SUBTÍTULO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83AAF33-868A-BD4E-2A79-F4E9D6EBE1B2}"/>
              </a:ext>
            </a:extLst>
          </p:cNvPr>
          <p:cNvGrpSpPr/>
          <p:nvPr/>
        </p:nvGrpSpPr>
        <p:grpSpPr>
          <a:xfrm>
            <a:off x="1001866" y="1907212"/>
            <a:ext cx="10292528" cy="2926118"/>
            <a:chOff x="-4833370" y="-6122"/>
            <a:chExt cx="22463927" cy="6881420"/>
          </a:xfrm>
        </p:grpSpPr>
        <p:pic>
          <p:nvPicPr>
            <p:cNvPr id="9" name="Imagen 8" descr="Una persona con el cabello largo&#10;&#10;El contenido generado por IA puede ser incorrecto.">
              <a:extLst>
                <a:ext uri="{FF2B5EF4-FFF2-40B4-BE49-F238E27FC236}">
                  <a16:creationId xmlns:a16="http://schemas.microsoft.com/office/drawing/2014/main" id="{40E54BCA-09F7-C146-F432-499D86AB6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4833370" y="0"/>
              <a:ext cx="4448042" cy="6857999"/>
            </a:xfrm>
            <a:prstGeom prst="rect">
              <a:avLst/>
            </a:prstGeom>
          </p:spPr>
        </p:pic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0AAD31EB-7988-1B21-CC60-87B0A0759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83323" y="-6122"/>
              <a:ext cx="4452014" cy="6864123"/>
            </a:xfrm>
            <a:prstGeom prst="rect">
              <a:avLst/>
            </a:prstGeom>
          </p:spPr>
        </p:pic>
        <p:pic>
          <p:nvPicPr>
            <p:cNvPr id="97" name="Imagen 96">
              <a:extLst>
                <a:ext uri="{FF2B5EF4-FFF2-40B4-BE49-F238E27FC236}">
                  <a16:creationId xmlns:a16="http://schemas.microsoft.com/office/drawing/2014/main" id="{22166ABA-1917-949D-E598-0BB0B931E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93199" y="-6122"/>
              <a:ext cx="4452012" cy="6864123"/>
            </a:xfrm>
            <a:prstGeom prst="rect">
              <a:avLst/>
            </a:prstGeom>
          </p:spPr>
        </p:pic>
        <p:pic>
          <p:nvPicPr>
            <p:cNvPr id="106" name="Imagen 105">
              <a:extLst>
                <a:ext uri="{FF2B5EF4-FFF2-40B4-BE49-F238E27FC236}">
                  <a16:creationId xmlns:a16="http://schemas.microsoft.com/office/drawing/2014/main" id="{2A45C7BD-E129-DE15-23EF-CC6551E7F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320428" y="-6122"/>
              <a:ext cx="4452014" cy="6864123"/>
            </a:xfrm>
            <a:prstGeom prst="rect">
              <a:avLst/>
            </a:prstGeom>
          </p:spPr>
        </p:pic>
        <p:pic>
          <p:nvPicPr>
            <p:cNvPr id="20" name="Imagen 19" descr="Mujer con la mano en la cara&#10;&#10;El contenido generado por IA puede ser incorrecto.">
              <a:extLst>
                <a:ext uri="{FF2B5EF4-FFF2-40B4-BE49-F238E27FC236}">
                  <a16:creationId xmlns:a16="http://schemas.microsoft.com/office/drawing/2014/main" id="{3B2F49EB-D7D1-7D60-F04C-35BB9FEC5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177663" y="-6122"/>
              <a:ext cx="4452894" cy="6881420"/>
            </a:xfrm>
            <a:prstGeom prst="rect">
              <a:avLst/>
            </a:prstGeom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DD7165A-BA83-7D38-82D6-465527E46103}"/>
              </a:ext>
            </a:extLst>
          </p:cNvPr>
          <p:cNvSpPr txBox="1"/>
          <p:nvPr/>
        </p:nvSpPr>
        <p:spPr>
          <a:xfrm>
            <a:off x="899365" y="5669060"/>
            <a:ext cx="171056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>
                <a:solidFill>
                  <a:srgbClr val="C9C4B8"/>
                </a:solidFill>
                <a:latin typeface="Aptos" panose="020B0004020202020204" pitchFamily="34" charset="0"/>
              </a:rPr>
              <a:t>XXXXXXXXXXXXXXXXXXXXXXXXXXXXXXXXXXXXXXXXXXXX</a:t>
            </a:r>
            <a:endParaRPr lang="en-US" sz="1050" dirty="0">
              <a:solidFill>
                <a:srgbClr val="C9C4B8"/>
              </a:solidFill>
              <a:latin typeface="Aptos" panose="020B00040202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3533722-D99D-1D9C-C006-2EF9C1047E4F}"/>
              </a:ext>
            </a:extLst>
          </p:cNvPr>
          <p:cNvSpPr txBox="1"/>
          <p:nvPr/>
        </p:nvSpPr>
        <p:spPr>
          <a:xfrm>
            <a:off x="3587312" y="5669061"/>
            <a:ext cx="20831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solidFill>
                  <a:srgbClr val="C9C4B8"/>
                </a:solidFill>
                <a:latin typeface="Aptos" panose="020B0004020202020204" pitchFamily="34" charset="0"/>
              </a:rPr>
              <a:t>XXXXXXXXXXXXXXXXXXXXXXXXXXXXXXXX</a:t>
            </a:r>
            <a:endParaRPr lang="en-US" sz="1100" dirty="0">
              <a:solidFill>
                <a:srgbClr val="C9C4B8"/>
              </a:solidFill>
              <a:latin typeface="Aptos" panose="020B00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39593E7-AA35-FFA4-BC9C-2BB058E2BC3B}"/>
              </a:ext>
            </a:extLst>
          </p:cNvPr>
          <p:cNvSpPr txBox="1"/>
          <p:nvPr/>
        </p:nvSpPr>
        <p:spPr>
          <a:xfrm>
            <a:off x="6647811" y="5669060"/>
            <a:ext cx="2039280" cy="517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C9C4B8"/>
                </a:solidFill>
                <a:latin typeface="Aptos" panose="020B0004020202020204" pitchFamily="34" charset="0"/>
              </a:rPr>
              <a:t>XXXXXXXXXXXXXXXXXXXXXXXXXXXXXXXXXXXXXXXXXXXXXXXXXXXXX </a:t>
            </a:r>
            <a:endParaRPr lang="en-US" dirty="0">
              <a:solidFill>
                <a:srgbClr val="C9C4B8"/>
              </a:solidFill>
              <a:latin typeface="Aptos" panose="020B00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85D1BF6-EBA5-FECA-BC64-FC858B119E91}"/>
              </a:ext>
            </a:extLst>
          </p:cNvPr>
          <p:cNvSpPr txBox="1"/>
          <p:nvPr/>
        </p:nvSpPr>
        <p:spPr>
          <a:xfrm>
            <a:off x="9408288" y="5669061"/>
            <a:ext cx="19640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>
                <a:solidFill>
                  <a:srgbClr val="C9C4B8"/>
                </a:solidFill>
                <a:latin typeface="Aptos" panose="020B0004020202020204" pitchFamily="34" charset="0"/>
              </a:rPr>
              <a:t>XXXXXXXXXXXXXXXXXXXXXXXXXXXXXXXXXXXXXXXXXXXXXXXXXX</a:t>
            </a:r>
            <a:endParaRPr lang="en-US" sz="1050" dirty="0">
              <a:solidFill>
                <a:srgbClr val="C9C4B8"/>
              </a:solidFill>
              <a:latin typeface="Aptos" panose="020B0004020202020204" pitchFamily="34" charset="0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49746861-C319-0583-936C-1A3411C829BC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1562678"/>
          </a:xfrm>
          <a:prstGeom prst="line">
            <a:avLst/>
          </a:prstGeom>
          <a:ln w="222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446C632-49B4-855C-7629-1DBD9BBE2D0D}"/>
              </a:ext>
            </a:extLst>
          </p:cNvPr>
          <p:cNvSpPr txBox="1"/>
          <p:nvPr/>
        </p:nvSpPr>
        <p:spPr>
          <a:xfrm>
            <a:off x="1102312" y="3226016"/>
            <a:ext cx="18450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DDD9CF"/>
                </a:solidFill>
                <a:effectLst/>
                <a:uLnTx/>
                <a:uFillTx/>
                <a:latin typeface="Fahkwang" pitchFamily="2" charset="-34"/>
                <a:ea typeface="+mn-ea"/>
                <a:cs typeface="Fahkwang" pitchFamily="2" charset="-34"/>
              </a:rPr>
              <a:t>CATEGORÍA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EFE02C-2D1F-A2A1-8085-024AEA022315}"/>
              </a:ext>
            </a:extLst>
          </p:cNvPr>
          <p:cNvSpPr txBox="1"/>
          <p:nvPr/>
        </p:nvSpPr>
        <p:spPr>
          <a:xfrm>
            <a:off x="3144917" y="3226016"/>
            <a:ext cx="18450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DDD9CF"/>
                </a:solidFill>
                <a:effectLst/>
                <a:uLnTx/>
                <a:uFillTx/>
                <a:latin typeface="Fahkwang" pitchFamily="2" charset="-34"/>
                <a:ea typeface="+mn-ea"/>
                <a:cs typeface="Fahkwang" pitchFamily="2" charset="-34"/>
              </a:rPr>
              <a:t>CATEGORIA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C217A77-66DE-1497-A7AF-9375EBFFFE8E}"/>
              </a:ext>
            </a:extLst>
          </p:cNvPr>
          <p:cNvSpPr txBox="1"/>
          <p:nvPr/>
        </p:nvSpPr>
        <p:spPr>
          <a:xfrm>
            <a:off x="5247046" y="3234276"/>
            <a:ext cx="18450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DDD9CF"/>
                </a:solidFill>
                <a:effectLst/>
                <a:uLnTx/>
                <a:uFillTx/>
                <a:latin typeface="Fahkwang" pitchFamily="2" charset="-34"/>
                <a:ea typeface="+mn-ea"/>
                <a:cs typeface="Fahkwang" pitchFamily="2" charset="-34"/>
              </a:rPr>
              <a:t>CATEGORIA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FD76A53-3665-8602-1830-CA69E511E7D2}"/>
              </a:ext>
            </a:extLst>
          </p:cNvPr>
          <p:cNvSpPr txBox="1"/>
          <p:nvPr/>
        </p:nvSpPr>
        <p:spPr>
          <a:xfrm>
            <a:off x="7286871" y="3226016"/>
            <a:ext cx="18450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DDD9CF"/>
                </a:solidFill>
                <a:latin typeface="Fahkwang" pitchFamily="2" charset="-34"/>
                <a:cs typeface="Fahkwang" pitchFamily="2" charset="-34"/>
              </a:rPr>
              <a:t>CATEGORIA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DDD9CF"/>
              </a:solidFill>
              <a:effectLst/>
              <a:uLnTx/>
              <a:uFillTx/>
              <a:latin typeface="Fahkwang" pitchFamily="2" charset="-34"/>
              <a:ea typeface="+mn-ea"/>
              <a:cs typeface="Fahkwang" pitchFamily="2" charset="-34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8654343-0F51-C89E-976D-F5252465327E}"/>
              </a:ext>
            </a:extLst>
          </p:cNvPr>
          <p:cNvSpPr txBox="1"/>
          <p:nvPr/>
        </p:nvSpPr>
        <p:spPr>
          <a:xfrm>
            <a:off x="8687091" y="3234276"/>
            <a:ext cx="3174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s-ES" sz="1600" b="1" dirty="0">
                <a:solidFill>
                  <a:srgbClr val="DDD9CF"/>
                </a:solidFill>
                <a:latin typeface="Fahkwang" pitchFamily="2" charset="-34"/>
                <a:cs typeface="Fahkwang" pitchFamily="2" charset="-34"/>
              </a:rPr>
              <a:t>CATEGORIA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D22E45-059E-92B4-3123-9982B6C5445C}"/>
              </a:ext>
            </a:extLst>
          </p:cNvPr>
          <p:cNvSpPr/>
          <p:nvPr/>
        </p:nvSpPr>
        <p:spPr>
          <a:xfrm>
            <a:off x="1352507" y="1208520"/>
            <a:ext cx="1845003" cy="354158"/>
          </a:xfrm>
          <a:prstGeom prst="rect">
            <a:avLst/>
          </a:prstGeom>
          <a:solidFill>
            <a:srgbClr val="2525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C0D6455-9BD8-4E7F-F07B-64171795BB08}"/>
              </a:ext>
            </a:extLst>
          </p:cNvPr>
          <p:cNvSpPr txBox="1"/>
          <p:nvPr/>
        </p:nvSpPr>
        <p:spPr>
          <a:xfrm>
            <a:off x="722813" y="560112"/>
            <a:ext cx="836840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0" dirty="0">
                <a:solidFill>
                  <a:srgbClr val="C9C4B8"/>
                </a:solidFill>
                <a:latin typeface="Fahkwang Light" pitchFamily="2" charset="-34"/>
                <a:ea typeface="Calibri"/>
                <a:cs typeface="Fahkwang Light" pitchFamily="2" charset="-34"/>
              </a:rPr>
              <a:t>Título</a:t>
            </a:r>
            <a:endParaRPr lang="es-ES" sz="8000" dirty="0">
              <a:ln w="15875">
                <a:noFill/>
              </a:ln>
              <a:solidFill>
                <a:srgbClr val="C9C4B8"/>
              </a:solidFill>
              <a:latin typeface="Fahkwang Light" pitchFamily="2" charset="-34"/>
              <a:cs typeface="Fahkwang Light" pitchFamily="2" charset="-34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90C7CB0-A4B2-4615-8EF0-3ADD440CF581}"/>
              </a:ext>
            </a:extLst>
          </p:cNvPr>
          <p:cNvGrpSpPr/>
          <p:nvPr/>
        </p:nvGrpSpPr>
        <p:grpSpPr>
          <a:xfrm>
            <a:off x="2849692" y="5718558"/>
            <a:ext cx="578272" cy="501169"/>
            <a:chOff x="3556120" y="5150734"/>
            <a:chExt cx="1388963" cy="1203767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36F726E8-DB32-F21A-4E15-5ADC3AF8EEDE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01" y="5150734"/>
              <a:ext cx="0" cy="1203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988FC49F-58A9-40BA-42A8-1C8050F000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6120" y="5752617"/>
              <a:ext cx="1388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22B85130-A435-77CC-06C3-BBFC33B9AD23}"/>
              </a:ext>
            </a:extLst>
          </p:cNvPr>
          <p:cNvGrpSpPr/>
          <p:nvPr/>
        </p:nvGrpSpPr>
        <p:grpSpPr>
          <a:xfrm>
            <a:off x="5876193" y="5718558"/>
            <a:ext cx="578272" cy="501169"/>
            <a:chOff x="3556120" y="5150734"/>
            <a:chExt cx="1388963" cy="1203767"/>
          </a:xfrm>
        </p:grpSpPr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01C7E19A-4943-460F-CEDD-AFD163A5C0AD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01" y="5150734"/>
              <a:ext cx="0" cy="1203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65186668-B483-6F3D-2968-93E4C3E5FA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6120" y="5752617"/>
              <a:ext cx="1388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1A3844E1-478B-CF81-C0B3-3377C8161AE1}"/>
              </a:ext>
            </a:extLst>
          </p:cNvPr>
          <p:cNvGrpSpPr/>
          <p:nvPr/>
        </p:nvGrpSpPr>
        <p:grpSpPr>
          <a:xfrm>
            <a:off x="8700365" y="5718558"/>
            <a:ext cx="578272" cy="501169"/>
            <a:chOff x="3556120" y="5150734"/>
            <a:chExt cx="1388963" cy="1203767"/>
          </a:xfrm>
        </p:grpSpPr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E816A6F-CA2A-569F-6B6C-3EA68F60AC4B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01" y="5150734"/>
              <a:ext cx="0" cy="1203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2B874E6E-5E71-C693-E67B-EB96C6A980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6120" y="5752617"/>
              <a:ext cx="1388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7621CC54-57B7-0D7D-BC19-9BB132585D37}"/>
              </a:ext>
            </a:extLst>
          </p:cNvPr>
          <p:cNvGrpSpPr/>
          <p:nvPr/>
        </p:nvGrpSpPr>
        <p:grpSpPr>
          <a:xfrm>
            <a:off x="1001865" y="5275101"/>
            <a:ext cx="3874936" cy="243345"/>
            <a:chOff x="944395" y="3152414"/>
            <a:chExt cx="1164465" cy="271817"/>
          </a:xfrm>
        </p:grpSpPr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89050A51-E5BE-F93B-5463-66E8EFA280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95" y="3152414"/>
              <a:ext cx="2272" cy="2718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8466A522-35B6-A70C-1F9B-C21B638A51B5}"/>
                </a:ext>
              </a:extLst>
            </p:cNvPr>
            <p:cNvCxnSpPr>
              <a:cxnSpLocks/>
            </p:cNvCxnSpPr>
            <p:nvPr/>
          </p:nvCxnSpPr>
          <p:spPr>
            <a:xfrm>
              <a:off x="946667" y="3157488"/>
              <a:ext cx="1162193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C897067C-E8D7-6233-F942-01D12538535D}"/>
              </a:ext>
            </a:extLst>
          </p:cNvPr>
          <p:cNvGrpSpPr/>
          <p:nvPr/>
        </p:nvGrpSpPr>
        <p:grpSpPr>
          <a:xfrm flipH="1">
            <a:off x="7172961" y="5275101"/>
            <a:ext cx="4121429" cy="243345"/>
            <a:chOff x="944395" y="3152414"/>
            <a:chExt cx="1164465" cy="271817"/>
          </a:xfrm>
        </p:grpSpPr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A13A4CE9-8C2A-0067-C482-C03836BFE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95" y="3152414"/>
              <a:ext cx="2272" cy="2718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718F9584-05E0-81B5-ECD9-E52F8AE1B95E}"/>
                </a:ext>
              </a:extLst>
            </p:cNvPr>
            <p:cNvCxnSpPr>
              <a:cxnSpLocks/>
            </p:cNvCxnSpPr>
            <p:nvPr/>
          </p:nvCxnSpPr>
          <p:spPr>
            <a:xfrm>
              <a:off x="946667" y="3157488"/>
              <a:ext cx="1162193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583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n 62" descr="En blanco y negro&#10;&#10;El contenido generado por IA puede ser incorrecto.">
            <a:extLst>
              <a:ext uri="{FF2B5EF4-FFF2-40B4-BE49-F238E27FC236}">
                <a16:creationId xmlns:a16="http://schemas.microsoft.com/office/drawing/2014/main" id="{E19F9625-009D-5D3D-A497-34FB7F5A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495" y="1598487"/>
            <a:ext cx="3635541" cy="3954371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23098" y="2853284"/>
            <a:ext cx="4574494" cy="778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2891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444A56"/>
                </a:solidFill>
                <a:latin typeface="Aptos Light" panose="020B0004020202020204" pitchFamily="34" charset="0"/>
                <a:ea typeface="Source Sans Pro" panose="020B0503030403020204" pitchFamily="34" charset="0"/>
                <a:cs typeface="Fahkwang"/>
                <a:sym typeface="Arial Nova"/>
              </a:rPr>
              <a:t>XXXXXXXXXXXXXXXXXXXXXXXXXXXX</a:t>
            </a:r>
          </a:p>
        </p:txBody>
      </p:sp>
      <p:sp>
        <p:nvSpPr>
          <p:cNvPr id="32" name="object 2">
            <a:extLst>
              <a:ext uri="{FF2B5EF4-FFF2-40B4-BE49-F238E27FC236}">
                <a16:creationId xmlns:a16="http://schemas.microsoft.com/office/drawing/2014/main" id="{BD2A1D74-E92D-3107-6810-713BA57EB64E}"/>
              </a:ext>
            </a:extLst>
          </p:cNvPr>
          <p:cNvSpPr txBox="1">
            <a:spLocks/>
          </p:cNvSpPr>
          <p:nvPr/>
        </p:nvSpPr>
        <p:spPr>
          <a:xfrm>
            <a:off x="799225" y="329286"/>
            <a:ext cx="7252245" cy="861646"/>
          </a:xfrm>
          <a:prstGeom prst="rect">
            <a:avLst/>
          </a:prstGeom>
          <a:ln>
            <a:noFill/>
          </a:ln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defTabSz="609630">
              <a:lnSpc>
                <a:spcPts val="6346"/>
              </a:lnSpc>
            </a:pPr>
            <a:r>
              <a:rPr lang="en-US" sz="5400" spc="-40" dirty="0" err="1">
                <a:solidFill>
                  <a:srgbClr val="25252A"/>
                </a:solidFill>
                <a:latin typeface="Fahkwang Light" pitchFamily="2" charset="-34"/>
                <a:cs typeface="Fahkwang Light" pitchFamily="2" charset="-34"/>
                <a:sym typeface="HK Grotesk Pro"/>
              </a:rPr>
              <a:t>Título</a:t>
            </a:r>
            <a:endParaRPr lang="en-US" sz="5400" spc="-40" dirty="0">
              <a:solidFill>
                <a:srgbClr val="25252A"/>
              </a:solidFill>
              <a:latin typeface="Fahkwang Light" pitchFamily="2" charset="-34"/>
              <a:cs typeface="Fahkwang Light" pitchFamily="2" charset="-34"/>
              <a:sym typeface="HK Grotesk Pro"/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485AA2C-0399-E984-3BD9-A1FC1D8E0A7B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1053296"/>
          </a:xfrm>
          <a:prstGeom prst="line">
            <a:avLst/>
          </a:prstGeom>
          <a:ln w="222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63BC23A-AA0E-496C-3ED8-ABAA1071DBBB}"/>
              </a:ext>
            </a:extLst>
          </p:cNvPr>
          <p:cNvSpPr txBox="1"/>
          <p:nvPr/>
        </p:nvSpPr>
        <p:spPr>
          <a:xfrm>
            <a:off x="704350" y="4325734"/>
            <a:ext cx="4127752" cy="807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lnSpc>
                <a:spcPts val="2891"/>
              </a:lnSpc>
              <a:spcBef>
                <a:spcPct val="0"/>
              </a:spcBef>
            </a:pPr>
            <a:r>
              <a:rPr lang="en-US" sz="1800" dirty="0">
                <a:solidFill>
                  <a:srgbClr val="444A56"/>
                </a:solidFill>
                <a:latin typeface="Aptos Light" panose="020B0004020202020204" pitchFamily="34" charset="0"/>
                <a:ea typeface="Source Sans Pro" panose="020B0503030403020204" pitchFamily="34" charset="0"/>
                <a:cs typeface="Fahkwang"/>
                <a:sym typeface="Arial Nova"/>
              </a:rPr>
              <a:t>XXXXXXXXXXXXXXX</a:t>
            </a:r>
          </a:p>
          <a:p>
            <a:pPr defTabSz="609630">
              <a:lnSpc>
                <a:spcPts val="2891"/>
              </a:lnSpc>
              <a:spcBef>
                <a:spcPct val="0"/>
              </a:spcBef>
            </a:pPr>
            <a:r>
              <a:rPr lang="en-US" dirty="0">
                <a:solidFill>
                  <a:srgbClr val="444A56"/>
                </a:solidFill>
                <a:latin typeface="Aptos Light" panose="020B0004020202020204" pitchFamily="34" charset="0"/>
                <a:ea typeface="Source Sans Pro" panose="020B0503030403020204" pitchFamily="34" charset="0"/>
                <a:cs typeface="Fahkwang"/>
                <a:sym typeface="Arial Nova"/>
              </a:rPr>
              <a:t>XXXXXXXXXXXXXXXXXXXXXXXX</a:t>
            </a:r>
            <a:endParaRPr lang="en-US" sz="1800" dirty="0">
              <a:solidFill>
                <a:srgbClr val="444A56"/>
              </a:solidFill>
              <a:latin typeface="Aptos Light" panose="020B0004020202020204" pitchFamily="34" charset="0"/>
              <a:ea typeface="Source Sans Pro" panose="020B0503030403020204" pitchFamily="34" charset="0"/>
              <a:cs typeface="Fahkwang"/>
              <a:sym typeface="Arial Nova"/>
            </a:endParaRP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5E30C98-0E1D-FE4A-F46A-FF8F0260ABC2}"/>
              </a:ext>
            </a:extLst>
          </p:cNvPr>
          <p:cNvGrpSpPr/>
          <p:nvPr/>
        </p:nvGrpSpPr>
        <p:grpSpPr>
          <a:xfrm>
            <a:off x="4817782" y="786150"/>
            <a:ext cx="6862526" cy="5285699"/>
            <a:chOff x="5638794" y="1269242"/>
            <a:chExt cx="5917752" cy="4558009"/>
          </a:xfrm>
        </p:grpSpPr>
        <p:sp>
          <p:nvSpPr>
            <p:cNvPr id="45" name="TextBox 6">
              <a:extLst>
                <a:ext uri="{FF2B5EF4-FFF2-40B4-BE49-F238E27FC236}">
                  <a16:creationId xmlns:a16="http://schemas.microsoft.com/office/drawing/2014/main" id="{0A4D4C04-E117-129C-C9FE-782CEDD4637C}"/>
                </a:ext>
              </a:extLst>
            </p:cNvPr>
            <p:cNvSpPr txBox="1"/>
            <p:nvPr/>
          </p:nvSpPr>
          <p:spPr>
            <a:xfrm>
              <a:off x="5638794" y="4318702"/>
              <a:ext cx="1815951" cy="216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933"/>
                </a:lnSpc>
              </a:pPr>
              <a:r>
                <a:rPr lang="en-US" sz="1933" dirty="0">
                  <a:solidFill>
                    <a:srgbClr val="AF6C45"/>
                  </a:solidFill>
                  <a:latin typeface="Aptos" panose="020B0004020202020204" pitchFamily="34" charset="0"/>
                  <a:ea typeface="HK Grotesk Pro"/>
                  <a:cs typeface="HK Grotesk Pro"/>
                  <a:sym typeface="HK Grotesk Pro"/>
                </a:rPr>
                <a:t>DATOS</a:t>
              </a:r>
            </a:p>
          </p:txBody>
        </p:sp>
        <p:sp>
          <p:nvSpPr>
            <p:cNvPr id="46" name="TextBox 7">
              <a:extLst>
                <a:ext uri="{FF2B5EF4-FFF2-40B4-BE49-F238E27FC236}">
                  <a16:creationId xmlns:a16="http://schemas.microsoft.com/office/drawing/2014/main" id="{24DCC40A-2DB9-93AE-7718-E419B19845C9}"/>
                </a:ext>
              </a:extLst>
            </p:cNvPr>
            <p:cNvSpPr txBox="1"/>
            <p:nvPr/>
          </p:nvSpPr>
          <p:spPr>
            <a:xfrm>
              <a:off x="6138780" y="1979144"/>
              <a:ext cx="1815951" cy="216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933"/>
                </a:lnSpc>
                <a:spcBef>
                  <a:spcPct val="0"/>
                </a:spcBef>
              </a:pPr>
              <a:r>
                <a:rPr lang="en-US" sz="1933" dirty="0">
                  <a:solidFill>
                    <a:srgbClr val="AF6C45"/>
                  </a:solidFill>
                  <a:latin typeface="Aptos" panose="020B0004020202020204" pitchFamily="34" charset="0"/>
                  <a:ea typeface="HK Grotesk Pro"/>
                  <a:cs typeface="HK Grotesk Pro"/>
                  <a:sym typeface="HK Grotesk Pro"/>
                </a:rPr>
                <a:t>DATOS</a:t>
              </a:r>
            </a:p>
          </p:txBody>
        </p:sp>
        <p:sp>
          <p:nvSpPr>
            <p:cNvPr id="47" name="TextBox 8">
              <a:extLst>
                <a:ext uri="{FF2B5EF4-FFF2-40B4-BE49-F238E27FC236}">
                  <a16:creationId xmlns:a16="http://schemas.microsoft.com/office/drawing/2014/main" id="{355E2699-FE79-62A8-3B94-FC2E034A5A73}"/>
                </a:ext>
              </a:extLst>
            </p:cNvPr>
            <p:cNvSpPr txBox="1"/>
            <p:nvPr/>
          </p:nvSpPr>
          <p:spPr>
            <a:xfrm>
              <a:off x="9187841" y="1919574"/>
              <a:ext cx="1815951" cy="216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933"/>
                </a:lnSpc>
                <a:spcBef>
                  <a:spcPct val="0"/>
                </a:spcBef>
              </a:pPr>
              <a:r>
                <a:rPr lang="en-US" sz="1933" dirty="0">
                  <a:solidFill>
                    <a:srgbClr val="AF6C45"/>
                  </a:solidFill>
                  <a:latin typeface="Aptos" panose="020B0004020202020204" pitchFamily="34" charset="0"/>
                  <a:ea typeface="HK Grotesk Pro"/>
                  <a:cs typeface="HK Grotesk Pro"/>
                  <a:sym typeface="HK Grotesk Pro"/>
                </a:rPr>
                <a:t>DATOS</a:t>
              </a:r>
            </a:p>
          </p:txBody>
        </p: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E910E7A2-27BE-DC53-956E-A1311B480BBF}"/>
                </a:ext>
              </a:extLst>
            </p:cNvPr>
            <p:cNvSpPr txBox="1"/>
            <p:nvPr/>
          </p:nvSpPr>
          <p:spPr>
            <a:xfrm>
              <a:off x="9913341" y="4330700"/>
              <a:ext cx="1643205" cy="2147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866"/>
                </a:lnSpc>
              </a:pPr>
              <a:r>
                <a:rPr lang="en-US" sz="1866" dirty="0">
                  <a:solidFill>
                    <a:srgbClr val="AF6C45"/>
                  </a:solidFill>
                  <a:latin typeface="Aptos" panose="020B0004020202020204" pitchFamily="34" charset="0"/>
                  <a:ea typeface="HK Grotesk Pro"/>
                  <a:cs typeface="HK Grotesk Pro"/>
                  <a:sym typeface="HK Grotesk Pro"/>
                </a:rPr>
                <a:t>DATOS</a:t>
              </a:r>
            </a:p>
          </p:txBody>
        </p:sp>
        <p:sp>
          <p:nvSpPr>
            <p:cNvPr id="49" name="TextBox 10">
              <a:extLst>
                <a:ext uri="{FF2B5EF4-FFF2-40B4-BE49-F238E27FC236}">
                  <a16:creationId xmlns:a16="http://schemas.microsoft.com/office/drawing/2014/main" id="{A80CD52A-501A-8193-6C3D-1D704F8FA81F}"/>
                </a:ext>
              </a:extLst>
            </p:cNvPr>
            <p:cNvSpPr txBox="1"/>
            <p:nvPr/>
          </p:nvSpPr>
          <p:spPr>
            <a:xfrm>
              <a:off x="7827097" y="5326661"/>
              <a:ext cx="1815951" cy="216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933"/>
                </a:lnSpc>
              </a:pPr>
              <a:r>
                <a:rPr lang="en-US" sz="1933" dirty="0">
                  <a:solidFill>
                    <a:srgbClr val="AF6C45"/>
                  </a:solidFill>
                  <a:latin typeface="Aptos" panose="020B0004020202020204" pitchFamily="34" charset="0"/>
                  <a:ea typeface="HK Grotesk Pro"/>
                  <a:cs typeface="HK Grotesk Pro"/>
                  <a:sym typeface="HK Grotesk Pro"/>
                </a:rPr>
                <a:t>DATOS</a:t>
              </a:r>
            </a:p>
          </p:txBody>
        </p:sp>
        <p:sp>
          <p:nvSpPr>
            <p:cNvPr id="50" name="TextBox 14">
              <a:extLst>
                <a:ext uri="{FF2B5EF4-FFF2-40B4-BE49-F238E27FC236}">
                  <a16:creationId xmlns:a16="http://schemas.microsoft.com/office/drawing/2014/main" id="{C9833DFA-1AF0-F0CB-20F6-18E68883D8C9}"/>
                </a:ext>
              </a:extLst>
            </p:cNvPr>
            <p:cNvSpPr txBox="1"/>
            <p:nvPr/>
          </p:nvSpPr>
          <p:spPr>
            <a:xfrm>
              <a:off x="7360507" y="3320854"/>
              <a:ext cx="2534069" cy="7077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609630">
                <a:lnSpc>
                  <a:spcPts val="3199"/>
                </a:lnSpc>
              </a:pPr>
              <a:r>
                <a:rPr lang="en-US" sz="2800" b="1" spc="-59" dirty="0">
                  <a:latin typeface="Aptos" panose="020B0004020202020204" pitchFamily="34" charset="0"/>
                  <a:ea typeface="HK Grotesk"/>
                  <a:cs typeface="HK Grotesk"/>
                  <a:sym typeface="HK Grotesk"/>
                </a:rPr>
                <a:t>CATEGORIA</a:t>
              </a:r>
            </a:p>
            <a:p>
              <a:pPr algn="ctr" defTabSz="609630">
                <a:lnSpc>
                  <a:spcPts val="3199"/>
                </a:lnSpc>
              </a:pPr>
              <a:r>
                <a:rPr lang="en-US" sz="2800" b="1" spc="-59" dirty="0">
                  <a:latin typeface="Aptos" panose="020B0004020202020204" pitchFamily="34" charset="0"/>
                  <a:ea typeface="HK Grotesk"/>
                  <a:cs typeface="HK Grotesk"/>
                  <a:sym typeface="HK Grotesk"/>
                </a:rPr>
                <a:t>DATOS</a:t>
              </a:r>
            </a:p>
          </p:txBody>
        </p: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0CEB48B3-7915-CD2E-3E03-0A43ED0A830A}"/>
                </a:ext>
              </a:extLst>
            </p:cNvPr>
            <p:cNvCxnSpPr>
              <a:cxnSpLocks/>
            </p:cNvCxnSpPr>
            <p:nvPr/>
          </p:nvCxnSpPr>
          <p:spPr>
            <a:xfrm>
              <a:off x="8591175" y="1269242"/>
              <a:ext cx="0" cy="121465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BF517CEE-36C0-25E9-3454-8E4D9E5DACF3}"/>
                </a:ext>
              </a:extLst>
            </p:cNvPr>
            <p:cNvCxnSpPr>
              <a:cxnSpLocks/>
            </p:cNvCxnSpPr>
            <p:nvPr/>
          </p:nvCxnSpPr>
          <p:spPr>
            <a:xfrm>
              <a:off x="5947875" y="2689689"/>
              <a:ext cx="1496705" cy="51861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CEFFD441-A445-CC62-6F95-0ED8C24884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4509" y="2662983"/>
              <a:ext cx="1423916" cy="53226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4424FA8D-60EF-DDE3-500F-2632E6DDF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2546" y="4563014"/>
              <a:ext cx="1000410" cy="117392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5A8BAC68-5654-21C4-B96F-1C0EE94277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58255" y="4472697"/>
              <a:ext cx="929535" cy="135455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2A01D13-4F74-E6FB-E9F1-32EF100B7134}"/>
              </a:ext>
            </a:extLst>
          </p:cNvPr>
          <p:cNvSpPr txBox="1"/>
          <p:nvPr/>
        </p:nvSpPr>
        <p:spPr>
          <a:xfrm>
            <a:off x="704350" y="3366239"/>
            <a:ext cx="75289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444A56"/>
                </a:solidFill>
                <a:latin typeface="Aptos Light" panose="020B0004020202020204" pitchFamily="34" charset="0"/>
                <a:ea typeface="Source Sans Pro" panose="020B0503030403020204" pitchFamily="34" charset="0"/>
                <a:cs typeface="Fahkwang"/>
                <a:sym typeface="Arial Nova"/>
              </a:rPr>
              <a:t>XXX</a:t>
            </a:r>
            <a:endParaRPr lang="es-ES" sz="6600" dirty="0">
              <a:solidFill>
                <a:srgbClr val="444A56"/>
              </a:solidFill>
            </a:endParaRPr>
          </a:p>
        </p:txBody>
      </p:sp>
      <p:pic>
        <p:nvPicPr>
          <p:cNvPr id="64" name="Imagen 63" descr="En blanco y negro&#10;&#10;El contenido generado por IA puede ser incorrecto.">
            <a:extLst>
              <a:ext uri="{FF2B5EF4-FFF2-40B4-BE49-F238E27FC236}">
                <a16:creationId xmlns:a16="http://schemas.microsoft.com/office/drawing/2014/main" id="{3EBAF0F7-1E0F-201B-A074-4E34FA4B6E6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8185"/>
          <a:stretch>
            <a:fillRect/>
          </a:stretch>
        </p:blipFill>
        <p:spPr>
          <a:xfrm>
            <a:off x="1854434" y="5629217"/>
            <a:ext cx="1827584" cy="1228783"/>
          </a:xfrm>
          <a:prstGeom prst="rect">
            <a:avLst/>
          </a:prstGeom>
        </p:spPr>
      </p:pic>
      <p:pic>
        <p:nvPicPr>
          <p:cNvPr id="65" name="Imagen 64" descr="En blanco y negro&#10;&#10;El contenido generado por IA puede ser incorrecto.">
            <a:extLst>
              <a:ext uri="{FF2B5EF4-FFF2-40B4-BE49-F238E27FC236}">
                <a16:creationId xmlns:a16="http://schemas.microsoft.com/office/drawing/2014/main" id="{17FC87FF-081A-DE1F-1DFE-D5C03A14A78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529"/>
          <a:stretch>
            <a:fillRect/>
          </a:stretch>
        </p:blipFill>
        <p:spPr>
          <a:xfrm>
            <a:off x="-1" y="1330349"/>
            <a:ext cx="867567" cy="1987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5A56BE7-28C3-0F10-2F3E-5DCD4734D084}"/>
              </a:ext>
            </a:extLst>
          </p:cNvPr>
          <p:cNvSpPr/>
          <p:nvPr/>
        </p:nvSpPr>
        <p:spPr>
          <a:xfrm>
            <a:off x="5275" y="4543917"/>
            <a:ext cx="12210554" cy="2314082"/>
          </a:xfrm>
          <a:prstGeom prst="rect">
            <a:avLst/>
          </a:prstGeom>
          <a:solidFill>
            <a:srgbClr val="8F8F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" name="Imagen 25">
            <a:extLst>
              <a:ext uri="{FF2B5EF4-FFF2-40B4-BE49-F238E27FC236}">
                <a16:creationId xmlns:a16="http://schemas.microsoft.com/office/drawing/2014/main" id="{E79EAFAB-5D84-E5BA-66CF-F14126369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61" t="1701" r="9118" b="25426"/>
          <a:stretch>
            <a:fillRect/>
          </a:stretch>
        </p:blipFill>
        <p:spPr>
          <a:xfrm>
            <a:off x="6511880" y="0"/>
            <a:ext cx="5680121" cy="454391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37DA5C5D-476D-4741-DEDC-C660E179C0C7}"/>
              </a:ext>
            </a:extLst>
          </p:cNvPr>
          <p:cNvSpPr txBox="1"/>
          <p:nvPr/>
        </p:nvSpPr>
        <p:spPr>
          <a:xfrm>
            <a:off x="8358494" y="5251168"/>
            <a:ext cx="2116643" cy="9072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6931" rIns="0" bIns="0" anchor="t" anchorCtr="0" compatLnSpc="1">
            <a:spAutoFit/>
          </a:bodyPr>
          <a:lstStyle/>
          <a:p>
            <a:pPr marL="769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-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Source Sans Pro" panose="020B0503030403020204" pitchFamily="34" charset="0"/>
              </a:rPr>
              <a:t>CAEGORIA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XXXXXXXXXXXX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XXXXXXX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F675057-C6E5-40F9-6AFB-A426CE167EAB}"/>
              </a:ext>
            </a:extLst>
          </p:cNvPr>
          <p:cNvSpPr txBox="1"/>
          <p:nvPr/>
        </p:nvSpPr>
        <p:spPr>
          <a:xfrm>
            <a:off x="6329076" y="5241317"/>
            <a:ext cx="2105159" cy="9072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6931" rIns="0" bIns="0" anchor="t" anchorCtr="0" compatLnSpc="1">
            <a:spAutoFit/>
          </a:bodyPr>
          <a:lstStyle/>
          <a:p>
            <a:pPr marL="769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-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Source Sans Pro" panose="020B0503030403020204" pitchFamily="34" charset="0"/>
              </a:rPr>
              <a:t>CATEGORIA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XXXXXXXXXXXX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XXXXXXX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8AA6FE6B-B3BB-B91D-480F-60337C1F1BE2}"/>
              </a:ext>
            </a:extLst>
          </p:cNvPr>
          <p:cNvSpPr txBox="1"/>
          <p:nvPr/>
        </p:nvSpPr>
        <p:spPr>
          <a:xfrm>
            <a:off x="1738968" y="5264795"/>
            <a:ext cx="2016081" cy="9072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6931" rIns="0" bIns="0" anchor="t" anchorCtr="0" compatLnSpc="1">
            <a:spAutoFit/>
          </a:bodyPr>
          <a:lstStyle/>
          <a:p>
            <a:pPr marL="769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-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Source Sans Pro" panose="020B0503030403020204" pitchFamily="34" charset="0"/>
              </a:rPr>
              <a:t>CATEGORIA</a:t>
            </a:r>
            <a:endParaRPr kumimoji="0" lang="en-US" sz="1400" b="1" i="0" u="none" strike="noStrike" kern="0" cap="none" spc="-3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Source Sans Pro" panose="020B0503030403020204" pitchFamily="34" charset="0"/>
            </a:endParaRPr>
          </a:p>
          <a:p>
            <a:pPr marL="769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0" i="0" u="none" strike="noStrike" kern="1200" cap="none" spc="-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Source Sans Pro" panose="020B0503030403020204" pitchFamily="34" charset="0"/>
              </a:rPr>
              <a:t>XXXXXXXXXXXX</a:t>
            </a:r>
          </a:p>
          <a:p>
            <a:pPr marL="769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XXXXXXX</a:t>
            </a:r>
          </a:p>
          <a:p>
            <a:pPr marL="769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-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Source Sans Pro" panose="020B0503030403020204" pitchFamily="34" charset="0"/>
              </a:rPr>
              <a:t>XX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537D7DCC-A60B-B2BC-6B93-5AF8CCD07C7A}"/>
              </a:ext>
            </a:extLst>
          </p:cNvPr>
          <p:cNvSpPr txBox="1"/>
          <p:nvPr/>
        </p:nvSpPr>
        <p:spPr>
          <a:xfrm>
            <a:off x="3914500" y="5247730"/>
            <a:ext cx="1891857" cy="9072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6931" rIns="0" bIns="0" anchor="t" anchorCtr="0" compatLnSpc="1">
            <a:spAutoFit/>
          </a:bodyPr>
          <a:lstStyle/>
          <a:p>
            <a:pPr marL="769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-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Source Sans Pro" panose="020B0503030403020204" pitchFamily="34" charset="0"/>
              </a:rPr>
              <a:t>CATEGORIA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XXXXXXXXXXXX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XXXXXXX</a:t>
            </a:r>
          </a:p>
          <a:p>
            <a:pPr marL="7699" lvl="0" defTabSz="914400">
              <a:spcBef>
                <a:spcPts val="55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spc="-30" dirty="0">
                <a:solidFill>
                  <a:schemeClr val="bg1"/>
                </a:solidFill>
                <a:latin typeface="Aptos" panose="020B0004020202020204" pitchFamily="34" charset="0"/>
                <a:ea typeface="Source Sans Pro" panose="020B0503030403020204" pitchFamily="34" charset="0"/>
              </a:rPr>
              <a:t>XX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FDC5333-1A0F-9E87-34C7-7F319D1CE4FD}"/>
              </a:ext>
            </a:extLst>
          </p:cNvPr>
          <p:cNvSpPr txBox="1"/>
          <p:nvPr/>
        </p:nvSpPr>
        <p:spPr>
          <a:xfrm>
            <a:off x="6511880" y="4543917"/>
            <a:ext cx="5680120" cy="3385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cs typeface="Fahkwang" panose="00000500000000000000" pitchFamily="2" charset="-34"/>
              </a:rPr>
              <a:t>Pie de </a:t>
            </a:r>
            <a:r>
              <a:rPr lang="en-US" sz="1600" dirty="0" err="1">
                <a:solidFill>
                  <a:schemeClr val="bg1"/>
                </a:solidFill>
                <a:latin typeface="Aptos" panose="020B0004020202020204" pitchFamily="34" charset="0"/>
                <a:cs typeface="Fahkwang" panose="00000500000000000000" pitchFamily="2" charset="-34"/>
              </a:rPr>
              <a:t>foto</a:t>
            </a:r>
            <a:endParaRPr lang="es-ES" sz="1600" dirty="0">
              <a:solidFill>
                <a:schemeClr val="bg1"/>
              </a:solidFill>
              <a:latin typeface="Aptos" panose="020B0004020202020204" pitchFamily="34" charset="0"/>
              <a:cs typeface="Fahkwang" panose="00000500000000000000" pitchFamily="2" charset="-34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7A5E754-3D20-0903-49F5-19F70FE50EC4}"/>
              </a:ext>
            </a:extLst>
          </p:cNvPr>
          <p:cNvCxnSpPr>
            <a:cxnSpLocks/>
          </p:cNvCxnSpPr>
          <p:nvPr/>
        </p:nvCxnSpPr>
        <p:spPr>
          <a:xfrm>
            <a:off x="3755049" y="5162588"/>
            <a:ext cx="0" cy="123886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724786F4-2015-27C0-C844-53A6331A8FB9}"/>
              </a:ext>
            </a:extLst>
          </p:cNvPr>
          <p:cNvCxnSpPr>
            <a:cxnSpLocks/>
          </p:cNvCxnSpPr>
          <p:nvPr/>
        </p:nvCxnSpPr>
        <p:spPr>
          <a:xfrm>
            <a:off x="8210218" y="5162588"/>
            <a:ext cx="0" cy="123886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D27DEE8-5052-0BFA-4006-C9E638A319C2}"/>
              </a:ext>
            </a:extLst>
          </p:cNvPr>
          <p:cNvCxnSpPr>
            <a:cxnSpLocks/>
          </p:cNvCxnSpPr>
          <p:nvPr/>
        </p:nvCxnSpPr>
        <p:spPr>
          <a:xfrm>
            <a:off x="6110552" y="5162588"/>
            <a:ext cx="0" cy="123886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85C4BE-651A-4F20-C9A5-8E79C6CF6FF2}"/>
              </a:ext>
            </a:extLst>
          </p:cNvPr>
          <p:cNvSpPr txBox="1"/>
          <p:nvPr/>
        </p:nvSpPr>
        <p:spPr>
          <a:xfrm>
            <a:off x="559234" y="1385012"/>
            <a:ext cx="470945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dirty="0">
                <a:solidFill>
                  <a:srgbClr val="AF6C45"/>
                </a:solidFill>
                <a:latin typeface="Aptos" panose="020B0004020202020204" pitchFamily="34" charset="0"/>
                <a:cs typeface="Fahkwang" pitchFamily="2" charset="-34"/>
              </a:rPr>
              <a:t>SUBTÍTULO</a:t>
            </a:r>
            <a:endParaRPr kumimoji="0" lang="es-ES" sz="3200" i="0" u="none" strike="noStrike" kern="1200" cap="none" spc="0" normalizeH="0" baseline="0" noProof="0" dirty="0">
              <a:ln>
                <a:noFill/>
              </a:ln>
              <a:solidFill>
                <a:srgbClr val="AF6C45"/>
              </a:solidFill>
              <a:effectLst/>
              <a:uLnTx/>
              <a:uFillTx/>
              <a:latin typeface="Aptos" panose="020B0004020202020204" pitchFamily="34" charset="0"/>
              <a:cs typeface="Fahkwang" pitchFamily="2" charset="-34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AB36051-A783-A199-F40F-56CFCA536539}"/>
              </a:ext>
            </a:extLst>
          </p:cNvPr>
          <p:cNvSpPr txBox="1">
            <a:spLocks/>
          </p:cNvSpPr>
          <p:nvPr/>
        </p:nvSpPr>
        <p:spPr>
          <a:xfrm>
            <a:off x="4860429" y="3120021"/>
            <a:ext cx="6491662" cy="8927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ahkwang" panose="00000500000000000000" pitchFamily="2" charset="-34"/>
              <a:ea typeface="+mj-ea"/>
              <a:cs typeface="Fahkwang" panose="00000500000000000000" pitchFamily="2" charset="-34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D12AE7-9A41-5C84-8FB3-7FC85A096C6B}"/>
              </a:ext>
            </a:extLst>
          </p:cNvPr>
          <p:cNvSpPr txBox="1"/>
          <p:nvPr/>
        </p:nvSpPr>
        <p:spPr>
          <a:xfrm>
            <a:off x="646296" y="2113684"/>
            <a:ext cx="823465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•   </a:t>
            </a:r>
            <a:r>
              <a:rPr lang="es-ES" sz="1400" b="1" dirty="0"/>
              <a:t>XX</a:t>
            </a:r>
            <a:r>
              <a:rPr lang="es-ES" sz="1400" dirty="0"/>
              <a:t> </a:t>
            </a:r>
            <a:r>
              <a:rPr lang="es-ES" sz="1400" b="1" dirty="0"/>
              <a:t>XXXXXXXX</a:t>
            </a:r>
            <a:r>
              <a:rPr lang="es-ES" sz="1400" dirty="0"/>
              <a:t> XXXXXXX XXXX </a:t>
            </a:r>
            <a:r>
              <a:rPr lang="es-ES" sz="1400" b="1" dirty="0"/>
              <a:t>X.XXX</a:t>
            </a:r>
            <a:r>
              <a:rPr lang="es-ES" sz="1400" dirty="0"/>
              <a:t> XX </a:t>
            </a:r>
            <a:r>
              <a:rPr lang="es-ES" sz="1400" b="1" dirty="0"/>
              <a:t>XX.XXX XX</a:t>
            </a:r>
            <a:r>
              <a:rPr lang="es-ES" sz="1400" dirty="0"/>
              <a:t>,</a:t>
            </a:r>
          </a:p>
          <a:p>
            <a:r>
              <a:rPr lang="es-ES" sz="1400" dirty="0"/>
              <a:t>        XX XXXXX </a:t>
            </a:r>
            <a:r>
              <a:rPr lang="es-ES" sz="1400" b="1" dirty="0"/>
              <a:t>X</a:t>
            </a:r>
            <a:br>
              <a:rPr lang="es-ES" sz="1400" dirty="0"/>
            </a:br>
            <a:r>
              <a:rPr lang="es-ES" sz="1400" dirty="0"/>
              <a:t>        XXX XXXXXXX </a:t>
            </a:r>
            <a:r>
              <a:rPr lang="es-ES" sz="1400" b="1" dirty="0"/>
              <a:t>XXXXXXXXX</a:t>
            </a:r>
            <a:br>
              <a:rPr lang="es-ES" sz="1400" dirty="0"/>
            </a:br>
            <a:r>
              <a:rPr lang="es-ES" sz="1400" dirty="0"/>
              <a:t>        (XXXX X.XXX XX XX.XXX XX)</a:t>
            </a:r>
          </a:p>
          <a:p>
            <a:r>
              <a:rPr lang="es-ES" sz="1400" dirty="0"/>
              <a:t>•   </a:t>
            </a:r>
            <a:r>
              <a:rPr lang="es-ES" sz="1400" b="1" dirty="0"/>
              <a:t>X XXXXXXXX</a:t>
            </a:r>
            <a:r>
              <a:rPr lang="es-ES" sz="1400" dirty="0"/>
              <a:t> XXX XXX-XXXXX (</a:t>
            </a:r>
            <a:r>
              <a:rPr lang="es-ES" sz="1400" b="1" dirty="0"/>
              <a:t>XXXXXXXX</a:t>
            </a:r>
            <a:r>
              <a:rPr lang="es-ES" sz="1400" dirty="0"/>
              <a:t>) XXXXXXXX</a:t>
            </a:r>
          </a:p>
          <a:p>
            <a:r>
              <a:rPr lang="es-ES" sz="1400" dirty="0"/>
              <a:t>•   </a:t>
            </a:r>
            <a:r>
              <a:rPr lang="es-ES" sz="1400" b="1" dirty="0"/>
              <a:t>X XXXXXXXX </a:t>
            </a:r>
            <a:r>
              <a:rPr lang="es-ES" sz="1400" b="1" dirty="0" err="1"/>
              <a:t>XXXXXXXX</a:t>
            </a:r>
            <a:endParaRPr lang="es-ES" sz="1400" dirty="0"/>
          </a:p>
          <a:p>
            <a:r>
              <a:rPr lang="es-ES" sz="1400" dirty="0"/>
              <a:t>•   </a:t>
            </a:r>
            <a:r>
              <a:rPr lang="es-ES" sz="1400" b="1" dirty="0"/>
              <a:t>X XXXXXXXXX XXXXX </a:t>
            </a:r>
            <a:r>
              <a:rPr lang="es-ES" sz="1400" b="1" dirty="0" err="1"/>
              <a:t>XXXXX</a:t>
            </a:r>
            <a:endParaRPr lang="es-ES" sz="1400" dirty="0"/>
          </a:p>
          <a:p>
            <a:r>
              <a:rPr lang="es-ES" sz="1400" dirty="0"/>
              <a:t>•   </a:t>
            </a:r>
            <a:r>
              <a:rPr lang="es-ES" sz="1400" b="1" dirty="0"/>
              <a:t>X XXXXXXXX XXXXX </a:t>
            </a:r>
            <a:r>
              <a:rPr lang="es-ES" sz="1400" b="1" dirty="0" err="1"/>
              <a:t>XXXXX</a:t>
            </a:r>
            <a:endParaRPr lang="es-ES" sz="1400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0F1A88D-D089-7469-039D-7A9523355066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818147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bject 2">
            <a:extLst>
              <a:ext uri="{FF2B5EF4-FFF2-40B4-BE49-F238E27FC236}">
                <a16:creationId xmlns:a16="http://schemas.microsoft.com/office/drawing/2014/main" id="{0B0B087B-E17F-7227-AED0-E34487B395BF}"/>
              </a:ext>
            </a:extLst>
          </p:cNvPr>
          <p:cNvSpPr txBox="1">
            <a:spLocks/>
          </p:cNvSpPr>
          <p:nvPr/>
        </p:nvSpPr>
        <p:spPr>
          <a:xfrm>
            <a:off x="488845" y="329287"/>
            <a:ext cx="7584635" cy="607730"/>
          </a:xfrm>
          <a:prstGeom prst="rect">
            <a:avLst/>
          </a:prstGeom>
          <a:ln>
            <a:noFill/>
          </a:ln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90830" algn="l">
              <a:spcBef>
                <a:spcPts val="100"/>
              </a:spcBef>
            </a:pPr>
            <a:r>
              <a:rPr lang="es-ES" sz="3600" b="1" spc="-40" dirty="0">
                <a:latin typeface="Fahkwang"/>
              </a:rPr>
              <a:t>título</a:t>
            </a:r>
            <a:endParaRPr lang="es-ES" sz="3600" b="1" spc="70" dirty="0">
              <a:latin typeface="Fahkwang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FB459-3C27-0A5F-D6CD-171BF60C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5C8E2FC-03EB-74F9-EB1B-97F81BF3E657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818147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bject 2">
            <a:extLst>
              <a:ext uri="{FF2B5EF4-FFF2-40B4-BE49-F238E27FC236}">
                <a16:creationId xmlns:a16="http://schemas.microsoft.com/office/drawing/2014/main" id="{1FB5D8EE-B24A-926B-7D2E-AB98D6C06203}"/>
              </a:ext>
            </a:extLst>
          </p:cNvPr>
          <p:cNvSpPr txBox="1">
            <a:spLocks/>
          </p:cNvSpPr>
          <p:nvPr/>
        </p:nvSpPr>
        <p:spPr>
          <a:xfrm>
            <a:off x="488845" y="329287"/>
            <a:ext cx="7584635" cy="607730"/>
          </a:xfrm>
          <a:prstGeom prst="rect">
            <a:avLst/>
          </a:prstGeom>
          <a:ln>
            <a:noFill/>
          </a:ln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90830" algn="l">
              <a:spcBef>
                <a:spcPts val="100"/>
              </a:spcBef>
            </a:pPr>
            <a:r>
              <a:rPr lang="es-ES" sz="3600" b="1" spc="-40" dirty="0">
                <a:latin typeface="Fahkwang"/>
              </a:rPr>
              <a:t>Título</a:t>
            </a:r>
            <a:endParaRPr lang="es-ES" sz="3600" b="1" spc="70" dirty="0">
              <a:latin typeface="Fahkwang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14AB93C-18B3-90B3-84B5-D58A4BE30663}"/>
              </a:ext>
            </a:extLst>
          </p:cNvPr>
          <p:cNvGrpSpPr/>
          <p:nvPr/>
        </p:nvGrpSpPr>
        <p:grpSpPr>
          <a:xfrm>
            <a:off x="971809" y="1340934"/>
            <a:ext cx="5900676" cy="3173307"/>
            <a:chOff x="-190996" y="1069627"/>
            <a:chExt cx="5900676" cy="3173307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24CA89C9-C492-AE05-87CB-63446E69FAED}"/>
                </a:ext>
              </a:extLst>
            </p:cNvPr>
            <p:cNvSpPr txBox="1"/>
            <p:nvPr/>
          </p:nvSpPr>
          <p:spPr>
            <a:xfrm>
              <a:off x="-190996" y="1171023"/>
              <a:ext cx="55662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b="1" dirty="0">
                  <a:latin typeface="Aptos" panose="020B0004020202020204" pitchFamily="34" charset="0"/>
                  <a:ea typeface="Source Sans Pro" panose="020B0503030403020204" pitchFamily="34" charset="0"/>
                  <a:cs typeface="Fahkwang" pitchFamily="2" charset="-34"/>
                </a:rPr>
                <a:t>SUBTÍTULO</a:t>
              </a:r>
              <a:endParaRPr kumimoji="0" lang="es-E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Source Sans Pro" panose="020B0503030403020204" pitchFamily="34" charset="0"/>
                <a:cs typeface="Fahkwang" pitchFamily="2" charset="-34"/>
              </a:endParaRP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E8BA5AE6-0B5E-9FAF-4AFB-9839BC264578}"/>
                </a:ext>
              </a:extLst>
            </p:cNvPr>
            <p:cNvSpPr txBox="1">
              <a:spLocks/>
            </p:cNvSpPr>
            <p:nvPr/>
          </p:nvSpPr>
          <p:spPr>
            <a:xfrm>
              <a:off x="-46510" y="1069627"/>
              <a:ext cx="5756190" cy="317330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 panose="00000500000000000000" pitchFamily="2" charset="-34"/>
                </a:rPr>
                <a:t>XXXXXXXXXXXXXXXXXXXX</a:t>
              </a:r>
              <a:endParaRPr kumimoji="0" lang="es-E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 panose="00000500000000000000" pitchFamily="2" charset="-34"/>
              </a:endParaRPr>
            </a:p>
            <a:p>
              <a:pPr marL="800100" lvl="1" indent="-342900" defTabSz="914400">
                <a:spcBef>
                  <a:spcPct val="0"/>
                </a:spcBef>
                <a:buFont typeface="Courier New" panose="05000000000000000000" pitchFamily="2" charset="2"/>
                <a:buChar char="o"/>
                <a:defRPr/>
              </a:pPr>
              <a:endParaRPr lang="es-ES" sz="1000" dirty="0">
                <a:latin typeface="Aptos" panose="020B0004020202020204" pitchFamily="34" charset="0"/>
                <a:cs typeface="Fahkwang"/>
              </a:endParaRPr>
            </a:p>
            <a:p>
              <a:pPr marL="800100" lvl="1" indent="-342900" defTabSz="914400">
                <a:spcBef>
                  <a:spcPct val="0"/>
                </a:spcBef>
                <a:buFont typeface="Courier New" panose="05000000000000000000" pitchFamily="2" charset="2"/>
                <a:buChar char="o"/>
                <a:defRPr/>
              </a:pPr>
              <a:r>
                <a:rPr lang="es-ES" sz="1000" dirty="0">
                  <a:latin typeface="Aptos" panose="020B0004020202020204" pitchFamily="34" charset="0"/>
                  <a:cs typeface="Fahkwang"/>
                </a:rPr>
                <a:t>XXXXXXXXXXXXXXXXXXXXXXXXXX </a:t>
              </a:r>
              <a:br>
                <a:rPr kumimoji="0" lang="es-E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/>
                </a:rPr>
              </a:br>
              <a:br>
                <a:rPr kumimoji="0" lang="es-ES" sz="7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 panose="00000500000000000000" pitchFamily="2" charset="-34"/>
                </a:rPr>
              </a:br>
              <a:endParaRPr kumimoji="0" lang="es-ES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 panose="00000500000000000000" pitchFamily="2" charset="-34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0000500000000000000" pitchFamily="2" charset="-34"/>
                <a:buChar char="•"/>
                <a:tabLst/>
                <a:defRPr/>
              </a:pPr>
              <a:endParaRPr kumimoji="0" lang="es-E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 panose="00000500000000000000" pitchFamily="2" charset="-34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 panose="00000500000000000000" pitchFamily="2" charset="-34"/>
                </a:rPr>
                <a:t>XXXXXXXXXXXXXXX</a:t>
              </a:r>
            </a:p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Courier New" panose="05000000000000000000" pitchFamily="2" charset="2"/>
                <a:buChar char="o"/>
                <a:tabLst/>
                <a:defRPr/>
              </a:pPr>
              <a:endParaRPr kumimoji="0" lang="es-E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/>
              </a:endParaRPr>
            </a:p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Courier New" panose="05000000000000000000" pitchFamily="2" charset="2"/>
                <a:buChar char="o"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/>
                </a:rPr>
                <a:t>XXXXXXXXXXXXXXXXXXXXXXX</a:t>
              </a:r>
              <a:br>
                <a:rPr kumimoji="0" lang="es-ES" sz="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 panose="00000500000000000000" pitchFamily="2" charset="-34"/>
                </a:rPr>
              </a:br>
              <a:endParaRPr kumimoji="0" lang="es-ES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 panose="00000500000000000000" pitchFamily="2" charset="-34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0000500000000000000" pitchFamily="2" charset="-34"/>
                <a:buChar char="•"/>
                <a:tabLst/>
                <a:defRPr/>
              </a:pPr>
              <a:endParaRPr kumimoji="0" lang="es-E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 panose="00000500000000000000" pitchFamily="2" charset="-34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 panose="00000500000000000000" pitchFamily="2" charset="-34"/>
                </a:rPr>
                <a:t>XXXXXXXXXXXXXXXXXXXX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0000500000000000000" pitchFamily="2" charset="-34"/>
                <a:buChar char="•"/>
                <a:tabLst/>
                <a:defRPr/>
              </a:pP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 panose="00000500000000000000" pitchFamily="2" charset="-34"/>
              </a:endParaRPr>
            </a:p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Courier New" panose="05000000000000000000" pitchFamily="2" charset="2"/>
                <a:buChar char="o"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/>
                </a:rPr>
                <a:t>XXXXXXXXXXXXXXXXXXXXX</a:t>
              </a:r>
            </a:p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Courier New" panose="05000000000000000000" pitchFamily="2" charset="2"/>
                <a:buChar char="o"/>
                <a:tabLst/>
                <a:defRPr/>
              </a:pPr>
              <a:endParaRPr kumimoji="0" lang="es-E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 panose="00000500000000000000" pitchFamily="2" charset="-34"/>
                </a:rPr>
                <a:t>XXXXXXXXXXXXXXXXXX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 panose="00000500000000000000" pitchFamily="2" charset="-34"/>
              </a:endParaRPr>
            </a:p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Courier New" panose="05000000000000000000" pitchFamily="2" charset="2"/>
                <a:buChar char="o"/>
                <a:tabLst/>
                <a:defRPr/>
              </a:pP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cs typeface="Fahkwang"/>
              </a:endParaRPr>
            </a:p>
            <a:p>
              <a:pPr marL="800100" marR="0" lvl="1" indent="-34290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Courier New" panose="05000000000000000000" pitchFamily="2" charset="2"/>
                <a:buChar char="o"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cs typeface="Fahkwang"/>
                </a:rPr>
                <a:t>XXXXXXXXXXXXXXXXXXXXXXXXX</a:t>
              </a:r>
            </a:p>
          </p:txBody>
        </p:sp>
      </p:grpSp>
      <p:sp>
        <p:nvSpPr>
          <p:cNvPr id="12" name="Rectangle 4">
            <a:extLst>
              <a:ext uri="{FF2B5EF4-FFF2-40B4-BE49-F238E27FC236}">
                <a16:creationId xmlns:a16="http://schemas.microsoft.com/office/drawing/2014/main" id="{68601BF5-330C-47E3-B1EC-3807C3F90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S" alt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endParaRPr kumimoji="0" lang="es-ES" alt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9186DC-436D-F381-D188-D3FE77032457}"/>
              </a:ext>
            </a:extLst>
          </p:cNvPr>
          <p:cNvSpPr txBox="1"/>
          <p:nvPr/>
        </p:nvSpPr>
        <p:spPr>
          <a:xfrm>
            <a:off x="971809" y="4726829"/>
            <a:ext cx="5566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s-ES" b="1" dirty="0">
                <a:latin typeface="Aptos" panose="020B0004020202020204" pitchFamily="34" charset="0"/>
                <a:ea typeface="Source Sans Pro" panose="020B0503030403020204" pitchFamily="34" charset="0"/>
                <a:cs typeface="Fahkwang" pitchFamily="2" charset="-34"/>
              </a:rPr>
              <a:t>SUBTÍTULO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1F4B9D-A1DB-E291-35A0-8891BB6D0B1B}"/>
              </a:ext>
            </a:extLst>
          </p:cNvPr>
          <p:cNvSpPr txBox="1"/>
          <p:nvPr/>
        </p:nvSpPr>
        <p:spPr>
          <a:xfrm>
            <a:off x="1116295" y="5159655"/>
            <a:ext cx="575619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latin typeface="Aptos" panose="020B0004020202020204" pitchFamily="34" charset="0"/>
                <a:cs typeface="Fahkwang" panose="00000500000000000000" pitchFamily="2" charset="-34"/>
              </a:rPr>
              <a:t>XXXXXXXXX</a:t>
            </a:r>
          </a:p>
          <a:p>
            <a:endParaRPr lang="es-ES" sz="1100" dirty="0">
              <a:latin typeface="Aptos" panose="020B0004020202020204" pitchFamily="34" charset="0"/>
              <a:cs typeface="Fahkwang" panose="00000500000000000000" pitchFamily="2" charset="-34"/>
            </a:endParaRPr>
          </a:p>
          <a:p>
            <a:pPr marL="171450" indent="-171450">
              <a:buFontTx/>
              <a:buChar char="-"/>
            </a:pPr>
            <a:r>
              <a:rPr lang="es-ES" sz="1100" dirty="0">
                <a:latin typeface="Aptos" panose="020B0004020202020204" pitchFamily="34" charset="0"/>
                <a:cs typeface="Fahkwang" panose="00000500000000000000" pitchFamily="2" charset="-34"/>
              </a:rPr>
              <a:t>XXXXXXXXXXXXXXXXXXXXX</a:t>
            </a:r>
          </a:p>
          <a:p>
            <a:pPr marL="171450" indent="-171450">
              <a:buFontTx/>
              <a:buChar char="-"/>
            </a:pPr>
            <a:r>
              <a:rPr lang="es-ES" sz="1100" dirty="0">
                <a:latin typeface="Aptos" panose="020B0004020202020204" pitchFamily="34" charset="0"/>
                <a:cs typeface="Fahkwang" panose="00000500000000000000" pitchFamily="2" charset="-34"/>
              </a:rPr>
              <a:t>XXXXXXXXXXXXXXXXXXXXXXXXX</a:t>
            </a:r>
          </a:p>
          <a:p>
            <a:endParaRPr lang="es-ES" dirty="0">
              <a:latin typeface="Aptos" panose="020B0004020202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62644A4-D2EA-7E30-75AE-2717179325D1}"/>
              </a:ext>
            </a:extLst>
          </p:cNvPr>
          <p:cNvGrpSpPr/>
          <p:nvPr/>
        </p:nvGrpSpPr>
        <p:grpSpPr>
          <a:xfrm>
            <a:off x="1589810" y="2540271"/>
            <a:ext cx="2818418" cy="3712385"/>
            <a:chOff x="1589809" y="2540271"/>
            <a:chExt cx="6889173" cy="3712385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B4EDEEAF-2EC3-942A-F8B3-B46A554052FC}"/>
                </a:ext>
              </a:extLst>
            </p:cNvPr>
            <p:cNvCxnSpPr>
              <a:cxnSpLocks/>
            </p:cNvCxnSpPr>
            <p:nvPr/>
          </p:nvCxnSpPr>
          <p:spPr>
            <a:xfrm>
              <a:off x="1589809" y="2540271"/>
              <a:ext cx="688917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16C6FE50-D12C-9E00-D4C8-9DD5AA34BA10}"/>
                </a:ext>
              </a:extLst>
            </p:cNvPr>
            <p:cNvCxnSpPr>
              <a:cxnSpLocks/>
            </p:cNvCxnSpPr>
            <p:nvPr/>
          </p:nvCxnSpPr>
          <p:spPr>
            <a:xfrm>
              <a:off x="1589809" y="3274562"/>
              <a:ext cx="6681355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6DF58624-4999-1D59-C47E-3E1BFCF2B2FA}"/>
                </a:ext>
              </a:extLst>
            </p:cNvPr>
            <p:cNvCxnSpPr>
              <a:cxnSpLocks/>
            </p:cNvCxnSpPr>
            <p:nvPr/>
          </p:nvCxnSpPr>
          <p:spPr>
            <a:xfrm>
              <a:off x="1589809" y="3925726"/>
              <a:ext cx="679219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6A60BE56-1C4D-1B5E-1CF6-3266F957C5DE}"/>
                </a:ext>
              </a:extLst>
            </p:cNvPr>
            <p:cNvCxnSpPr>
              <a:cxnSpLocks/>
            </p:cNvCxnSpPr>
            <p:nvPr/>
          </p:nvCxnSpPr>
          <p:spPr>
            <a:xfrm>
              <a:off x="1589809" y="4520838"/>
              <a:ext cx="688917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5D4A27F6-5CD9-87A0-DA77-037D06459A7E}"/>
                </a:ext>
              </a:extLst>
            </p:cNvPr>
            <p:cNvCxnSpPr>
              <a:cxnSpLocks/>
            </p:cNvCxnSpPr>
            <p:nvPr/>
          </p:nvCxnSpPr>
          <p:spPr>
            <a:xfrm>
              <a:off x="1589809" y="6252656"/>
              <a:ext cx="688917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n 4" descr="Imagen que contiene interior, tabla, grande, cocina&#10;&#10;El contenido generado por IA puede ser incorrecto.">
            <a:extLst>
              <a:ext uri="{FF2B5EF4-FFF2-40B4-BE49-F238E27FC236}">
                <a16:creationId xmlns:a16="http://schemas.microsoft.com/office/drawing/2014/main" id="{18BE6E3A-B653-F8F7-3334-EB3A22800A5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5759356" y="1090762"/>
            <a:ext cx="6432644" cy="281624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6630EE1-1F75-06DF-E61A-B1C25D46E57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59356" y="3937224"/>
            <a:ext cx="6432644" cy="295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96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5FB85F8-A727-9528-1A6D-65BBCCA41BB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22376" y="1"/>
            <a:ext cx="7572115" cy="685799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91CF42E-C624-4A7A-DCC9-0BD2D9BEC16F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818147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E8F45C0-9C2B-B76D-DCD8-053CB3A81C00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818147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bject 2">
            <a:extLst>
              <a:ext uri="{FF2B5EF4-FFF2-40B4-BE49-F238E27FC236}">
                <a16:creationId xmlns:a16="http://schemas.microsoft.com/office/drawing/2014/main" id="{8F8A6FEE-5BD8-11B7-814B-134E0FA7852E}"/>
              </a:ext>
            </a:extLst>
          </p:cNvPr>
          <p:cNvSpPr txBox="1">
            <a:spLocks/>
          </p:cNvSpPr>
          <p:nvPr/>
        </p:nvSpPr>
        <p:spPr>
          <a:xfrm>
            <a:off x="810566" y="329287"/>
            <a:ext cx="10405895" cy="607730"/>
          </a:xfrm>
          <a:prstGeom prst="rect">
            <a:avLst/>
          </a:prstGeom>
          <a:ln>
            <a:noFill/>
          </a:ln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3600" b="1" dirty="0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Título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0F06993-F855-BD59-8026-EFC608A92E42}"/>
              </a:ext>
            </a:extLst>
          </p:cNvPr>
          <p:cNvSpPr/>
          <p:nvPr/>
        </p:nvSpPr>
        <p:spPr>
          <a:xfrm>
            <a:off x="649705" y="2892810"/>
            <a:ext cx="5980750" cy="2968061"/>
          </a:xfrm>
          <a:prstGeom prst="rect">
            <a:avLst/>
          </a:prstGeom>
          <a:solidFill>
            <a:schemeClr val="bg1">
              <a:alpha val="76264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2E4BDB1-92EC-FE46-8CFB-A8759B7AD01B}"/>
              </a:ext>
            </a:extLst>
          </p:cNvPr>
          <p:cNvSpPr txBox="1"/>
          <p:nvPr/>
        </p:nvSpPr>
        <p:spPr>
          <a:xfrm>
            <a:off x="1135375" y="3183216"/>
            <a:ext cx="5980749" cy="24622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Aptos" panose="020B0004020202020204" pitchFamily="34" charset="0"/>
                <a:cs typeface="Fahkwang"/>
              </a:rPr>
              <a:t>xxxxxxxxxxxxxx</a:t>
            </a:r>
            <a:r>
              <a:rPr lang="en-US" sz="1400" dirty="0" err="1">
                <a:latin typeface="Aptos" panose="020B0004020202020204" pitchFamily="34" charset="0"/>
                <a:cs typeface="Fahkwang"/>
              </a:rPr>
              <a:t>xxxxxxxxxxxxxxxxxxxxxxxx</a:t>
            </a:r>
            <a:endParaRPr lang="en-US" sz="1400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Aptos" panose="020B0004020202020204" pitchFamily="34" charset="0"/>
                <a:cs typeface="Fahkwang"/>
              </a:rPr>
              <a:t>xxxxxxxxxxxxxx</a:t>
            </a:r>
            <a:r>
              <a:rPr lang="en-US" sz="1400" dirty="0" err="1">
                <a:latin typeface="Aptos" panose="020B0004020202020204" pitchFamily="34" charset="0"/>
                <a:cs typeface="Fahkwang"/>
              </a:rPr>
              <a:t>xxxxxxxxxxxxxxxxxxxxxxxx</a:t>
            </a:r>
            <a:endParaRPr lang="en-US" sz="1400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endParaRPr lang="en-US" sz="1400" b="1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242424"/>
                </a:solidFill>
                <a:latin typeface="Aptos" panose="020B0004020202020204" pitchFamily="34" charset="0"/>
                <a:cs typeface="Fahkwang"/>
              </a:rPr>
              <a:t>xxxxxxxxxx</a:t>
            </a:r>
            <a:r>
              <a:rPr lang="en-US" sz="1400" b="1" dirty="0">
                <a:solidFill>
                  <a:srgbClr val="242424"/>
                </a:solidFill>
                <a:latin typeface="Aptos" panose="020B0004020202020204" pitchFamily="34" charset="0"/>
                <a:cs typeface="Fahkwang"/>
              </a:rPr>
              <a:t> </a:t>
            </a:r>
            <a:r>
              <a:rPr lang="en-US" sz="1400" dirty="0" err="1">
                <a:solidFill>
                  <a:srgbClr val="242424"/>
                </a:solidFill>
                <a:latin typeface="Aptos" panose="020B0004020202020204" pitchFamily="34" charset="0"/>
                <a:cs typeface="Fahkwang"/>
              </a:rPr>
              <a:t>xxxxxxxxxxxxxxxxxxxxxxxxxxxxxxxxxxxxxx</a:t>
            </a:r>
            <a:endParaRPr lang="en-US" sz="1400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Aptos" panose="020B0004020202020204" pitchFamily="34" charset="0"/>
                <a:cs typeface="Fahkwang"/>
              </a:rPr>
              <a:t>xxxxxxxxx</a:t>
            </a:r>
            <a:r>
              <a:rPr lang="en-US" sz="1400" b="1" dirty="0">
                <a:latin typeface="Aptos" panose="020B0004020202020204" pitchFamily="34" charset="0"/>
                <a:cs typeface="Fahkwang"/>
              </a:rPr>
              <a:t> </a:t>
            </a:r>
            <a:r>
              <a:rPr lang="en-US" sz="1400" dirty="0" err="1">
                <a:solidFill>
                  <a:srgbClr val="242424"/>
                </a:solidFill>
                <a:latin typeface="Aptos" panose="020B0004020202020204" pitchFamily="34" charset="0"/>
                <a:cs typeface="Fahkwang"/>
              </a:rPr>
              <a:t>xxxxxxxxxxxxxxxxxxxxxxxxxxxxxxxxxxxxxxxxxxxxxxx</a:t>
            </a:r>
            <a:endParaRPr lang="en-US" sz="1400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Aptos" panose="020B0004020202020204" pitchFamily="34" charset="0"/>
                <a:cs typeface="Fahkwang"/>
              </a:rPr>
              <a:t>Xxxxxxxxxxxx</a:t>
            </a:r>
            <a:endParaRPr lang="en-US" sz="1400" b="1" dirty="0">
              <a:latin typeface="Aptos" panose="020B0004020202020204" pitchFamily="34" charset="0"/>
              <a:cs typeface="Fahkwang"/>
            </a:endParaRPr>
          </a:p>
          <a:p>
            <a:pPr marL="261938"/>
            <a:r>
              <a:rPr lang="en-US" sz="1400" b="1" dirty="0" err="1">
                <a:latin typeface="Aptos" panose="020B0004020202020204" pitchFamily="34" charset="0"/>
                <a:cs typeface="Fahkwang"/>
              </a:rPr>
              <a:t>xx</a:t>
            </a:r>
            <a:r>
              <a:rPr lang="en-US" sz="1400" dirty="0" err="1">
                <a:latin typeface="Aptos" panose="020B0004020202020204" pitchFamily="34" charset="0"/>
                <a:cs typeface="Fahkwang"/>
              </a:rPr>
              <a:t>xxxxxxxxxxxxxxxxxxxxxxxx</a:t>
            </a:r>
            <a:endParaRPr lang="en-US" sz="1400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endParaRPr lang="en-US" sz="1400" b="1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Aptos" panose="020B0004020202020204" pitchFamily="34" charset="0"/>
                <a:cs typeface="Fahkwang"/>
              </a:rPr>
              <a:t>xxxxxxxxxxxxxx</a:t>
            </a:r>
            <a:r>
              <a:rPr lang="en-US" sz="1400" dirty="0" err="1">
                <a:latin typeface="Aptos" panose="020B0004020202020204" pitchFamily="34" charset="0"/>
                <a:cs typeface="Fahkwang"/>
              </a:rPr>
              <a:t>xxxxxxxxxxxxxxxxxxxxxxxx</a:t>
            </a:r>
            <a:endParaRPr lang="en-US" sz="1400" dirty="0">
              <a:solidFill>
                <a:srgbClr val="242424"/>
              </a:solidFill>
              <a:latin typeface="Aptos" panose="020B0004020202020204" pitchFamily="34" charset="0"/>
              <a:cs typeface="Fahkwang"/>
            </a:endParaRPr>
          </a:p>
          <a:p>
            <a:endParaRPr lang="es-ES" sz="1400" dirty="0">
              <a:solidFill>
                <a:srgbClr val="242424"/>
              </a:solidFill>
              <a:latin typeface="Aptos" panose="020B0004020202020204" pitchFamily="34" charset="0"/>
              <a:cs typeface="Fahkwang" panose="00000500000000000000" pitchFamily="2" charset="-34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EAD256-8BDD-F48F-D920-2EF45215743A}"/>
              </a:ext>
            </a:extLst>
          </p:cNvPr>
          <p:cNvSpPr txBox="1"/>
          <p:nvPr/>
        </p:nvSpPr>
        <p:spPr>
          <a:xfrm>
            <a:off x="651770" y="1781420"/>
            <a:ext cx="399280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rgbClr val="AF6C45"/>
                </a:solidFill>
                <a:latin typeface="Aptos" panose="020B0004020202020204" pitchFamily="34" charset="0"/>
                <a:ea typeface="+mn-lt"/>
                <a:cs typeface="+mn-lt"/>
              </a:rPr>
              <a:t>xxxxxxxxxxxxxxxxxxxxxxxxxxxxxxxxxxxxxxxxxxxxxxxxxxxxxxxxxxxxxxxxxxxxxxxxxxxxxxxxxxxxxxxxxxxxxx.</a:t>
            </a:r>
            <a:endParaRPr lang="es-ES" dirty="0">
              <a:solidFill>
                <a:srgbClr val="AF6C45"/>
              </a:solidFill>
              <a:latin typeface="Aptos" panose="020B0004020202020204" pitchFamily="34" charset="0"/>
              <a:ea typeface="Calibri"/>
              <a:cs typeface="Fahkwang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82B90F3-7B4D-C376-34DE-3FF16814CE7E}"/>
              </a:ext>
            </a:extLst>
          </p:cNvPr>
          <p:cNvSpPr txBox="1"/>
          <p:nvPr/>
        </p:nvSpPr>
        <p:spPr>
          <a:xfrm>
            <a:off x="657418" y="5812722"/>
            <a:ext cx="5980749" cy="523220"/>
          </a:xfrm>
          <a:prstGeom prst="rect">
            <a:avLst/>
          </a:prstGeom>
          <a:solidFill>
            <a:srgbClr val="AF6C45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  <a:latin typeface="Aptos" panose="020B0004020202020204" pitchFamily="34" charset="0"/>
                <a:cs typeface="Fahkwang" panose="00000500000000000000" pitchFamily="2" charset="-34"/>
              </a:rPr>
              <a:t>Xxxxxxxxxxxxxxxxxxxxxxxxxxxxx</a:t>
            </a:r>
            <a:endParaRPr lang="en-US" sz="1400" b="1" dirty="0">
              <a:solidFill>
                <a:schemeClr val="bg1"/>
              </a:solidFill>
              <a:latin typeface="Aptos" panose="020B0004020202020204" pitchFamily="34" charset="0"/>
              <a:cs typeface="Fahkwang" panose="00000500000000000000" pitchFamily="2" charset="-34"/>
            </a:endParaRPr>
          </a:p>
          <a:p>
            <a:r>
              <a:rPr lang="en-US" sz="1400" b="1" dirty="0" err="1">
                <a:solidFill>
                  <a:schemeClr val="bg1"/>
                </a:solidFill>
                <a:latin typeface="Aptos" panose="020B0004020202020204" pitchFamily="34" charset="0"/>
                <a:cs typeface="Fahkwang" panose="00000500000000000000" pitchFamily="2" charset="-34"/>
              </a:rPr>
              <a:t>xxxxxxxxxxxx</a:t>
            </a:r>
            <a:r>
              <a:rPr lang="en-US" sz="1400" b="1" dirty="0">
                <a:solidFill>
                  <a:schemeClr val="bg1"/>
                </a:solidFill>
                <a:latin typeface="Aptos" panose="020B0004020202020204" pitchFamily="34" charset="0"/>
                <a:cs typeface="Fahkwang" panose="00000500000000000000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3823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2CA49-8310-C1A5-1307-7DF53DCF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aza, tabla, interior, café&#10;&#10;El contenido generado por IA puede ser incorrecto.">
            <a:extLst>
              <a:ext uri="{FF2B5EF4-FFF2-40B4-BE49-F238E27FC236}">
                <a16:creationId xmlns:a16="http://schemas.microsoft.com/office/drawing/2014/main" id="{3A832078-9CE3-2F6F-D215-7520C72B1C9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4C332657-2113-208D-7161-380FA7C08A29}"/>
              </a:ext>
            </a:extLst>
          </p:cNvPr>
          <p:cNvSpPr txBox="1"/>
          <p:nvPr/>
        </p:nvSpPr>
        <p:spPr>
          <a:xfrm>
            <a:off x="811131" y="5066174"/>
            <a:ext cx="1737114" cy="284385"/>
          </a:xfrm>
          <a:prstGeom prst="rect">
            <a:avLst/>
          </a:prstGeom>
          <a:solidFill>
            <a:srgbClr val="26252B"/>
          </a:solidFill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7699" marR="3081" lvl="0" indent="0" algn="ctr" defTabSz="914400" rtl="0" fontAlgn="auto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i="0" u="none" strike="noStrike" kern="1200" cap="none" spc="-3" baseline="0" dirty="0" err="1">
                <a:solidFill>
                  <a:schemeClr val="bg2"/>
                </a:solidFill>
                <a:uFillTx/>
                <a:latin typeface="Fahkwang" pitchFamily="2" charset="-34"/>
                <a:cs typeface="Fahkwang" pitchFamily="2" charset="-34"/>
              </a:rPr>
              <a:t>Categoria</a:t>
            </a:r>
            <a:endParaRPr lang="es-ES" i="0" u="none" strike="noStrike" kern="1200" cap="none" spc="0" baseline="0" dirty="0">
              <a:solidFill>
                <a:schemeClr val="bg2"/>
              </a:solidFill>
              <a:uFillTx/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2035331C-1A36-825F-B279-DCA89836BFED}"/>
              </a:ext>
            </a:extLst>
          </p:cNvPr>
          <p:cNvSpPr txBox="1"/>
          <p:nvPr/>
        </p:nvSpPr>
        <p:spPr>
          <a:xfrm>
            <a:off x="3359376" y="5066174"/>
            <a:ext cx="1637931" cy="284385"/>
          </a:xfrm>
          <a:prstGeom prst="rect">
            <a:avLst/>
          </a:prstGeom>
          <a:solidFill>
            <a:srgbClr val="26252B"/>
          </a:solidFill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7699" marR="3081" lvl="0" indent="0" algn="ctr" defTabSz="914400" rtl="0" fontAlgn="auto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pc="-6" dirty="0" err="1">
                <a:solidFill>
                  <a:schemeClr val="bg2"/>
                </a:solidFill>
                <a:latin typeface="Fahkwang" pitchFamily="2" charset="-34"/>
                <a:cs typeface="Fahkwang" pitchFamily="2" charset="-34"/>
              </a:rPr>
              <a:t>C</a:t>
            </a:r>
            <a:r>
              <a:rPr lang="es-ES" i="0" u="none" strike="noStrike" kern="1200" cap="none" spc="-6" baseline="0" dirty="0" err="1">
                <a:solidFill>
                  <a:schemeClr val="bg2"/>
                </a:solidFill>
                <a:uFillTx/>
                <a:latin typeface="Fahkwang" pitchFamily="2" charset="-34"/>
                <a:cs typeface="Fahkwang" pitchFamily="2" charset="-34"/>
              </a:rPr>
              <a:t>ategoria</a:t>
            </a:r>
            <a:endParaRPr lang="es-ES" i="0" u="none" strike="noStrike" kern="1200" cap="none" spc="0" baseline="0" dirty="0">
              <a:solidFill>
                <a:schemeClr val="bg2"/>
              </a:solidFill>
              <a:uFillTx/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11" name="object 24">
            <a:extLst>
              <a:ext uri="{FF2B5EF4-FFF2-40B4-BE49-F238E27FC236}">
                <a16:creationId xmlns:a16="http://schemas.microsoft.com/office/drawing/2014/main" id="{EEFE26AE-8414-D2AE-BE71-DAC29E073203}"/>
              </a:ext>
            </a:extLst>
          </p:cNvPr>
          <p:cNvSpPr txBox="1"/>
          <p:nvPr/>
        </p:nvSpPr>
        <p:spPr>
          <a:xfrm>
            <a:off x="5465687" y="5081324"/>
            <a:ext cx="1485275" cy="284385"/>
          </a:xfrm>
          <a:prstGeom prst="rect">
            <a:avLst/>
          </a:prstGeom>
          <a:solidFill>
            <a:srgbClr val="26252B"/>
          </a:solidFill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7620" algn="ctr">
              <a:spcBef>
                <a:spcPts val="6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pc="-3" dirty="0" err="1">
                <a:solidFill>
                  <a:schemeClr val="bg2"/>
                </a:solidFill>
                <a:latin typeface="Fahkwang"/>
                <a:cs typeface="Fahkwang"/>
              </a:rPr>
              <a:t>Categoria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A74E968-7D18-38BF-C383-241848A511E3}"/>
              </a:ext>
            </a:extLst>
          </p:cNvPr>
          <p:cNvSpPr txBox="1"/>
          <p:nvPr/>
        </p:nvSpPr>
        <p:spPr>
          <a:xfrm>
            <a:off x="865958" y="2219906"/>
            <a:ext cx="571297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600" dirty="0">
                <a:solidFill>
                  <a:srgbClr val="25252A"/>
                </a:solidFill>
                <a:latin typeface="Fahkwang Light" pitchFamily="2" charset="-34"/>
                <a:cs typeface="Fahkwang Light" pitchFamily="2" charset="-34"/>
              </a:rPr>
              <a:t>Título</a:t>
            </a:r>
          </a:p>
          <a:p>
            <a:endParaRPr lang="en-US" b="1" dirty="0">
              <a:solidFill>
                <a:srgbClr val="25252A"/>
              </a:solidFill>
              <a:latin typeface="Fahkwang" pitchFamily="2" charset="-34"/>
              <a:cs typeface="Fahkwang" pitchFamily="2" charset="-34"/>
            </a:endParaRPr>
          </a:p>
          <a:p>
            <a:endParaRPr lang="es-ES" dirty="0">
              <a:solidFill>
                <a:srgbClr val="25252A"/>
              </a:solidFill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744E9102-AE9E-DF8D-DE92-AA92D746427E}"/>
              </a:ext>
            </a:extLst>
          </p:cNvPr>
          <p:cNvSpPr txBox="1"/>
          <p:nvPr/>
        </p:nvSpPr>
        <p:spPr>
          <a:xfrm>
            <a:off x="9473026" y="5065158"/>
            <a:ext cx="1907843" cy="284385"/>
          </a:xfrm>
          <a:prstGeom prst="rect">
            <a:avLst/>
          </a:prstGeom>
          <a:solidFill>
            <a:srgbClr val="26252B"/>
          </a:solidFill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7620" marR="2540" lvl="0" indent="0" algn="ctr" defTabSz="91440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pc="-3" dirty="0" err="1">
                <a:solidFill>
                  <a:schemeClr val="bg2"/>
                </a:solidFill>
                <a:latin typeface="Fahkwang"/>
                <a:cs typeface="Fahkwang"/>
              </a:rPr>
              <a:t>Categoria</a:t>
            </a:r>
            <a:endParaRPr lang="es-ES" spc="-3" dirty="0">
              <a:solidFill>
                <a:schemeClr val="bg2"/>
              </a:solidFill>
              <a:latin typeface="Fahkwang"/>
              <a:cs typeface="Fahkwang"/>
            </a:endParaRPr>
          </a:p>
        </p:txBody>
      </p:sp>
      <p:sp>
        <p:nvSpPr>
          <p:cNvPr id="10" name="object 24">
            <a:extLst>
              <a:ext uri="{FF2B5EF4-FFF2-40B4-BE49-F238E27FC236}">
                <a16:creationId xmlns:a16="http://schemas.microsoft.com/office/drawing/2014/main" id="{07C5ABE2-4D35-CC49-0BC7-C5A35D72AFB7}"/>
              </a:ext>
            </a:extLst>
          </p:cNvPr>
          <p:cNvSpPr txBox="1"/>
          <p:nvPr/>
        </p:nvSpPr>
        <p:spPr>
          <a:xfrm>
            <a:off x="7419342" y="5065157"/>
            <a:ext cx="1485275" cy="284385"/>
          </a:xfrm>
          <a:prstGeom prst="rect">
            <a:avLst/>
          </a:prstGeom>
          <a:solidFill>
            <a:srgbClr val="26252B"/>
          </a:solidFill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7620" algn="ctr">
              <a:spcBef>
                <a:spcPts val="6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pc="-3" dirty="0" err="1">
                <a:solidFill>
                  <a:schemeClr val="bg2"/>
                </a:solidFill>
                <a:latin typeface="Fahkwang"/>
                <a:cs typeface="Fahkwang"/>
              </a:rPr>
              <a:t>Categoria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3305D03-0002-60DE-1FFB-CD97FE89F1F8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4061361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84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n 62" descr="Botella de plástico con una etiqueta de color blanco&#10;&#10;El contenido generado por IA puede ser incorrecto.">
            <a:extLst>
              <a:ext uri="{FF2B5EF4-FFF2-40B4-BE49-F238E27FC236}">
                <a16:creationId xmlns:a16="http://schemas.microsoft.com/office/drawing/2014/main" id="{DCDCF3E0-2914-4E6C-62A1-FC15CCBCFC2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36434" y="0"/>
            <a:ext cx="5755566" cy="6867737"/>
          </a:xfrm>
          <a:prstGeom prst="rect">
            <a:avLst/>
          </a:prstGeom>
        </p:spPr>
      </p:pic>
      <p:sp>
        <p:nvSpPr>
          <p:cNvPr id="15" name="object 44">
            <a:extLst>
              <a:ext uri="{FF2B5EF4-FFF2-40B4-BE49-F238E27FC236}">
                <a16:creationId xmlns:a16="http://schemas.microsoft.com/office/drawing/2014/main" id="{825B5853-E15F-AB11-BADE-40902D4F9E27}"/>
              </a:ext>
            </a:extLst>
          </p:cNvPr>
          <p:cNvSpPr txBox="1"/>
          <p:nvPr/>
        </p:nvSpPr>
        <p:spPr>
          <a:xfrm>
            <a:off x="786010" y="2276101"/>
            <a:ext cx="1612910" cy="2236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8083" rIns="0" bIns="0" anchor="t" anchorCtr="0" compatLnSpc="1">
            <a:spAutoFit/>
          </a:bodyPr>
          <a:lstStyle/>
          <a:p>
            <a:pPr marL="7699" marR="0" lvl="0" indent="0" algn="l" defTabSz="914400" rtl="0" fontAlgn="auto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-12" baseline="0" dirty="0" err="1">
                <a:uFillTx/>
                <a:latin typeface="Fahkwang" pitchFamily="2" charset="-34"/>
                <a:ea typeface="Source Sans Pro" panose="020B0503030403020204" pitchFamily="34" charset="0"/>
                <a:cs typeface="Fahkwang" pitchFamily="2" charset="-34"/>
              </a:rPr>
              <a:t>Categoria</a:t>
            </a:r>
            <a:endParaRPr lang="es-ES" sz="1400" b="1" i="0" u="none" strike="noStrike" kern="1200" cap="none" spc="0" baseline="0" dirty="0">
              <a:uFillTx/>
              <a:latin typeface="Fahkwang" pitchFamily="2" charset="-34"/>
              <a:ea typeface="Source Sans Pro" panose="020B0503030403020204" pitchFamily="34" charset="0"/>
              <a:cs typeface="Fahkwang" pitchFamily="2" charset="-34"/>
            </a:endParaRPr>
          </a:p>
        </p:txBody>
      </p:sp>
      <p:sp>
        <p:nvSpPr>
          <p:cNvPr id="16" name="object 45">
            <a:extLst>
              <a:ext uri="{FF2B5EF4-FFF2-40B4-BE49-F238E27FC236}">
                <a16:creationId xmlns:a16="http://schemas.microsoft.com/office/drawing/2014/main" id="{794A8290-0B83-F5EE-5CEE-EB5BEDEAFE89}"/>
              </a:ext>
            </a:extLst>
          </p:cNvPr>
          <p:cNvSpPr txBox="1"/>
          <p:nvPr/>
        </p:nvSpPr>
        <p:spPr>
          <a:xfrm>
            <a:off x="793178" y="2582553"/>
            <a:ext cx="1714698" cy="13480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179149" marR="559887" lvl="0" indent="-171450" algn="l" defTabSz="914400" rtl="0" fontAlgn="auto" hangingPunct="1">
              <a:lnSpc>
                <a:spcPct val="102299"/>
              </a:lnSpc>
              <a:spcBef>
                <a:spcPts val="6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0" i="0" u="none" strike="noStrike" kern="1200" cap="none" spc="3" baseline="0" dirty="0" err="1">
                <a:solidFill>
                  <a:srgbClr val="1D1D1B"/>
                </a:solidFill>
                <a:uFillTx/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</a:t>
            </a:r>
            <a:endParaRPr lang="es-ES" sz="1200" b="0" i="0" u="none" strike="noStrike" kern="1200" cap="none" spc="3" baseline="0" dirty="0">
              <a:solidFill>
                <a:srgbClr val="1D1D1B"/>
              </a:solidFill>
              <a:uFillTx/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algn="l" defTabSz="914400" rtl="0" fontAlgn="auto" hangingPunct="1">
              <a:lnSpc>
                <a:spcPct val="102299"/>
              </a:lnSpc>
              <a:spcBef>
                <a:spcPts val="6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algn="l" defTabSz="914400" rtl="0" fontAlgn="auto" hangingPunct="1">
              <a:lnSpc>
                <a:spcPct val="102299"/>
              </a:lnSpc>
              <a:spcBef>
                <a:spcPts val="6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spc="3" dirty="0" err="1">
                <a:solidFill>
                  <a:srgbClr val="1D1D1B"/>
                </a:solidFill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xxxxxxxxxxxxxxxxxxxxxxxxxxxxxxxxx</a:t>
            </a:r>
            <a:endParaRPr lang="es-ES" sz="1200" b="0" i="0" u="none" strike="noStrike" kern="1200" cap="none" spc="3" baseline="0" dirty="0">
              <a:solidFill>
                <a:srgbClr val="1D1D1B"/>
              </a:solidFill>
              <a:uFillTx/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0" lvl="0" indent="-171450" algn="l" defTabSz="914400" rtl="0" fontAlgn="auto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200" b="0" i="0" u="none" strike="noStrike" kern="1200" cap="none" spc="9" baseline="0" dirty="0">
              <a:solidFill>
                <a:srgbClr val="1D1D1B"/>
              </a:solidFill>
              <a:uFillTx/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</p:txBody>
      </p:sp>
      <p:sp>
        <p:nvSpPr>
          <p:cNvPr id="18" name="object 44">
            <a:extLst>
              <a:ext uri="{FF2B5EF4-FFF2-40B4-BE49-F238E27FC236}">
                <a16:creationId xmlns:a16="http://schemas.microsoft.com/office/drawing/2014/main" id="{F8127479-575B-F1FE-14DC-153BBADEAFA7}"/>
              </a:ext>
            </a:extLst>
          </p:cNvPr>
          <p:cNvSpPr txBox="1"/>
          <p:nvPr/>
        </p:nvSpPr>
        <p:spPr>
          <a:xfrm>
            <a:off x="2605923" y="2276101"/>
            <a:ext cx="1612910" cy="2236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8083" rIns="0" bIns="0" anchor="t" anchorCtr="0" compatLnSpc="1">
            <a:spAutoFit/>
          </a:bodyPr>
          <a:lstStyle/>
          <a:p>
            <a:pPr marL="7699" marR="0" lvl="0" indent="0" algn="l" defTabSz="914400" rtl="0" fontAlgn="auto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-12" baseline="0" dirty="0" err="1">
                <a:uFillTx/>
                <a:latin typeface="Fahkwang" pitchFamily="2" charset="-34"/>
                <a:ea typeface="Source Sans Pro" panose="020B0503030403020204" pitchFamily="34" charset="0"/>
                <a:cs typeface="Fahkwang" pitchFamily="2" charset="-34"/>
              </a:rPr>
              <a:t>Categoria</a:t>
            </a:r>
            <a:endParaRPr lang="es-ES" sz="1400" b="1" i="0" u="none" strike="noStrike" kern="1200" cap="none" spc="0" baseline="0" dirty="0">
              <a:uFillTx/>
              <a:latin typeface="Fahkwang" pitchFamily="2" charset="-34"/>
              <a:ea typeface="Source Sans Pro" panose="020B0503030403020204" pitchFamily="34" charset="0"/>
              <a:cs typeface="Fahkwang" pitchFamily="2" charset="-34"/>
            </a:endParaRPr>
          </a:p>
        </p:txBody>
      </p:sp>
      <p:sp>
        <p:nvSpPr>
          <p:cNvPr id="19" name="object 45">
            <a:extLst>
              <a:ext uri="{FF2B5EF4-FFF2-40B4-BE49-F238E27FC236}">
                <a16:creationId xmlns:a16="http://schemas.microsoft.com/office/drawing/2014/main" id="{24F74F55-873A-2F98-6851-BA908165F8C6}"/>
              </a:ext>
            </a:extLst>
          </p:cNvPr>
          <p:cNvSpPr txBox="1"/>
          <p:nvPr/>
        </p:nvSpPr>
        <p:spPr>
          <a:xfrm>
            <a:off x="2598753" y="2582562"/>
            <a:ext cx="2218599" cy="97047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spc="3" dirty="0" err="1">
                <a:solidFill>
                  <a:srgbClr val="1D1D1B"/>
                </a:solidFill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</a:t>
            </a: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spc="3" dirty="0" err="1">
                <a:solidFill>
                  <a:srgbClr val="1D1D1B"/>
                </a:solidFill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xxxxxxxxxxxxxxxxxxxxxxxxxxxxxxxxx</a:t>
            </a: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</p:txBody>
      </p:sp>
      <p:sp>
        <p:nvSpPr>
          <p:cNvPr id="20" name="object 44">
            <a:extLst>
              <a:ext uri="{FF2B5EF4-FFF2-40B4-BE49-F238E27FC236}">
                <a16:creationId xmlns:a16="http://schemas.microsoft.com/office/drawing/2014/main" id="{D21C8C6A-0E27-ABF6-F5AC-3C8C129C7EEE}"/>
              </a:ext>
            </a:extLst>
          </p:cNvPr>
          <p:cNvSpPr txBox="1"/>
          <p:nvPr/>
        </p:nvSpPr>
        <p:spPr>
          <a:xfrm>
            <a:off x="786010" y="4200492"/>
            <a:ext cx="1612910" cy="2236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8083" rIns="0" bIns="0" anchor="t" anchorCtr="0" compatLnSpc="1">
            <a:spAutoFit/>
          </a:bodyPr>
          <a:lstStyle/>
          <a:p>
            <a:pPr marL="7699" marR="0" lvl="0" indent="0" algn="l" defTabSz="914400" rtl="0" fontAlgn="auto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-12" baseline="0" dirty="0" err="1">
                <a:uFillTx/>
                <a:latin typeface="Fahkwang" pitchFamily="2" charset="-34"/>
                <a:ea typeface="Source Sans Pro" panose="020B0503030403020204" pitchFamily="34" charset="0"/>
                <a:cs typeface="Fahkwang" pitchFamily="2" charset="-34"/>
              </a:rPr>
              <a:t>categoria</a:t>
            </a:r>
            <a:endParaRPr lang="es-ES" sz="1400" b="1" i="0" u="none" strike="noStrike" kern="1200" cap="none" spc="0" baseline="0" dirty="0">
              <a:uFillTx/>
              <a:latin typeface="Fahkwang" pitchFamily="2" charset="-34"/>
              <a:ea typeface="Source Sans Pro" panose="020B0503030403020204" pitchFamily="34" charset="0"/>
              <a:cs typeface="Fahkwang" pitchFamily="2" charset="-34"/>
            </a:endParaRPr>
          </a:p>
        </p:txBody>
      </p:sp>
      <p:sp>
        <p:nvSpPr>
          <p:cNvPr id="21" name="object 45">
            <a:extLst>
              <a:ext uri="{FF2B5EF4-FFF2-40B4-BE49-F238E27FC236}">
                <a16:creationId xmlns:a16="http://schemas.microsoft.com/office/drawing/2014/main" id="{67949F9E-B855-A928-F78E-49321472D4EF}"/>
              </a:ext>
            </a:extLst>
          </p:cNvPr>
          <p:cNvSpPr txBox="1"/>
          <p:nvPr/>
        </p:nvSpPr>
        <p:spPr>
          <a:xfrm>
            <a:off x="814685" y="4532035"/>
            <a:ext cx="1909552" cy="11716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spc="3" dirty="0" err="1">
                <a:solidFill>
                  <a:srgbClr val="1D1D1B"/>
                </a:solidFill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</a:t>
            </a: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spc="3" dirty="0" err="1">
                <a:solidFill>
                  <a:srgbClr val="1D1D1B"/>
                </a:solidFill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xxxxxxxxxxxxxxxxxxxxxxxxxxxxxxxxx</a:t>
            </a: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algn="l" defTabSz="914400" rtl="0" fontAlgn="auto" hangingPunct="1">
              <a:lnSpc>
                <a:spcPct val="102299"/>
              </a:lnSpc>
              <a:spcBef>
                <a:spcPts val="6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200" b="0" i="0" u="none" strike="noStrike" kern="1200" cap="none" spc="9" baseline="0" dirty="0">
              <a:solidFill>
                <a:srgbClr val="1D1D1B"/>
              </a:solidFill>
              <a:uFillTx/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</p:txBody>
      </p:sp>
      <p:sp>
        <p:nvSpPr>
          <p:cNvPr id="23" name="object 44">
            <a:extLst>
              <a:ext uri="{FF2B5EF4-FFF2-40B4-BE49-F238E27FC236}">
                <a16:creationId xmlns:a16="http://schemas.microsoft.com/office/drawing/2014/main" id="{3257606D-CBF6-4C45-A6B0-B65FC491AC77}"/>
              </a:ext>
            </a:extLst>
          </p:cNvPr>
          <p:cNvSpPr txBox="1"/>
          <p:nvPr/>
        </p:nvSpPr>
        <p:spPr>
          <a:xfrm>
            <a:off x="2553633" y="4231693"/>
            <a:ext cx="1612910" cy="2236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8083" rIns="0" bIns="0" anchor="t" anchorCtr="0" compatLnSpc="1">
            <a:spAutoFit/>
          </a:bodyPr>
          <a:lstStyle/>
          <a:p>
            <a:pPr marL="7699" marR="0" lvl="0" indent="0" algn="l" defTabSz="914400" rtl="0" fontAlgn="auto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-12" baseline="0" dirty="0" err="1">
                <a:uFillTx/>
                <a:latin typeface="Fahkwang" pitchFamily="2" charset="-34"/>
                <a:ea typeface="Source Sans Pro" panose="020B0503030403020204" pitchFamily="34" charset="0"/>
                <a:cs typeface="Fahkwang" pitchFamily="2" charset="-34"/>
              </a:rPr>
              <a:t>Categoria</a:t>
            </a:r>
            <a:endParaRPr lang="es-ES" sz="1400" b="1" i="0" u="none" strike="noStrike" kern="1200" cap="none" spc="0" baseline="0" dirty="0">
              <a:uFillTx/>
              <a:latin typeface="Fahkwang" pitchFamily="2" charset="-34"/>
              <a:ea typeface="Source Sans Pro" panose="020B0503030403020204" pitchFamily="34" charset="0"/>
              <a:cs typeface="Fahkwang" pitchFamily="2" charset="-34"/>
            </a:endParaRPr>
          </a:p>
        </p:txBody>
      </p:sp>
      <p:sp>
        <p:nvSpPr>
          <p:cNvPr id="24" name="object 45">
            <a:extLst>
              <a:ext uri="{FF2B5EF4-FFF2-40B4-BE49-F238E27FC236}">
                <a16:creationId xmlns:a16="http://schemas.microsoft.com/office/drawing/2014/main" id="{C9D63774-9F90-054D-432E-88AB3B9F53D5}"/>
              </a:ext>
            </a:extLst>
          </p:cNvPr>
          <p:cNvSpPr txBox="1"/>
          <p:nvPr/>
        </p:nvSpPr>
        <p:spPr>
          <a:xfrm>
            <a:off x="2571555" y="4563236"/>
            <a:ext cx="1714043" cy="11588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7315" rIns="0" bIns="0" anchor="t" anchorCtr="0" compatLnSpc="1">
            <a:spAutoFit/>
          </a:bodyPr>
          <a:lstStyle/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spc="3" dirty="0" err="1">
                <a:solidFill>
                  <a:srgbClr val="1D1D1B"/>
                </a:solidFill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</a:t>
            </a: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  <a:p>
            <a:pPr marL="179149" marR="559887" lvl="0" indent="-171450" defTabSz="914400">
              <a:lnSpc>
                <a:spcPct val="102299"/>
              </a:lnSpc>
              <a:spcBef>
                <a:spcPts val="60"/>
              </a:spcBef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spc="3" dirty="0" err="1">
                <a:solidFill>
                  <a:srgbClr val="1D1D1B"/>
                </a:solidFill>
                <a:latin typeface="Aptos" panose="020B0004020202020204" pitchFamily="34" charset="0"/>
                <a:ea typeface="Source Sans Pro" panose="020B0503030403020204" pitchFamily="34" charset="0"/>
                <a:cs typeface="Arial Nova"/>
              </a:rPr>
              <a:t>xxxxxxxxxxxxxxxxxxxxxxxxxxxxxxxxx</a:t>
            </a:r>
            <a:endParaRPr lang="es-ES" sz="1200" spc="3" dirty="0">
              <a:solidFill>
                <a:srgbClr val="1D1D1B"/>
              </a:solidFill>
              <a:latin typeface="Aptos" panose="020B0004020202020204" pitchFamily="34" charset="0"/>
              <a:ea typeface="Source Sans Pro" panose="020B0503030403020204" pitchFamily="34" charset="0"/>
              <a:cs typeface="Arial Nova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F44FAC8-DCAC-1450-0678-7A8BFF4FF177}"/>
              </a:ext>
            </a:extLst>
          </p:cNvPr>
          <p:cNvCxnSpPr>
            <a:cxnSpLocks/>
          </p:cNvCxnSpPr>
          <p:nvPr/>
        </p:nvCxnSpPr>
        <p:spPr>
          <a:xfrm>
            <a:off x="649705" y="0"/>
            <a:ext cx="0" cy="1347537"/>
          </a:xfrm>
          <a:prstGeom prst="line">
            <a:avLst/>
          </a:prstGeom>
          <a:ln w="22225">
            <a:solidFill>
              <a:srgbClr val="2625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bject 2">
            <a:extLst>
              <a:ext uri="{FF2B5EF4-FFF2-40B4-BE49-F238E27FC236}">
                <a16:creationId xmlns:a16="http://schemas.microsoft.com/office/drawing/2014/main" id="{FB679B0C-ECFE-EBDF-7BAE-9E967B696D2F}"/>
              </a:ext>
            </a:extLst>
          </p:cNvPr>
          <p:cNvSpPr txBox="1">
            <a:spLocks/>
          </p:cNvSpPr>
          <p:nvPr/>
        </p:nvSpPr>
        <p:spPr>
          <a:xfrm>
            <a:off x="488846" y="329287"/>
            <a:ext cx="6858002" cy="607730"/>
          </a:xfrm>
          <a:prstGeom prst="rect">
            <a:avLst/>
          </a:prstGeom>
        </p:spPr>
        <p:txBody>
          <a:bodyPr vert="horz" wrap="square" lIns="0" tIns="53213" rIns="0" bIns="0" rtlCol="0" anchor="t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90830" algn="l">
              <a:spcBef>
                <a:spcPts val="100"/>
              </a:spcBef>
            </a:pPr>
            <a:r>
              <a:rPr lang="es-ES" sz="3600" b="1" spc="-40" dirty="0">
                <a:latin typeface="Fahkwang"/>
              </a:rPr>
              <a:t>Título</a:t>
            </a:r>
            <a:endParaRPr lang="es-ES" sz="3600" b="1" spc="70" dirty="0">
              <a:ln>
                <a:solidFill>
                  <a:schemeClr val="bg1"/>
                </a:solidFill>
              </a:ln>
              <a:latin typeface="Fahkwang"/>
            </a:endParaRPr>
          </a:p>
        </p:txBody>
      </p:sp>
      <p:sp>
        <p:nvSpPr>
          <p:cNvPr id="25" name="Gráfico 21">
            <a:extLst>
              <a:ext uri="{FF2B5EF4-FFF2-40B4-BE49-F238E27FC236}">
                <a16:creationId xmlns:a16="http://schemas.microsoft.com/office/drawing/2014/main" id="{ECF72619-28E1-A303-2C3B-AAFA1DE083EF}"/>
              </a:ext>
            </a:extLst>
          </p:cNvPr>
          <p:cNvSpPr/>
          <p:nvPr/>
        </p:nvSpPr>
        <p:spPr>
          <a:xfrm>
            <a:off x="5152028" y="2378422"/>
            <a:ext cx="2375899" cy="2976588"/>
          </a:xfrm>
          <a:custGeom>
            <a:avLst/>
            <a:gdLst>
              <a:gd name="connsiteX0" fmla="*/ 1698944 w 3397648"/>
              <a:gd name="connsiteY0" fmla="*/ 0 h 4256662"/>
              <a:gd name="connsiteX1" fmla="*/ 1698944 w 3397648"/>
              <a:gd name="connsiteY1" fmla="*/ 0 h 4256662"/>
              <a:gd name="connsiteX2" fmla="*/ 3397649 w 3397648"/>
              <a:gd name="connsiteY2" fmla="*/ 1698944 h 4256662"/>
              <a:gd name="connsiteX3" fmla="*/ 3397649 w 3397648"/>
              <a:gd name="connsiteY3" fmla="*/ 4256662 h 4256662"/>
              <a:gd name="connsiteX4" fmla="*/ 0 w 3397648"/>
              <a:gd name="connsiteY4" fmla="*/ 4256662 h 4256662"/>
              <a:gd name="connsiteX5" fmla="*/ 0 w 3397648"/>
              <a:gd name="connsiteY5" fmla="*/ 1698944 h 4256662"/>
              <a:gd name="connsiteX6" fmla="*/ 1698944 w 3397648"/>
              <a:gd name="connsiteY6" fmla="*/ 0 h 425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97648" h="4256662">
                <a:moveTo>
                  <a:pt x="1698944" y="0"/>
                </a:moveTo>
                <a:lnTo>
                  <a:pt x="1698944" y="0"/>
                </a:lnTo>
                <a:cubicBezTo>
                  <a:pt x="2636440" y="0"/>
                  <a:pt x="3397649" y="761209"/>
                  <a:pt x="3397649" y="1698944"/>
                </a:cubicBezTo>
                <a:lnTo>
                  <a:pt x="3397649" y="4256662"/>
                </a:lnTo>
                <a:lnTo>
                  <a:pt x="0" y="4256662"/>
                </a:lnTo>
                <a:lnTo>
                  <a:pt x="0" y="1698944"/>
                </a:lnTo>
                <a:cubicBezTo>
                  <a:pt x="0" y="761209"/>
                  <a:pt x="761209" y="0"/>
                  <a:pt x="1698944" y="0"/>
                </a:cubicBezTo>
                <a:close/>
              </a:path>
            </a:pathLst>
          </a:custGeo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240"/>
            </a:stretch>
          </a:blipFill>
          <a:ln w="23813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AB116662-1695-C851-596B-01AC9A48D3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8000"/>
                    </a14:imgEffect>
                    <a14:imgEffect>
                      <a14:brightnessContrast bright="-42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outerShdw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ráfico 7">
            <a:extLst>
              <a:ext uri="{FF2B5EF4-FFF2-40B4-BE49-F238E27FC236}">
                <a16:creationId xmlns:a16="http://schemas.microsoft.com/office/drawing/2014/main" id="{EBDAF010-AD99-31EE-F64D-E2A19443C2E0}"/>
              </a:ext>
            </a:extLst>
          </p:cNvPr>
          <p:cNvSpPr/>
          <p:nvPr/>
        </p:nvSpPr>
        <p:spPr>
          <a:xfrm>
            <a:off x="3856432" y="2976151"/>
            <a:ext cx="4479136" cy="905698"/>
          </a:xfrm>
          <a:custGeom>
            <a:avLst/>
            <a:gdLst>
              <a:gd name="connsiteX0" fmla="*/ 3481150 w 4479136"/>
              <a:gd name="connsiteY0" fmla="*/ 580548 h 905698"/>
              <a:gd name="connsiteX1" fmla="*/ 3529439 w 4479136"/>
              <a:gd name="connsiteY1" fmla="*/ 580548 h 905698"/>
              <a:gd name="connsiteX2" fmla="*/ 3529439 w 4479136"/>
              <a:gd name="connsiteY2" fmla="*/ 882090 h 905698"/>
              <a:gd name="connsiteX3" fmla="*/ 3733329 w 4479136"/>
              <a:gd name="connsiteY3" fmla="*/ 882090 h 905698"/>
              <a:gd name="connsiteX4" fmla="*/ 3733329 w 4479136"/>
              <a:gd name="connsiteY4" fmla="*/ 904625 h 905698"/>
              <a:gd name="connsiteX5" fmla="*/ 3482223 w 4479136"/>
              <a:gd name="connsiteY5" fmla="*/ 904625 h 905698"/>
              <a:gd name="connsiteX6" fmla="*/ 3482223 w 4479136"/>
              <a:gd name="connsiteY6" fmla="*/ 580548 h 905698"/>
              <a:gd name="connsiteX7" fmla="*/ 4029506 w 4479136"/>
              <a:gd name="connsiteY7" fmla="*/ 819850 h 905698"/>
              <a:gd name="connsiteX8" fmla="*/ 3842786 w 4479136"/>
              <a:gd name="connsiteY8" fmla="*/ 819850 h 905698"/>
              <a:gd name="connsiteX9" fmla="*/ 3800935 w 4479136"/>
              <a:gd name="connsiteY9" fmla="*/ 903552 h 905698"/>
              <a:gd name="connsiteX10" fmla="*/ 3768741 w 4479136"/>
              <a:gd name="connsiteY10" fmla="*/ 903552 h 905698"/>
              <a:gd name="connsiteX11" fmla="*/ 3937219 w 4479136"/>
              <a:gd name="connsiteY11" fmla="*/ 575183 h 905698"/>
              <a:gd name="connsiteX12" fmla="*/ 3961900 w 4479136"/>
              <a:gd name="connsiteY12" fmla="*/ 575183 h 905698"/>
              <a:gd name="connsiteX13" fmla="*/ 4120720 w 4479136"/>
              <a:gd name="connsiteY13" fmla="*/ 903552 h 905698"/>
              <a:gd name="connsiteX14" fmla="*/ 4069211 w 4479136"/>
              <a:gd name="connsiteY14" fmla="*/ 903552 h 905698"/>
              <a:gd name="connsiteX15" fmla="*/ 4029506 w 4479136"/>
              <a:gd name="connsiteY15" fmla="*/ 819850 h 905698"/>
              <a:gd name="connsiteX16" fmla="*/ 4018775 w 4479136"/>
              <a:gd name="connsiteY16" fmla="*/ 797315 h 905698"/>
              <a:gd name="connsiteX17" fmla="*/ 3939365 w 4479136"/>
              <a:gd name="connsiteY17" fmla="*/ 626692 h 905698"/>
              <a:gd name="connsiteX18" fmla="*/ 3854590 w 4479136"/>
              <a:gd name="connsiteY18" fmla="*/ 797315 h 905698"/>
              <a:gd name="connsiteX19" fmla="*/ 4018775 w 4479136"/>
              <a:gd name="connsiteY19" fmla="*/ 797315 h 905698"/>
              <a:gd name="connsiteX20" fmla="*/ 4181886 w 4479136"/>
              <a:gd name="connsiteY20" fmla="*/ 580548 h 905698"/>
              <a:gd name="connsiteX21" fmla="*/ 4333194 w 4479136"/>
              <a:gd name="connsiteY21" fmla="*/ 580548 h 905698"/>
              <a:gd name="connsiteX22" fmla="*/ 4425481 w 4479136"/>
              <a:gd name="connsiteY22" fmla="*/ 600937 h 905698"/>
              <a:gd name="connsiteX23" fmla="*/ 4459821 w 4479136"/>
              <a:gd name="connsiteY23" fmla="*/ 656739 h 905698"/>
              <a:gd name="connsiteX24" fmla="*/ 4435139 w 4479136"/>
              <a:gd name="connsiteY24" fmla="*/ 708248 h 905698"/>
              <a:gd name="connsiteX25" fmla="*/ 4370753 w 4479136"/>
              <a:gd name="connsiteY25" fmla="*/ 736148 h 905698"/>
              <a:gd name="connsiteX26" fmla="*/ 4451236 w 4479136"/>
              <a:gd name="connsiteY26" fmla="*/ 760830 h 905698"/>
              <a:gd name="connsiteX27" fmla="*/ 4479137 w 4479136"/>
              <a:gd name="connsiteY27" fmla="*/ 818777 h 905698"/>
              <a:gd name="connsiteX28" fmla="*/ 4444797 w 4479136"/>
              <a:gd name="connsiteY28" fmla="*/ 883163 h 905698"/>
              <a:gd name="connsiteX29" fmla="*/ 4343925 w 4479136"/>
              <a:gd name="connsiteY29" fmla="*/ 905698 h 905698"/>
              <a:gd name="connsiteX30" fmla="*/ 4181886 w 4479136"/>
              <a:gd name="connsiteY30" fmla="*/ 905698 h 905698"/>
              <a:gd name="connsiteX31" fmla="*/ 4181886 w 4479136"/>
              <a:gd name="connsiteY31" fmla="*/ 581622 h 905698"/>
              <a:gd name="connsiteX32" fmla="*/ 4316025 w 4479136"/>
              <a:gd name="connsiteY32" fmla="*/ 725417 h 905698"/>
              <a:gd name="connsiteX33" fmla="*/ 4387923 w 4479136"/>
              <a:gd name="connsiteY33" fmla="*/ 708248 h 905698"/>
              <a:gd name="connsiteX34" fmla="*/ 4412604 w 4479136"/>
              <a:gd name="connsiteY34" fmla="*/ 658885 h 905698"/>
              <a:gd name="connsiteX35" fmla="*/ 4388996 w 4479136"/>
              <a:gd name="connsiteY35" fmla="*/ 615961 h 905698"/>
              <a:gd name="connsiteX36" fmla="*/ 4317098 w 4479136"/>
              <a:gd name="connsiteY36" fmla="*/ 602010 h 905698"/>
              <a:gd name="connsiteX37" fmla="*/ 4230176 w 4479136"/>
              <a:gd name="connsiteY37" fmla="*/ 602010 h 905698"/>
              <a:gd name="connsiteX38" fmla="*/ 4230176 w 4479136"/>
              <a:gd name="connsiteY38" fmla="*/ 724344 h 905698"/>
              <a:gd name="connsiteX39" fmla="*/ 4314952 w 4479136"/>
              <a:gd name="connsiteY39" fmla="*/ 724344 h 905698"/>
              <a:gd name="connsiteX40" fmla="*/ 4349291 w 4479136"/>
              <a:gd name="connsiteY40" fmla="*/ 882090 h 905698"/>
              <a:gd name="connsiteX41" fmla="*/ 4409385 w 4479136"/>
              <a:gd name="connsiteY41" fmla="*/ 864921 h 905698"/>
              <a:gd name="connsiteX42" fmla="*/ 4430847 w 4479136"/>
              <a:gd name="connsiteY42" fmla="*/ 815558 h 905698"/>
              <a:gd name="connsiteX43" fmla="*/ 4400800 w 4479136"/>
              <a:gd name="connsiteY43" fmla="*/ 765122 h 905698"/>
              <a:gd name="connsiteX44" fmla="*/ 4311732 w 4479136"/>
              <a:gd name="connsiteY44" fmla="*/ 747952 h 905698"/>
              <a:gd name="connsiteX45" fmla="*/ 4229103 w 4479136"/>
              <a:gd name="connsiteY45" fmla="*/ 747952 h 905698"/>
              <a:gd name="connsiteX46" fmla="*/ 4229103 w 4479136"/>
              <a:gd name="connsiteY46" fmla="*/ 882090 h 905698"/>
              <a:gd name="connsiteX47" fmla="*/ 4347145 w 4479136"/>
              <a:gd name="connsiteY47" fmla="*/ 882090 h 905698"/>
              <a:gd name="connsiteX48" fmla="*/ 156673 w 4479136"/>
              <a:gd name="connsiteY48" fmla="*/ 860628 h 905698"/>
              <a:gd name="connsiteX49" fmla="*/ 178135 w 4479136"/>
              <a:gd name="connsiteY49" fmla="*/ 898187 h 905698"/>
              <a:gd name="connsiteX50" fmla="*/ 0 w 4479136"/>
              <a:gd name="connsiteY50" fmla="*/ 898187 h 905698"/>
              <a:gd name="connsiteX51" fmla="*/ 21462 w 4479136"/>
              <a:gd name="connsiteY51" fmla="*/ 860628 h 905698"/>
              <a:gd name="connsiteX52" fmla="*/ 21462 w 4479136"/>
              <a:gd name="connsiteY52" fmla="*/ 42924 h 905698"/>
              <a:gd name="connsiteX53" fmla="*/ 0 w 4479136"/>
              <a:gd name="connsiteY53" fmla="*/ 5366 h 905698"/>
              <a:gd name="connsiteX54" fmla="*/ 178135 w 4479136"/>
              <a:gd name="connsiteY54" fmla="*/ 5366 h 905698"/>
              <a:gd name="connsiteX55" fmla="*/ 156673 w 4479136"/>
              <a:gd name="connsiteY55" fmla="*/ 42924 h 905698"/>
              <a:gd name="connsiteX56" fmla="*/ 156673 w 4479136"/>
              <a:gd name="connsiteY56" fmla="*/ 860628 h 905698"/>
              <a:gd name="connsiteX57" fmla="*/ 2479944 w 4479136"/>
              <a:gd name="connsiteY57" fmla="*/ 451776 h 905698"/>
              <a:gd name="connsiteX58" fmla="*/ 2033532 w 4479136"/>
              <a:gd name="connsiteY58" fmla="*/ 903552 h 905698"/>
              <a:gd name="connsiteX59" fmla="*/ 1586048 w 4479136"/>
              <a:gd name="connsiteY59" fmla="*/ 451776 h 905698"/>
              <a:gd name="connsiteX60" fmla="*/ 2033532 w 4479136"/>
              <a:gd name="connsiteY60" fmla="*/ 0 h 905698"/>
              <a:gd name="connsiteX61" fmla="*/ 2479944 w 4479136"/>
              <a:gd name="connsiteY61" fmla="*/ 451776 h 905698"/>
              <a:gd name="connsiteX62" fmla="*/ 2335075 w 4479136"/>
              <a:gd name="connsiteY62" fmla="*/ 451776 h 905698"/>
              <a:gd name="connsiteX63" fmla="*/ 2033532 w 4479136"/>
              <a:gd name="connsiteY63" fmla="*/ 66532 h 905698"/>
              <a:gd name="connsiteX64" fmla="*/ 1730917 w 4479136"/>
              <a:gd name="connsiteY64" fmla="*/ 451776 h 905698"/>
              <a:gd name="connsiteX65" fmla="*/ 2033532 w 4479136"/>
              <a:gd name="connsiteY65" fmla="*/ 837020 h 905698"/>
              <a:gd name="connsiteX66" fmla="*/ 2335075 w 4479136"/>
              <a:gd name="connsiteY66" fmla="*/ 451776 h 905698"/>
              <a:gd name="connsiteX67" fmla="*/ 3308380 w 4479136"/>
              <a:gd name="connsiteY67" fmla="*/ 5366 h 905698"/>
              <a:gd name="connsiteX68" fmla="*/ 3286918 w 4479136"/>
              <a:gd name="connsiteY68" fmla="*/ 42924 h 905698"/>
              <a:gd name="connsiteX69" fmla="*/ 3286918 w 4479136"/>
              <a:gd name="connsiteY69" fmla="*/ 898187 h 905698"/>
              <a:gd name="connsiteX70" fmla="*/ 3220386 w 4479136"/>
              <a:gd name="connsiteY70" fmla="*/ 898187 h 905698"/>
              <a:gd name="connsiteX71" fmla="*/ 2640909 w 4479136"/>
              <a:gd name="connsiteY71" fmla="*/ 214620 h 905698"/>
              <a:gd name="connsiteX72" fmla="*/ 2640909 w 4479136"/>
              <a:gd name="connsiteY72" fmla="*/ 860628 h 905698"/>
              <a:gd name="connsiteX73" fmla="*/ 2662371 w 4479136"/>
              <a:gd name="connsiteY73" fmla="*/ 898187 h 905698"/>
              <a:gd name="connsiteX74" fmla="*/ 2551841 w 4479136"/>
              <a:gd name="connsiteY74" fmla="*/ 898187 h 905698"/>
              <a:gd name="connsiteX75" fmla="*/ 2573304 w 4479136"/>
              <a:gd name="connsiteY75" fmla="*/ 860628 h 905698"/>
              <a:gd name="connsiteX76" fmla="*/ 2573304 w 4479136"/>
              <a:gd name="connsiteY76" fmla="*/ 42924 h 905698"/>
              <a:gd name="connsiteX77" fmla="*/ 2551841 w 4479136"/>
              <a:gd name="connsiteY77" fmla="*/ 5366 h 905698"/>
              <a:gd name="connsiteX78" fmla="*/ 2640909 w 4479136"/>
              <a:gd name="connsiteY78" fmla="*/ 5366 h 905698"/>
              <a:gd name="connsiteX79" fmla="*/ 3219312 w 4479136"/>
              <a:gd name="connsiteY79" fmla="*/ 687859 h 905698"/>
              <a:gd name="connsiteX80" fmla="*/ 3219312 w 4479136"/>
              <a:gd name="connsiteY80" fmla="*/ 42924 h 905698"/>
              <a:gd name="connsiteX81" fmla="*/ 3197850 w 4479136"/>
              <a:gd name="connsiteY81" fmla="*/ 5366 h 905698"/>
              <a:gd name="connsiteX82" fmla="*/ 3308380 w 4479136"/>
              <a:gd name="connsiteY82" fmla="*/ 5366 h 905698"/>
              <a:gd name="connsiteX83" fmla="*/ 1582829 w 4479136"/>
              <a:gd name="connsiteY83" fmla="*/ 5366 h 905698"/>
              <a:gd name="connsiteX84" fmla="*/ 359490 w 4479136"/>
              <a:gd name="connsiteY84" fmla="*/ 5366 h 905698"/>
              <a:gd name="connsiteX85" fmla="*/ 332662 w 4479136"/>
              <a:gd name="connsiteY85" fmla="*/ 139503 h 905698"/>
              <a:gd name="connsiteX86" fmla="*/ 429242 w 4479136"/>
              <a:gd name="connsiteY86" fmla="*/ 71898 h 905698"/>
              <a:gd name="connsiteX87" fmla="*/ 846679 w 4479136"/>
              <a:gd name="connsiteY87" fmla="*/ 71898 h 905698"/>
              <a:gd name="connsiteX88" fmla="*/ 295104 w 4479136"/>
              <a:gd name="connsiteY88" fmla="*/ 831654 h 905698"/>
              <a:gd name="connsiteX89" fmla="*/ 295104 w 4479136"/>
              <a:gd name="connsiteY89" fmla="*/ 898187 h 905698"/>
              <a:gd name="connsiteX90" fmla="*/ 1554928 w 4479136"/>
              <a:gd name="connsiteY90" fmla="*/ 898187 h 905698"/>
              <a:gd name="connsiteX91" fmla="*/ 1581755 w 4479136"/>
              <a:gd name="connsiteY91" fmla="*/ 762976 h 905698"/>
              <a:gd name="connsiteX92" fmla="*/ 1485176 w 4479136"/>
              <a:gd name="connsiteY92" fmla="*/ 830581 h 905698"/>
              <a:gd name="connsiteX93" fmla="*/ 1032326 w 4479136"/>
              <a:gd name="connsiteY93" fmla="*/ 830581 h 905698"/>
              <a:gd name="connsiteX94" fmla="*/ 1582829 w 4479136"/>
              <a:gd name="connsiteY94" fmla="*/ 72971 h 905698"/>
              <a:gd name="connsiteX95" fmla="*/ 1582829 w 4479136"/>
              <a:gd name="connsiteY95" fmla="*/ 5366 h 905698"/>
              <a:gd name="connsiteX96" fmla="*/ 801609 w 4479136"/>
              <a:gd name="connsiteY96" fmla="*/ 830581 h 905698"/>
              <a:gd name="connsiteX97" fmla="*/ 463581 w 4479136"/>
              <a:gd name="connsiteY97" fmla="*/ 830581 h 905698"/>
              <a:gd name="connsiteX98" fmla="*/ 975452 w 4479136"/>
              <a:gd name="connsiteY98" fmla="*/ 125553 h 905698"/>
              <a:gd name="connsiteX99" fmla="*/ 1079543 w 4479136"/>
              <a:gd name="connsiteY99" fmla="*/ 72971 h 905698"/>
              <a:gd name="connsiteX100" fmla="*/ 1416497 w 4479136"/>
              <a:gd name="connsiteY100" fmla="*/ 72971 h 905698"/>
              <a:gd name="connsiteX101" fmla="*/ 904627 w 4479136"/>
              <a:gd name="connsiteY101" fmla="*/ 777999 h 905698"/>
              <a:gd name="connsiteX102" fmla="*/ 800536 w 4479136"/>
              <a:gd name="connsiteY102" fmla="*/ 830581 h 90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479136" h="905698">
                <a:moveTo>
                  <a:pt x="3481150" y="580548"/>
                </a:moveTo>
                <a:lnTo>
                  <a:pt x="3529439" y="580548"/>
                </a:lnTo>
                <a:lnTo>
                  <a:pt x="3529439" y="882090"/>
                </a:lnTo>
                <a:lnTo>
                  <a:pt x="3733329" y="882090"/>
                </a:lnTo>
                <a:lnTo>
                  <a:pt x="3733329" y="904625"/>
                </a:lnTo>
                <a:lnTo>
                  <a:pt x="3482223" y="904625"/>
                </a:lnTo>
                <a:lnTo>
                  <a:pt x="3482223" y="580548"/>
                </a:lnTo>
                <a:close/>
                <a:moveTo>
                  <a:pt x="4029506" y="819850"/>
                </a:moveTo>
                <a:lnTo>
                  <a:pt x="3842786" y="819850"/>
                </a:lnTo>
                <a:lnTo>
                  <a:pt x="3800935" y="903552"/>
                </a:lnTo>
                <a:lnTo>
                  <a:pt x="3768741" y="903552"/>
                </a:lnTo>
                <a:lnTo>
                  <a:pt x="3937219" y="575183"/>
                </a:lnTo>
                <a:lnTo>
                  <a:pt x="3961900" y="575183"/>
                </a:lnTo>
                <a:lnTo>
                  <a:pt x="4120720" y="903552"/>
                </a:lnTo>
                <a:lnTo>
                  <a:pt x="4069211" y="903552"/>
                </a:lnTo>
                <a:lnTo>
                  <a:pt x="4029506" y="819850"/>
                </a:lnTo>
                <a:close/>
                <a:moveTo>
                  <a:pt x="4018775" y="797315"/>
                </a:moveTo>
                <a:lnTo>
                  <a:pt x="3939365" y="626692"/>
                </a:lnTo>
                <a:lnTo>
                  <a:pt x="3854590" y="797315"/>
                </a:lnTo>
                <a:lnTo>
                  <a:pt x="4018775" y="797315"/>
                </a:lnTo>
                <a:close/>
                <a:moveTo>
                  <a:pt x="4181886" y="580548"/>
                </a:moveTo>
                <a:lnTo>
                  <a:pt x="4333194" y="580548"/>
                </a:lnTo>
                <a:cubicBezTo>
                  <a:pt x="4371826" y="580548"/>
                  <a:pt x="4402946" y="586987"/>
                  <a:pt x="4425481" y="600937"/>
                </a:cubicBezTo>
                <a:cubicBezTo>
                  <a:pt x="4448017" y="614888"/>
                  <a:pt x="4459821" y="633130"/>
                  <a:pt x="4459821" y="656739"/>
                </a:cubicBezTo>
                <a:cubicBezTo>
                  <a:pt x="4459821" y="680347"/>
                  <a:pt x="4451236" y="694297"/>
                  <a:pt x="4435139" y="708248"/>
                </a:cubicBezTo>
                <a:cubicBezTo>
                  <a:pt x="4419043" y="722198"/>
                  <a:pt x="4397581" y="731856"/>
                  <a:pt x="4370753" y="736148"/>
                </a:cubicBezTo>
                <a:cubicBezTo>
                  <a:pt x="4406166" y="739368"/>
                  <a:pt x="4432993" y="747952"/>
                  <a:pt x="4451236" y="760830"/>
                </a:cubicBezTo>
                <a:cubicBezTo>
                  <a:pt x="4469479" y="773707"/>
                  <a:pt x="4479137" y="793023"/>
                  <a:pt x="4479137" y="818777"/>
                </a:cubicBezTo>
                <a:cubicBezTo>
                  <a:pt x="4479137" y="844532"/>
                  <a:pt x="4467332" y="868140"/>
                  <a:pt x="4444797" y="883163"/>
                </a:cubicBezTo>
                <a:cubicBezTo>
                  <a:pt x="4421189" y="898187"/>
                  <a:pt x="4387923" y="905698"/>
                  <a:pt x="4343925" y="905698"/>
                </a:cubicBezTo>
                <a:lnTo>
                  <a:pt x="4181886" y="905698"/>
                </a:lnTo>
                <a:lnTo>
                  <a:pt x="4181886" y="581622"/>
                </a:lnTo>
                <a:close/>
                <a:moveTo>
                  <a:pt x="4316025" y="725417"/>
                </a:moveTo>
                <a:cubicBezTo>
                  <a:pt x="4347145" y="725417"/>
                  <a:pt x="4370753" y="720052"/>
                  <a:pt x="4387923" y="708248"/>
                </a:cubicBezTo>
                <a:cubicBezTo>
                  <a:pt x="4405092" y="697517"/>
                  <a:pt x="4412604" y="680347"/>
                  <a:pt x="4412604" y="658885"/>
                </a:cubicBezTo>
                <a:cubicBezTo>
                  <a:pt x="4412604" y="637423"/>
                  <a:pt x="4405092" y="625619"/>
                  <a:pt x="4388996" y="615961"/>
                </a:cubicBezTo>
                <a:cubicBezTo>
                  <a:pt x="4372899" y="606303"/>
                  <a:pt x="4349291" y="602010"/>
                  <a:pt x="4317098" y="602010"/>
                </a:cubicBezTo>
                <a:lnTo>
                  <a:pt x="4230176" y="602010"/>
                </a:lnTo>
                <a:lnTo>
                  <a:pt x="4230176" y="724344"/>
                </a:lnTo>
                <a:lnTo>
                  <a:pt x="4314952" y="724344"/>
                </a:lnTo>
                <a:close/>
                <a:moveTo>
                  <a:pt x="4349291" y="882090"/>
                </a:moveTo>
                <a:cubicBezTo>
                  <a:pt x="4375045" y="882090"/>
                  <a:pt x="4395435" y="876725"/>
                  <a:pt x="4409385" y="864921"/>
                </a:cubicBezTo>
                <a:cubicBezTo>
                  <a:pt x="4424408" y="853116"/>
                  <a:pt x="4430847" y="837020"/>
                  <a:pt x="4430847" y="815558"/>
                </a:cubicBezTo>
                <a:cubicBezTo>
                  <a:pt x="4430847" y="794096"/>
                  <a:pt x="4421189" y="775853"/>
                  <a:pt x="4400800" y="765122"/>
                </a:cubicBezTo>
                <a:cubicBezTo>
                  <a:pt x="4380411" y="754391"/>
                  <a:pt x="4351437" y="747952"/>
                  <a:pt x="4311732" y="747952"/>
                </a:cubicBezTo>
                <a:lnTo>
                  <a:pt x="4229103" y="747952"/>
                </a:lnTo>
                <a:lnTo>
                  <a:pt x="4229103" y="882090"/>
                </a:lnTo>
                <a:lnTo>
                  <a:pt x="4347145" y="882090"/>
                </a:lnTo>
                <a:close/>
                <a:moveTo>
                  <a:pt x="156673" y="860628"/>
                </a:moveTo>
                <a:cubicBezTo>
                  <a:pt x="156673" y="878871"/>
                  <a:pt x="165258" y="892821"/>
                  <a:pt x="178135" y="898187"/>
                </a:cubicBezTo>
                <a:lnTo>
                  <a:pt x="0" y="898187"/>
                </a:lnTo>
                <a:cubicBezTo>
                  <a:pt x="13950" y="892821"/>
                  <a:pt x="21462" y="879944"/>
                  <a:pt x="21462" y="860628"/>
                </a:cubicBezTo>
                <a:lnTo>
                  <a:pt x="21462" y="42924"/>
                </a:lnTo>
                <a:cubicBezTo>
                  <a:pt x="21462" y="24681"/>
                  <a:pt x="12877" y="10731"/>
                  <a:pt x="0" y="5366"/>
                </a:cubicBezTo>
                <a:lnTo>
                  <a:pt x="178135" y="5366"/>
                </a:lnTo>
                <a:cubicBezTo>
                  <a:pt x="164185" y="10731"/>
                  <a:pt x="156673" y="23608"/>
                  <a:pt x="156673" y="42924"/>
                </a:cubicBezTo>
                <a:lnTo>
                  <a:pt x="156673" y="860628"/>
                </a:lnTo>
                <a:close/>
                <a:moveTo>
                  <a:pt x="2479944" y="451776"/>
                </a:moveTo>
                <a:cubicBezTo>
                  <a:pt x="2479944" y="698590"/>
                  <a:pt x="2332928" y="903552"/>
                  <a:pt x="2033532" y="903552"/>
                </a:cubicBezTo>
                <a:cubicBezTo>
                  <a:pt x="1734136" y="903552"/>
                  <a:pt x="1586048" y="698590"/>
                  <a:pt x="1586048" y="451776"/>
                </a:cubicBezTo>
                <a:cubicBezTo>
                  <a:pt x="1586048" y="204963"/>
                  <a:pt x="1733063" y="0"/>
                  <a:pt x="2033532" y="0"/>
                </a:cubicBezTo>
                <a:cubicBezTo>
                  <a:pt x="2334002" y="0"/>
                  <a:pt x="2479944" y="204963"/>
                  <a:pt x="2479944" y="451776"/>
                </a:cubicBezTo>
                <a:close/>
                <a:moveTo>
                  <a:pt x="2335075" y="451776"/>
                </a:moveTo>
                <a:cubicBezTo>
                  <a:pt x="2335075" y="242521"/>
                  <a:pt x="2218106" y="66532"/>
                  <a:pt x="2033532" y="66532"/>
                </a:cubicBezTo>
                <a:cubicBezTo>
                  <a:pt x="1848958" y="66532"/>
                  <a:pt x="1730917" y="242521"/>
                  <a:pt x="1730917" y="451776"/>
                </a:cubicBezTo>
                <a:cubicBezTo>
                  <a:pt x="1730917" y="661031"/>
                  <a:pt x="1848958" y="837020"/>
                  <a:pt x="2033532" y="837020"/>
                </a:cubicBezTo>
                <a:cubicBezTo>
                  <a:pt x="2218106" y="837020"/>
                  <a:pt x="2335075" y="661031"/>
                  <a:pt x="2335075" y="451776"/>
                </a:cubicBezTo>
                <a:close/>
                <a:moveTo>
                  <a:pt x="3308380" y="5366"/>
                </a:moveTo>
                <a:cubicBezTo>
                  <a:pt x="3294430" y="10731"/>
                  <a:pt x="3286918" y="23608"/>
                  <a:pt x="3286918" y="42924"/>
                </a:cubicBezTo>
                <a:lnTo>
                  <a:pt x="3286918" y="898187"/>
                </a:lnTo>
                <a:lnTo>
                  <a:pt x="3220386" y="898187"/>
                </a:lnTo>
                <a:lnTo>
                  <a:pt x="2640909" y="214620"/>
                </a:lnTo>
                <a:lnTo>
                  <a:pt x="2640909" y="860628"/>
                </a:lnTo>
                <a:cubicBezTo>
                  <a:pt x="2640909" y="878871"/>
                  <a:pt x="2649494" y="892821"/>
                  <a:pt x="2662371" y="898187"/>
                </a:cubicBezTo>
                <a:lnTo>
                  <a:pt x="2551841" y="898187"/>
                </a:lnTo>
                <a:cubicBezTo>
                  <a:pt x="2565792" y="892821"/>
                  <a:pt x="2573304" y="879944"/>
                  <a:pt x="2573304" y="860628"/>
                </a:cubicBezTo>
                <a:lnTo>
                  <a:pt x="2573304" y="42924"/>
                </a:lnTo>
                <a:cubicBezTo>
                  <a:pt x="2573304" y="24681"/>
                  <a:pt x="2564719" y="10731"/>
                  <a:pt x="2551841" y="5366"/>
                </a:cubicBezTo>
                <a:lnTo>
                  <a:pt x="2640909" y="5366"/>
                </a:lnTo>
                <a:lnTo>
                  <a:pt x="3219312" y="687859"/>
                </a:lnTo>
                <a:lnTo>
                  <a:pt x="3219312" y="42924"/>
                </a:lnTo>
                <a:cubicBezTo>
                  <a:pt x="3219312" y="24681"/>
                  <a:pt x="3210727" y="10731"/>
                  <a:pt x="3197850" y="5366"/>
                </a:cubicBezTo>
                <a:lnTo>
                  <a:pt x="3308380" y="5366"/>
                </a:lnTo>
                <a:close/>
                <a:moveTo>
                  <a:pt x="1582829" y="5366"/>
                </a:moveTo>
                <a:lnTo>
                  <a:pt x="359490" y="5366"/>
                </a:lnTo>
                <a:lnTo>
                  <a:pt x="332662" y="139503"/>
                </a:lnTo>
                <a:cubicBezTo>
                  <a:pt x="348759" y="114822"/>
                  <a:pt x="374513" y="71898"/>
                  <a:pt x="429242" y="71898"/>
                </a:cubicBezTo>
                <a:lnTo>
                  <a:pt x="846679" y="71898"/>
                </a:lnTo>
                <a:lnTo>
                  <a:pt x="295104" y="831654"/>
                </a:lnTo>
                <a:lnTo>
                  <a:pt x="295104" y="898187"/>
                </a:lnTo>
                <a:lnTo>
                  <a:pt x="1554928" y="898187"/>
                </a:lnTo>
                <a:lnTo>
                  <a:pt x="1581755" y="762976"/>
                </a:lnTo>
                <a:cubicBezTo>
                  <a:pt x="1565659" y="787657"/>
                  <a:pt x="1539904" y="830581"/>
                  <a:pt x="1485176" y="830581"/>
                </a:cubicBezTo>
                <a:lnTo>
                  <a:pt x="1032326" y="830581"/>
                </a:lnTo>
                <a:lnTo>
                  <a:pt x="1582829" y="72971"/>
                </a:lnTo>
                <a:lnTo>
                  <a:pt x="1582829" y="5366"/>
                </a:lnTo>
                <a:close/>
                <a:moveTo>
                  <a:pt x="801609" y="830581"/>
                </a:moveTo>
                <a:lnTo>
                  <a:pt x="463581" y="830581"/>
                </a:lnTo>
                <a:lnTo>
                  <a:pt x="975452" y="125553"/>
                </a:lnTo>
                <a:cubicBezTo>
                  <a:pt x="999060" y="92287"/>
                  <a:pt x="1037692" y="72971"/>
                  <a:pt x="1079543" y="72971"/>
                </a:cubicBezTo>
                <a:lnTo>
                  <a:pt x="1416497" y="72971"/>
                </a:lnTo>
                <a:lnTo>
                  <a:pt x="904627" y="777999"/>
                </a:lnTo>
                <a:cubicBezTo>
                  <a:pt x="881018" y="811265"/>
                  <a:pt x="842387" y="830581"/>
                  <a:pt x="800536" y="830581"/>
                </a:cubicBezTo>
                <a:close/>
              </a:path>
            </a:pathLst>
          </a:custGeom>
          <a:solidFill>
            <a:schemeClr val="bg1"/>
          </a:solidFill>
          <a:ln w="10726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D140872-A52D-E1C3-D8F8-A9599B790244}"/>
              </a:ext>
            </a:extLst>
          </p:cNvPr>
          <p:cNvSpPr txBox="1"/>
          <p:nvPr/>
        </p:nvSpPr>
        <p:spPr>
          <a:xfrm>
            <a:off x="3738444" y="4021394"/>
            <a:ext cx="53662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A NEW HOR</a:t>
            </a:r>
            <a:r>
              <a:rPr lang="es-ES" sz="2200" b="1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IZZON</a:t>
            </a:r>
            <a:r>
              <a:rPr lang="es-ES" sz="2200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OF BEAUTY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CCBAEA12A13444BE38E90EA887243A" ma:contentTypeVersion="3" ma:contentTypeDescription="Crear nuevo documento." ma:contentTypeScope="" ma:versionID="4e48ac3dfc83f8b732346d33d2939433">
  <xsd:schema xmlns:xsd="http://www.w3.org/2001/XMLSchema" xmlns:xs="http://www.w3.org/2001/XMLSchema" xmlns:p="http://schemas.microsoft.com/office/2006/metadata/properties" xmlns:ns2="a450312d-b016-45c2-8c76-73e55290e1be" targetNamespace="http://schemas.microsoft.com/office/2006/metadata/properties" ma:root="true" ma:fieldsID="542f25723b44b6e1a5afaa55591aab6a" ns2:_="">
    <xsd:import namespace="a450312d-b016-45c2-8c76-73e55290e1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50312d-b016-45c2-8c76-73e55290e1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3A444B-F628-4B8C-890E-A5547029B21C}">
  <ds:schemaRefs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8008635-67F2-4A48-A60C-F8AF739A36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6A6541-3216-4109-B4F5-4058C946F6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50312d-b016-45c2-8c76-73e55290e1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256</Words>
  <Application>Microsoft Office PowerPoint</Application>
  <PresentationFormat>Panorámica</PresentationFormat>
  <Paragraphs>174</Paragraphs>
  <Slides>13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9" baseType="lpstr">
      <vt:lpstr>Aptos</vt:lpstr>
      <vt:lpstr>Aptos Light</vt:lpstr>
      <vt:lpstr>Arial</vt:lpstr>
      <vt:lpstr>Arial Nova Light</vt:lpstr>
      <vt:lpstr>ArialNova-Light</vt:lpstr>
      <vt:lpstr>Calibri</vt:lpstr>
      <vt:lpstr>Calibri Light</vt:lpstr>
      <vt:lpstr>Courier New</vt:lpstr>
      <vt:lpstr>Fahkwang</vt:lpstr>
      <vt:lpstr>Fahkwang Light</vt:lpstr>
      <vt:lpstr>Fahkwang SemiBold</vt:lpstr>
      <vt:lpstr>Source Sans Pro</vt:lpstr>
      <vt:lpstr>Office Theme</vt:lpstr>
      <vt:lpstr>Office Theme</vt:lpstr>
      <vt:lpstr>Tema de Office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Marta Peraita Hernández</dc:creator>
  <cp:keywords/>
  <dc:description>generated using python-pptx</dc:description>
  <cp:lastModifiedBy>Natalia Rios</cp:lastModifiedBy>
  <cp:revision>98</cp:revision>
  <dcterms:created xsi:type="dcterms:W3CDTF">2013-01-27T09:14:16Z</dcterms:created>
  <dcterms:modified xsi:type="dcterms:W3CDTF">2026-09-23T14:38:51Z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0x01010013CCBAEA12A13444BE38E90EA887243A</vt:lpwstr>
  </property>
</Properties>
</file>