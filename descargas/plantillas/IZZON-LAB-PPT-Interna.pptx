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  <p:sldMasterId id="2147483716" r:id="rId5"/>
  </p:sldMasterIdLst>
  <p:notesMasterIdLst>
    <p:notesMasterId r:id="rId22"/>
  </p:notesMasterIdLst>
  <p:sldIdLst>
    <p:sldId id="256" r:id="rId6"/>
    <p:sldId id="2145708436" r:id="rId7"/>
    <p:sldId id="5425" r:id="rId8"/>
    <p:sldId id="2145708424" r:id="rId9"/>
    <p:sldId id="2145708387" r:id="rId10"/>
    <p:sldId id="2145708448" r:id="rId11"/>
    <p:sldId id="2145708392" r:id="rId12"/>
    <p:sldId id="2145708382" r:id="rId13"/>
    <p:sldId id="5381" r:id="rId14"/>
    <p:sldId id="346" r:id="rId15"/>
    <p:sldId id="2145708381" r:id="rId16"/>
    <p:sldId id="5439" r:id="rId17"/>
    <p:sldId id="5423" r:id="rId18"/>
    <p:sldId id="2145708389" r:id="rId19"/>
    <p:sldId id="2145708434" r:id="rId20"/>
    <p:sldId id="289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8768"/>
    <a:srgbClr val="FFFFFF"/>
    <a:srgbClr val="9FA58E"/>
    <a:srgbClr val="BFC4B3"/>
    <a:srgbClr val="C2803B"/>
    <a:srgbClr val="C1A58C"/>
    <a:srgbClr val="B04B36"/>
    <a:srgbClr val="D2A06B"/>
    <a:srgbClr val="C37868"/>
    <a:srgbClr val="E6E4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0536D-F088-4435-87EC-B29F03F4EB9B}" v="1" dt="2026-09-29T14:34:17.2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a Rios" userId="92d19865-1775-41b7-9a64-df4163175bae" providerId="ADAL" clId="{9B940F86-BF0E-488F-A80E-C0659C545F7E}"/>
    <pc:docChg chg="undo custSel delSld modSld">
      <pc:chgData name="Natalia Rios" userId="92d19865-1775-41b7-9a64-df4163175bae" providerId="ADAL" clId="{9B940F86-BF0E-488F-A80E-C0659C545F7E}" dt="2026-09-29T14:34:17.233" v="2643" actId="1076"/>
      <pc:docMkLst>
        <pc:docMk/>
      </pc:docMkLst>
      <pc:sldChg chg="addSp delSp mod">
        <pc:chgData name="Natalia Rios" userId="92d19865-1775-41b7-9a64-df4163175bae" providerId="ADAL" clId="{9B940F86-BF0E-488F-A80E-C0659C545F7E}" dt="2026-09-22T13:06:52.250" v="63" actId="478"/>
        <pc:sldMkLst>
          <pc:docMk/>
          <pc:sldMk cId="2450285533" sldId="289"/>
        </pc:sldMkLst>
      </pc:sldChg>
      <pc:sldChg chg="addSp delSp modSp mod">
        <pc:chgData name="Natalia Rios" userId="92d19865-1775-41b7-9a64-df4163175bae" providerId="ADAL" clId="{9B940F86-BF0E-488F-A80E-C0659C545F7E}" dt="2026-09-23T09:01:01.960" v="1723" actId="20577"/>
        <pc:sldMkLst>
          <pc:docMk/>
          <pc:sldMk cId="0" sldId="346"/>
        </pc:sldMkLst>
        <pc:spChg chg="add">
          <ac:chgData name="Natalia Rios" userId="92d19865-1775-41b7-9a64-df4163175bae" providerId="ADAL" clId="{9B940F86-BF0E-488F-A80E-C0659C545F7E}" dt="2026-09-22T13:06:28.384" v="54" actId="22"/>
          <ac:spMkLst>
            <pc:docMk/>
            <pc:sldMk cId="0" sldId="346"/>
            <ac:spMk id="4" creationId="{8B1066EA-9D52-DEF3-AD86-03546BC0FED8}"/>
          </ac:spMkLst>
        </pc:spChg>
        <pc:spChg chg="mod">
          <ac:chgData name="Natalia Rios" userId="92d19865-1775-41b7-9a64-df4163175bae" providerId="ADAL" clId="{9B940F86-BF0E-488F-A80E-C0659C545F7E}" dt="2026-09-22T14:19:56.214" v="868" actId="1076"/>
          <ac:spMkLst>
            <pc:docMk/>
            <pc:sldMk cId="0" sldId="346"/>
            <ac:spMk id="14" creationId="{B4352ECA-16B8-DFEA-1F6D-FFB6DF6C3D47}"/>
          </ac:spMkLst>
        </pc:spChg>
        <pc:graphicFrameChg chg="mod modGraphic">
          <ac:chgData name="Natalia Rios" userId="92d19865-1775-41b7-9a64-df4163175bae" providerId="ADAL" clId="{9B940F86-BF0E-488F-A80E-C0659C545F7E}" dt="2026-09-23T09:01:01.960" v="1723" actId="20577"/>
          <ac:graphicFrameMkLst>
            <pc:docMk/>
            <pc:sldMk cId="0" sldId="346"/>
            <ac:graphicFrameMk id="5" creationId="{6D3FBCEE-EE31-86FE-28F6-09A23E6A760B}"/>
          </ac:graphicFrameMkLst>
        </pc:graphicFrameChg>
        <pc:cxnChg chg="mod">
          <ac:chgData name="Natalia Rios" userId="92d19865-1775-41b7-9a64-df4163175bae" providerId="ADAL" clId="{9B940F86-BF0E-488F-A80E-C0659C545F7E}" dt="2026-09-22T14:21:35.254" v="966" actId="692"/>
          <ac:cxnSpMkLst>
            <pc:docMk/>
            <pc:sldMk cId="0" sldId="346"/>
            <ac:cxnSpMk id="7" creationId="{38AC1C0B-E99C-6964-6E05-3272A30C6CCE}"/>
          </ac:cxnSpMkLst>
        </pc:cxnChg>
      </pc:sldChg>
      <pc:sldChg chg="addSp delSp modSp mod">
        <pc:chgData name="Natalia Rios" userId="92d19865-1775-41b7-9a64-df4163175bae" providerId="ADAL" clId="{9B940F86-BF0E-488F-A80E-C0659C545F7E}" dt="2026-09-22T14:12:54.013" v="853" actId="14100"/>
        <pc:sldMkLst>
          <pc:docMk/>
          <pc:sldMk cId="2696549168" sldId="5381"/>
        </pc:sldMkLst>
        <pc:spChg chg="add">
          <ac:chgData name="Natalia Rios" userId="92d19865-1775-41b7-9a64-df4163175bae" providerId="ADAL" clId="{9B940F86-BF0E-488F-A80E-C0659C545F7E}" dt="2026-09-22T13:06:26.087" v="53" actId="22"/>
          <ac:spMkLst>
            <pc:docMk/>
            <pc:sldMk cId="2696549168" sldId="5381"/>
            <ac:spMk id="10" creationId="{9C7DD057-4078-BE43-C4B4-EBADAA4475B4}"/>
          </ac:spMkLst>
        </pc:spChg>
        <pc:spChg chg="mod">
          <ac:chgData name="Natalia Rios" userId="92d19865-1775-41b7-9a64-df4163175bae" providerId="ADAL" clId="{9B940F86-BF0E-488F-A80E-C0659C545F7E}" dt="2026-09-22T14:12:49.541" v="852"/>
          <ac:spMkLst>
            <pc:docMk/>
            <pc:sldMk cId="2696549168" sldId="5381"/>
            <ac:spMk id="13" creationId="{1C38E937-AE6B-A7D9-4C7E-070A843BBB1E}"/>
          </ac:spMkLst>
        </pc:spChg>
        <pc:spChg chg="mod">
          <ac:chgData name="Natalia Rios" userId="92d19865-1775-41b7-9a64-df4163175bae" providerId="ADAL" clId="{9B940F86-BF0E-488F-A80E-C0659C545F7E}" dt="2026-09-22T13:46:58.124" v="683" actId="20577"/>
          <ac:spMkLst>
            <pc:docMk/>
            <pc:sldMk cId="2696549168" sldId="5381"/>
            <ac:spMk id="16" creationId="{683BED28-B82F-49E4-7CA2-B53CEB72DCFD}"/>
          </ac:spMkLst>
        </pc:spChg>
        <pc:graphicFrameChg chg="add mod">
          <ac:chgData name="Natalia Rios" userId="92d19865-1775-41b7-9a64-df4163175bae" providerId="ADAL" clId="{9B940F86-BF0E-488F-A80E-C0659C545F7E}" dt="2026-09-22T14:07:46.352" v="691" actId="207"/>
          <ac:graphicFrameMkLst>
            <pc:docMk/>
            <pc:sldMk cId="2696549168" sldId="5381"/>
            <ac:graphicFrameMk id="15" creationId="{DF9ABBC5-FDBC-13E4-5A5F-FCDB8D7F4585}"/>
          </ac:graphicFrameMkLst>
        </pc:graphicFrameChg>
        <pc:cxnChg chg="mod">
          <ac:chgData name="Natalia Rios" userId="92d19865-1775-41b7-9a64-df4163175bae" providerId="ADAL" clId="{9B940F86-BF0E-488F-A80E-C0659C545F7E}" dt="2026-09-22T14:12:54.013" v="853" actId="14100"/>
          <ac:cxnSpMkLst>
            <pc:docMk/>
            <pc:sldMk cId="2696549168" sldId="5381"/>
            <ac:cxnSpMk id="6" creationId="{BDE27EBE-29F6-1DF7-7AEA-D211935F2302}"/>
          </ac:cxnSpMkLst>
        </pc:cxnChg>
      </pc:sldChg>
      <pc:sldChg chg="addSp delSp modSp mod">
        <pc:chgData name="Natalia Rios" userId="92d19865-1775-41b7-9a64-df4163175bae" providerId="ADAL" clId="{9B940F86-BF0E-488F-A80E-C0659C545F7E}" dt="2026-09-23T09:22:05.059" v="2327" actId="1076"/>
        <pc:sldMkLst>
          <pc:docMk/>
          <pc:sldMk cId="2294295462" sldId="5423"/>
        </pc:sldMkLst>
        <pc:spChg chg="add">
          <ac:chgData name="Natalia Rios" userId="92d19865-1775-41b7-9a64-df4163175bae" providerId="ADAL" clId="{9B940F86-BF0E-488F-A80E-C0659C545F7E}" dt="2026-09-22T13:06:37.097" v="58" actId="22"/>
          <ac:spMkLst>
            <pc:docMk/>
            <pc:sldMk cId="2294295462" sldId="5423"/>
            <ac:spMk id="5" creationId="{78035880-9252-FAB1-A8E2-AAB8DA032185}"/>
          </ac:spMkLst>
        </pc:spChg>
        <pc:spChg chg="mod">
          <ac:chgData name="Natalia Rios" userId="92d19865-1775-41b7-9a64-df4163175bae" providerId="ADAL" clId="{9B940F86-BF0E-488F-A80E-C0659C545F7E}" dt="2026-09-23T08:44:37.134" v="1403" actId="20577"/>
          <ac:spMkLst>
            <pc:docMk/>
            <pc:sldMk cId="2294295462" sldId="5423"/>
            <ac:spMk id="8" creationId="{98A347D6-006A-83E1-3FCA-6E922192E024}"/>
          </ac:spMkLst>
        </pc:spChg>
        <pc:spChg chg="mod">
          <ac:chgData name="Natalia Rios" userId="92d19865-1775-41b7-9a64-df4163175bae" providerId="ADAL" clId="{9B940F86-BF0E-488F-A80E-C0659C545F7E}" dt="2026-09-23T08:44:42.948" v="1409" actId="20577"/>
          <ac:spMkLst>
            <pc:docMk/>
            <pc:sldMk cId="2294295462" sldId="5423"/>
            <ac:spMk id="10" creationId="{9D2903AD-BD32-03B1-313F-60ED7D7430B3}"/>
          </ac:spMkLst>
        </pc:spChg>
        <pc:spChg chg="mod">
          <ac:chgData name="Natalia Rios" userId="92d19865-1775-41b7-9a64-df4163175bae" providerId="ADAL" clId="{9B940F86-BF0E-488F-A80E-C0659C545F7E}" dt="2026-09-23T08:44:24.644" v="1394" actId="20577"/>
          <ac:spMkLst>
            <pc:docMk/>
            <pc:sldMk cId="2294295462" sldId="5423"/>
            <ac:spMk id="12" creationId="{4C9633F2-94C0-C569-5DA4-ED56E463194D}"/>
          </ac:spMkLst>
        </pc:spChg>
        <pc:spChg chg="mod">
          <ac:chgData name="Natalia Rios" userId="92d19865-1775-41b7-9a64-df4163175bae" providerId="ADAL" clId="{9B940F86-BF0E-488F-A80E-C0659C545F7E}" dt="2026-09-23T08:44:30.742" v="1397"/>
          <ac:spMkLst>
            <pc:docMk/>
            <pc:sldMk cId="2294295462" sldId="5423"/>
            <ac:spMk id="15" creationId="{8D269911-E072-C0C2-CE51-C0233AFF152F}"/>
          </ac:spMkLst>
        </pc:spChg>
        <pc:spChg chg="mod">
          <ac:chgData name="Natalia Rios" userId="92d19865-1775-41b7-9a64-df4163175bae" providerId="ADAL" clId="{9B940F86-BF0E-488F-A80E-C0659C545F7E}" dt="2026-09-23T08:38:46.463" v="1123" actId="1076"/>
          <ac:spMkLst>
            <pc:docMk/>
            <pc:sldMk cId="2294295462" sldId="5423"/>
            <ac:spMk id="23" creationId="{CAD6AABD-E328-A06A-4D32-49D80010F605}"/>
          </ac:spMkLst>
        </pc:spChg>
        <pc:spChg chg="mod">
          <ac:chgData name="Natalia Rios" userId="92d19865-1775-41b7-9a64-df4163175bae" providerId="ADAL" clId="{9B940F86-BF0E-488F-A80E-C0659C545F7E}" dt="2026-09-23T09:22:05.059" v="2327" actId="1076"/>
          <ac:spMkLst>
            <pc:docMk/>
            <pc:sldMk cId="2294295462" sldId="5423"/>
            <ac:spMk id="26" creationId="{0DEBBC92-ECA4-83FB-5023-398CAB58DFE1}"/>
          </ac:spMkLst>
        </pc:spChg>
        <pc:spChg chg="mod">
          <ac:chgData name="Natalia Rios" userId="92d19865-1775-41b7-9a64-df4163175bae" providerId="ADAL" clId="{9B940F86-BF0E-488F-A80E-C0659C545F7E}" dt="2026-09-23T08:44:26.391" v="1396" actId="1076"/>
          <ac:spMkLst>
            <pc:docMk/>
            <pc:sldMk cId="2294295462" sldId="5423"/>
            <ac:spMk id="28" creationId="{41A5A6DF-06CD-8877-2CBA-552BF34E1135}"/>
          </ac:spMkLst>
        </pc:spChg>
        <pc:picChg chg="add mod">
          <ac:chgData name="Natalia Rios" userId="92d19865-1775-41b7-9a64-df4163175bae" providerId="ADAL" clId="{9B940F86-BF0E-488F-A80E-C0659C545F7E}" dt="2026-09-23T08:39:48.289" v="1146" actId="1076"/>
          <ac:picMkLst>
            <pc:docMk/>
            <pc:sldMk cId="2294295462" sldId="5423"/>
            <ac:picMk id="9" creationId="{60C990EE-BFEB-6753-1BE4-28AE0F84EB8E}"/>
          </ac:picMkLst>
        </pc:picChg>
        <pc:picChg chg="add mod">
          <ac:chgData name="Natalia Rios" userId="92d19865-1775-41b7-9a64-df4163175bae" providerId="ADAL" clId="{9B940F86-BF0E-488F-A80E-C0659C545F7E}" dt="2026-09-23T09:11:06.061" v="1786" actId="1076"/>
          <ac:picMkLst>
            <pc:docMk/>
            <pc:sldMk cId="2294295462" sldId="5423"/>
            <ac:picMk id="13" creationId="{A7EC6C8B-9895-E09E-B49F-CCDF4B27A799}"/>
          </ac:picMkLst>
        </pc:picChg>
      </pc:sldChg>
      <pc:sldChg chg="modSp mod">
        <pc:chgData name="Natalia Rios" userId="92d19865-1775-41b7-9a64-df4163175bae" providerId="ADAL" clId="{9B940F86-BF0E-488F-A80E-C0659C545F7E}" dt="2026-09-29T14:34:17.233" v="2643" actId="1076"/>
        <pc:sldMkLst>
          <pc:docMk/>
          <pc:sldMk cId="1677900595" sldId="5425"/>
        </pc:sldMkLst>
        <pc:picChg chg="mod">
          <ac:chgData name="Natalia Rios" userId="92d19865-1775-41b7-9a64-df4163175bae" providerId="ADAL" clId="{9B940F86-BF0E-488F-A80E-C0659C545F7E}" dt="2026-09-29T14:34:17.233" v="2643" actId="1076"/>
          <ac:picMkLst>
            <pc:docMk/>
            <pc:sldMk cId="1677900595" sldId="5425"/>
            <ac:picMk id="2" creationId="{300A264D-BA22-7821-8C3E-1298E77EF7B0}"/>
          </ac:picMkLst>
        </pc:picChg>
      </pc:sldChg>
      <pc:sldChg chg="addSp delSp modSp mod">
        <pc:chgData name="Natalia Rios" userId="92d19865-1775-41b7-9a64-df4163175bae" providerId="ADAL" clId="{9B940F86-BF0E-488F-A80E-C0659C545F7E}" dt="2026-09-23T09:26:17.106" v="2375" actId="478"/>
        <pc:sldMkLst>
          <pc:docMk/>
          <pc:sldMk cId="171334048" sldId="5439"/>
        </pc:sldMkLst>
        <pc:spChg chg="mod">
          <ac:chgData name="Natalia Rios" userId="92d19865-1775-41b7-9a64-df4163175bae" providerId="ADAL" clId="{9B940F86-BF0E-488F-A80E-C0659C545F7E}" dt="2026-09-23T08:55:44.993" v="1675" actId="20577"/>
          <ac:spMkLst>
            <pc:docMk/>
            <pc:sldMk cId="171334048" sldId="5439"/>
            <ac:spMk id="8" creationId="{034D67FC-23E1-2863-ADAB-5BE3C2578618}"/>
          </ac:spMkLst>
        </pc:spChg>
        <pc:spChg chg="add">
          <ac:chgData name="Natalia Rios" userId="92d19865-1775-41b7-9a64-df4163175bae" providerId="ADAL" clId="{9B940F86-BF0E-488F-A80E-C0659C545F7E}" dt="2026-09-22T13:06:32.702" v="56" actId="22"/>
          <ac:spMkLst>
            <pc:docMk/>
            <pc:sldMk cId="171334048" sldId="5439"/>
            <ac:spMk id="16" creationId="{8DB6C7F1-C4FF-4BAE-3579-33AF7819DF51}"/>
          </ac:spMkLst>
        </pc:spChg>
        <pc:spChg chg="mod">
          <ac:chgData name="Natalia Rios" userId="92d19865-1775-41b7-9a64-df4163175bae" providerId="ADAL" clId="{9B940F86-BF0E-488F-A80E-C0659C545F7E}" dt="2026-09-22T14:26:33.639" v="1087" actId="5793"/>
          <ac:spMkLst>
            <pc:docMk/>
            <pc:sldMk cId="171334048" sldId="5439"/>
            <ac:spMk id="26" creationId="{FEB2A90C-7FE2-CC5B-0BDB-478129E2F4F8}"/>
          </ac:spMkLst>
        </pc:spChg>
        <pc:spChg chg="mod">
          <ac:chgData name="Natalia Rios" userId="92d19865-1775-41b7-9a64-df4163175bae" providerId="ADAL" clId="{9B940F86-BF0E-488F-A80E-C0659C545F7E}" dt="2026-09-22T14:26:37.781" v="1091" actId="5793"/>
          <ac:spMkLst>
            <pc:docMk/>
            <pc:sldMk cId="171334048" sldId="5439"/>
            <ac:spMk id="28" creationId="{9E144BFC-E1F7-294C-5986-6A54EDB286A8}"/>
          </ac:spMkLst>
        </pc:spChg>
        <pc:graphicFrameChg chg="mod">
          <ac:chgData name="Natalia Rios" userId="92d19865-1775-41b7-9a64-df4163175bae" providerId="ADAL" clId="{9B940F86-BF0E-488F-A80E-C0659C545F7E}" dt="2026-09-23T08:49:47.123" v="1436" actId="20577"/>
          <ac:graphicFrameMkLst>
            <pc:docMk/>
            <pc:sldMk cId="171334048" sldId="5439"/>
            <ac:graphicFrameMk id="21" creationId="{2F52FEF9-95AD-5552-C0AE-F70F689FA910}"/>
          </ac:graphicFrameMkLst>
        </pc:graphicFrameChg>
        <pc:graphicFrameChg chg="mod modGraphic">
          <ac:chgData name="Natalia Rios" userId="92d19865-1775-41b7-9a64-df4163175bae" providerId="ADAL" clId="{9B940F86-BF0E-488F-A80E-C0659C545F7E}" dt="2026-09-22T14:26:17.114" v="1082" actId="2711"/>
          <ac:graphicFrameMkLst>
            <pc:docMk/>
            <pc:sldMk cId="171334048" sldId="5439"/>
            <ac:graphicFrameMk id="37" creationId="{2B20464B-7782-4256-43B2-FE54FE651CF2}"/>
          </ac:graphicFrameMkLst>
        </pc:graphicFrameChg>
        <pc:picChg chg="add mod">
          <ac:chgData name="Natalia Rios" userId="92d19865-1775-41b7-9a64-df4163175bae" providerId="ADAL" clId="{9B940F86-BF0E-488F-A80E-C0659C545F7E}" dt="2026-09-23T08:49:58.921" v="1439" actId="571"/>
          <ac:picMkLst>
            <pc:docMk/>
            <pc:sldMk cId="171334048" sldId="5439"/>
            <ac:picMk id="6" creationId="{B1CBF5AF-C081-CD11-43D9-F4A8AF5FAAED}"/>
          </ac:picMkLst>
        </pc:picChg>
        <pc:picChg chg="add mod">
          <ac:chgData name="Natalia Rios" userId="92d19865-1775-41b7-9a64-df4163175bae" providerId="ADAL" clId="{9B940F86-BF0E-488F-A80E-C0659C545F7E}" dt="2026-09-23T08:50:06.999" v="1443" actId="14100"/>
          <ac:picMkLst>
            <pc:docMk/>
            <pc:sldMk cId="171334048" sldId="5439"/>
            <ac:picMk id="18" creationId="{E2406D48-7C57-F9E4-F36E-6F52FAA70339}"/>
          </ac:picMkLst>
        </pc:picChg>
        <pc:picChg chg="add mod">
          <ac:chgData name="Natalia Rios" userId="92d19865-1775-41b7-9a64-df4163175bae" providerId="ADAL" clId="{9B940F86-BF0E-488F-A80E-C0659C545F7E}" dt="2026-09-23T08:50:09.590" v="1444" actId="1076"/>
          <ac:picMkLst>
            <pc:docMk/>
            <pc:sldMk cId="171334048" sldId="5439"/>
            <ac:picMk id="20" creationId="{4520B4D8-86DC-2458-9AB0-ABDB8D2E0047}"/>
          </ac:picMkLst>
        </pc:picChg>
        <pc:cxnChg chg="mod">
          <ac:chgData name="Natalia Rios" userId="92d19865-1775-41b7-9a64-df4163175bae" providerId="ADAL" clId="{9B940F86-BF0E-488F-A80E-C0659C545F7E}" dt="2026-09-23T08:55:51.700" v="1676" actId="14100"/>
          <ac:cxnSpMkLst>
            <pc:docMk/>
            <pc:sldMk cId="171334048" sldId="5439"/>
            <ac:cxnSpMk id="12" creationId="{D4AED9AC-10B7-4C31-414F-6E9495951D1C}"/>
          </ac:cxnSpMkLst>
        </pc:cxnChg>
      </pc:sldChg>
      <pc:sldChg chg="addSp delSp modSp mod">
        <pc:chgData name="Natalia Rios" userId="92d19865-1775-41b7-9a64-df4163175bae" providerId="ADAL" clId="{9B940F86-BF0E-488F-A80E-C0659C545F7E}" dt="2026-09-23T14:40:28.797" v="2642" actId="20577"/>
        <pc:sldMkLst>
          <pc:docMk/>
          <pc:sldMk cId="4077451407" sldId="2145708381"/>
        </pc:sldMkLst>
        <pc:spChg chg="add">
          <ac:chgData name="Natalia Rios" userId="92d19865-1775-41b7-9a64-df4163175bae" providerId="ADAL" clId="{9B940F86-BF0E-488F-A80E-C0659C545F7E}" dt="2026-09-22T13:06:30.217" v="55" actId="22"/>
          <ac:spMkLst>
            <pc:docMk/>
            <pc:sldMk cId="4077451407" sldId="2145708381"/>
            <ac:spMk id="5" creationId="{F003A64C-EF0A-98DF-568C-CD2F9004A718}"/>
          </ac:spMkLst>
        </pc:spChg>
        <pc:spChg chg="mod">
          <ac:chgData name="Natalia Rios" userId="92d19865-1775-41b7-9a64-df4163175bae" providerId="ADAL" clId="{9B940F86-BF0E-488F-A80E-C0659C545F7E}" dt="2026-09-22T14:23:56.654" v="1038" actId="1076"/>
          <ac:spMkLst>
            <pc:docMk/>
            <pc:sldMk cId="4077451407" sldId="2145708381"/>
            <ac:spMk id="19" creationId="{6E22D32B-EB63-FDB0-D200-D89C20814FAC}"/>
          </ac:spMkLst>
        </pc:spChg>
        <pc:spChg chg="mod">
          <ac:chgData name="Natalia Rios" userId="92d19865-1775-41b7-9a64-df4163175bae" providerId="ADAL" clId="{9B940F86-BF0E-488F-A80E-C0659C545F7E}" dt="2026-09-22T14:22:59.798" v="971" actId="20577"/>
          <ac:spMkLst>
            <pc:docMk/>
            <pc:sldMk cId="4077451407" sldId="2145708381"/>
            <ac:spMk id="26" creationId="{33ED039C-3033-3CC4-EDB4-BE0738FCF04B}"/>
          </ac:spMkLst>
        </pc:spChg>
        <pc:spChg chg="mod">
          <ac:chgData name="Natalia Rios" userId="92d19865-1775-41b7-9a64-df4163175bae" providerId="ADAL" clId="{9B940F86-BF0E-488F-A80E-C0659C545F7E}" dt="2026-09-22T14:23:48.138" v="1036" actId="14100"/>
          <ac:spMkLst>
            <pc:docMk/>
            <pc:sldMk cId="4077451407" sldId="2145708381"/>
            <ac:spMk id="33" creationId="{EA8EFD9D-B468-844B-46C7-A750D2FA8FE0}"/>
          </ac:spMkLst>
        </pc:spChg>
        <pc:spChg chg="mod">
          <ac:chgData name="Natalia Rios" userId="92d19865-1775-41b7-9a64-df4163175bae" providerId="ADAL" clId="{9B940F86-BF0E-488F-A80E-C0659C545F7E}" dt="2026-09-22T14:23:03.026" v="976" actId="20577"/>
          <ac:spMkLst>
            <pc:docMk/>
            <pc:sldMk cId="4077451407" sldId="2145708381"/>
            <ac:spMk id="34" creationId="{66447CDE-5AEB-AEF2-666D-20E5D5958BE6}"/>
          </ac:spMkLst>
        </pc:spChg>
        <pc:spChg chg="mod">
          <ac:chgData name="Natalia Rios" userId="92d19865-1775-41b7-9a64-df4163175bae" providerId="ADAL" clId="{9B940F86-BF0E-488F-A80E-C0659C545F7E}" dt="2026-09-22T14:23:52.754" v="1037" actId="1076"/>
          <ac:spMkLst>
            <pc:docMk/>
            <pc:sldMk cId="4077451407" sldId="2145708381"/>
            <ac:spMk id="35" creationId="{01C64CFF-4A4B-D5C4-1296-4AD28EBFB6DF}"/>
          </ac:spMkLst>
        </pc:spChg>
        <pc:spChg chg="mod">
          <ac:chgData name="Natalia Rios" userId="92d19865-1775-41b7-9a64-df4163175bae" providerId="ADAL" clId="{9B940F86-BF0E-488F-A80E-C0659C545F7E}" dt="2026-09-22T14:23:40.999" v="1033" actId="108"/>
          <ac:spMkLst>
            <pc:docMk/>
            <pc:sldMk cId="4077451407" sldId="2145708381"/>
            <ac:spMk id="36" creationId="{069EEE1D-CF96-2591-526B-9B8233390AE1}"/>
          </ac:spMkLst>
        </pc:spChg>
        <pc:spChg chg="mod">
          <ac:chgData name="Natalia Rios" userId="92d19865-1775-41b7-9a64-df4163175bae" providerId="ADAL" clId="{9B940F86-BF0E-488F-A80E-C0659C545F7E}" dt="2026-09-22T14:23:07.388" v="982" actId="20577"/>
          <ac:spMkLst>
            <pc:docMk/>
            <pc:sldMk cId="4077451407" sldId="2145708381"/>
            <ac:spMk id="37" creationId="{E2BA2A1A-7976-A8EC-7DDF-1F1AE01E93A2}"/>
          </ac:spMkLst>
        </pc:spChg>
        <pc:spChg chg="mod">
          <ac:chgData name="Natalia Rios" userId="92d19865-1775-41b7-9a64-df4163175bae" providerId="ADAL" clId="{9B940F86-BF0E-488F-A80E-C0659C545F7E}" dt="2026-09-22T14:23:11.444" v="987" actId="20577"/>
          <ac:spMkLst>
            <pc:docMk/>
            <pc:sldMk cId="4077451407" sldId="2145708381"/>
            <ac:spMk id="38" creationId="{9EC8F865-3586-1256-A157-9BD0A77166AC}"/>
          </ac:spMkLst>
        </pc:spChg>
        <pc:spChg chg="mod">
          <ac:chgData name="Natalia Rios" userId="92d19865-1775-41b7-9a64-df4163175bae" providerId="ADAL" clId="{9B940F86-BF0E-488F-A80E-C0659C545F7E}" dt="2026-09-23T14:40:28.797" v="2642" actId="20577"/>
          <ac:spMkLst>
            <pc:docMk/>
            <pc:sldMk cId="4077451407" sldId="2145708381"/>
            <ac:spMk id="60" creationId="{8737CC1B-B0F9-1C0B-E61B-CEFD8EA5CDC1}"/>
          </ac:spMkLst>
        </pc:spChg>
        <pc:graphicFrameChg chg="mod modGraphic">
          <ac:chgData name="Natalia Rios" userId="92d19865-1775-41b7-9a64-df4163175bae" providerId="ADAL" clId="{9B940F86-BF0E-488F-A80E-C0659C545F7E}" dt="2026-09-23T09:00:00.600" v="1690" actId="242"/>
          <ac:graphicFrameMkLst>
            <pc:docMk/>
            <pc:sldMk cId="4077451407" sldId="2145708381"/>
            <ac:graphicFrameMk id="4" creationId="{B35B5660-E095-E341-CAAF-0DF53CAE7747}"/>
          </ac:graphicFrameMkLst>
        </pc:graphicFrameChg>
      </pc:sldChg>
      <pc:sldChg chg="delSp modSp mod">
        <pc:chgData name="Natalia Rios" userId="92d19865-1775-41b7-9a64-df4163175bae" providerId="ADAL" clId="{9B940F86-BF0E-488F-A80E-C0659C545F7E}" dt="2026-09-23T09:26:45.725" v="2378" actId="14100"/>
        <pc:sldMkLst>
          <pc:docMk/>
          <pc:sldMk cId="3514320000" sldId="2145708382"/>
        </pc:sldMkLst>
        <pc:spChg chg="mod">
          <ac:chgData name="Natalia Rios" userId="92d19865-1775-41b7-9a64-df4163175bae" providerId="ADAL" clId="{9B940F86-BF0E-488F-A80E-C0659C545F7E}" dt="2026-09-22T13:07:28.147" v="67" actId="207"/>
          <ac:spMkLst>
            <pc:docMk/>
            <pc:sldMk cId="3514320000" sldId="2145708382"/>
            <ac:spMk id="6" creationId="{9718AA92-1479-5696-5666-85B747254723}"/>
          </ac:spMkLst>
        </pc:spChg>
        <pc:spChg chg="mod">
          <ac:chgData name="Natalia Rios" userId="92d19865-1775-41b7-9a64-df4163175bae" providerId="ADAL" clId="{9B940F86-BF0E-488F-A80E-C0659C545F7E}" dt="2026-09-22T13:07:34.742" v="68" actId="207"/>
          <ac:spMkLst>
            <pc:docMk/>
            <pc:sldMk cId="3514320000" sldId="2145708382"/>
            <ac:spMk id="7" creationId="{F6E26E1F-5F6F-D4D5-E2A9-15A312ACC18A}"/>
          </ac:spMkLst>
        </pc:spChg>
        <pc:spChg chg="mod">
          <ac:chgData name="Natalia Rios" userId="92d19865-1775-41b7-9a64-df4163175bae" providerId="ADAL" clId="{9B940F86-BF0E-488F-A80E-C0659C545F7E}" dt="2026-09-22T13:07:47.010" v="74" actId="20577"/>
          <ac:spMkLst>
            <pc:docMk/>
            <pc:sldMk cId="3514320000" sldId="2145708382"/>
            <ac:spMk id="15" creationId="{88700B39-ABFE-7870-F333-827C6536F5D0}"/>
          </ac:spMkLst>
        </pc:spChg>
        <pc:spChg chg="mod">
          <ac:chgData name="Natalia Rios" userId="92d19865-1775-41b7-9a64-df4163175bae" providerId="ADAL" clId="{9B940F86-BF0E-488F-A80E-C0659C545F7E}" dt="2026-09-23T09:26:40.814" v="2377"/>
          <ac:spMkLst>
            <pc:docMk/>
            <pc:sldMk cId="3514320000" sldId="2145708382"/>
            <ac:spMk id="16" creationId="{993F4911-8CF4-5955-5AB9-76F8B3324FE8}"/>
          </ac:spMkLst>
        </pc:spChg>
        <pc:spChg chg="mod">
          <ac:chgData name="Natalia Rios" userId="92d19865-1775-41b7-9a64-df4163175bae" providerId="ADAL" clId="{9B940F86-BF0E-488F-A80E-C0659C545F7E}" dt="2026-09-22T13:09:52.667" v="656" actId="1076"/>
          <ac:spMkLst>
            <pc:docMk/>
            <pc:sldMk cId="3514320000" sldId="2145708382"/>
            <ac:spMk id="23" creationId="{CD782498-4AD5-BFA1-E06C-E4718AF3194B}"/>
          </ac:spMkLst>
        </pc:spChg>
        <pc:spChg chg="mod">
          <ac:chgData name="Natalia Rios" userId="92d19865-1775-41b7-9a64-df4163175bae" providerId="ADAL" clId="{9B940F86-BF0E-488F-A80E-C0659C545F7E}" dt="2026-09-22T13:09:49.277" v="655" actId="1076"/>
          <ac:spMkLst>
            <pc:docMk/>
            <pc:sldMk cId="3514320000" sldId="2145708382"/>
            <ac:spMk id="24" creationId="{0430F1B4-E919-BEA2-1E23-B73D46418A85}"/>
          </ac:spMkLst>
        </pc:spChg>
        <pc:spChg chg="mod">
          <ac:chgData name="Natalia Rios" userId="92d19865-1775-41b7-9a64-df4163175bae" providerId="ADAL" clId="{9B940F86-BF0E-488F-A80E-C0659C545F7E}" dt="2026-09-22T13:09:44.617" v="654" actId="1076"/>
          <ac:spMkLst>
            <pc:docMk/>
            <pc:sldMk cId="3514320000" sldId="2145708382"/>
            <ac:spMk id="26" creationId="{4850AD9B-48AC-0105-98FD-BE9A08397FEB}"/>
          </ac:spMkLst>
        </pc:spChg>
        <pc:spChg chg="mod">
          <ac:chgData name="Natalia Rios" userId="92d19865-1775-41b7-9a64-df4163175bae" providerId="ADAL" clId="{9B940F86-BF0E-488F-A80E-C0659C545F7E}" dt="2026-09-22T13:09:40.856" v="653" actId="20577"/>
          <ac:spMkLst>
            <pc:docMk/>
            <pc:sldMk cId="3514320000" sldId="2145708382"/>
            <ac:spMk id="27" creationId="{33F0E552-8BAA-68F6-C4B8-C1198C5B96AB}"/>
          </ac:spMkLst>
        </pc:spChg>
        <pc:spChg chg="mod">
          <ac:chgData name="Natalia Rios" userId="92d19865-1775-41b7-9a64-df4163175bae" providerId="ADAL" clId="{9B940F86-BF0E-488F-A80E-C0659C545F7E}" dt="2026-09-22T13:09:15.489" v="624" actId="20577"/>
          <ac:spMkLst>
            <pc:docMk/>
            <pc:sldMk cId="3514320000" sldId="2145708382"/>
            <ac:spMk id="47" creationId="{85893A42-2763-5EA2-032B-517F236B1A8D}"/>
          </ac:spMkLst>
        </pc:spChg>
        <pc:spChg chg="mod">
          <ac:chgData name="Natalia Rios" userId="92d19865-1775-41b7-9a64-df4163175bae" providerId="ADAL" clId="{9B940F86-BF0E-488F-A80E-C0659C545F7E}" dt="2026-09-22T13:09:19.327" v="633" actId="20577"/>
          <ac:spMkLst>
            <pc:docMk/>
            <pc:sldMk cId="3514320000" sldId="2145708382"/>
            <ac:spMk id="48" creationId="{3A5199C9-F26F-5B7A-39CC-2D7962B23252}"/>
          </ac:spMkLst>
        </pc:spChg>
        <pc:cxnChg chg="mod">
          <ac:chgData name="Natalia Rios" userId="92d19865-1775-41b7-9a64-df4163175bae" providerId="ADAL" clId="{9B940F86-BF0E-488F-A80E-C0659C545F7E}" dt="2026-09-23T09:26:45.725" v="2378" actId="14100"/>
          <ac:cxnSpMkLst>
            <pc:docMk/>
            <pc:sldMk cId="3514320000" sldId="2145708382"/>
            <ac:cxnSpMk id="54" creationId="{19AB1958-F430-96B7-EB8E-8CF57B45F71C}"/>
          </ac:cxnSpMkLst>
        </pc:cxnChg>
      </pc:sldChg>
      <pc:sldChg chg="modSp">
        <pc:chgData name="Natalia Rios" userId="92d19865-1775-41b7-9a64-df4163175bae" providerId="ADAL" clId="{9B940F86-BF0E-488F-A80E-C0659C545F7E}" dt="2026-09-22T12:25:28.385" v="33"/>
        <pc:sldMkLst>
          <pc:docMk/>
          <pc:sldMk cId="3915587741" sldId="2145708387"/>
        </pc:sldMkLst>
        <pc:spChg chg="mod">
          <ac:chgData name="Natalia Rios" userId="92d19865-1775-41b7-9a64-df4163175bae" providerId="ADAL" clId="{9B940F86-BF0E-488F-A80E-C0659C545F7E}" dt="2026-09-22T12:25:25.276" v="32"/>
          <ac:spMkLst>
            <pc:docMk/>
            <pc:sldMk cId="3915587741" sldId="2145708387"/>
            <ac:spMk id="8" creationId="{E443A5A2-2CA4-8BC7-26F5-B90086451CE5}"/>
          </ac:spMkLst>
        </pc:spChg>
        <pc:spChg chg="mod">
          <ac:chgData name="Natalia Rios" userId="92d19865-1775-41b7-9a64-df4163175bae" providerId="ADAL" clId="{9B940F86-BF0E-488F-A80E-C0659C545F7E}" dt="2026-09-22T12:25:17.720" v="30"/>
          <ac:spMkLst>
            <pc:docMk/>
            <pc:sldMk cId="3915587741" sldId="2145708387"/>
            <ac:spMk id="9" creationId="{F8CA89B6-CC28-EF8B-E9AA-562D15DA67AD}"/>
          </ac:spMkLst>
        </pc:spChg>
        <pc:spChg chg="mod">
          <ac:chgData name="Natalia Rios" userId="92d19865-1775-41b7-9a64-df4163175bae" providerId="ADAL" clId="{9B940F86-BF0E-488F-A80E-C0659C545F7E}" dt="2026-09-22T12:25:22.243" v="31"/>
          <ac:spMkLst>
            <pc:docMk/>
            <pc:sldMk cId="3915587741" sldId="2145708387"/>
            <ac:spMk id="16" creationId="{BA063FFA-885C-1B84-91FC-2658E90FF31E}"/>
          </ac:spMkLst>
        </pc:spChg>
        <pc:spChg chg="mod">
          <ac:chgData name="Natalia Rios" userId="92d19865-1775-41b7-9a64-df4163175bae" providerId="ADAL" clId="{9B940F86-BF0E-488F-A80E-C0659C545F7E}" dt="2026-09-22T12:25:28.385" v="33"/>
          <ac:spMkLst>
            <pc:docMk/>
            <pc:sldMk cId="3915587741" sldId="2145708387"/>
            <ac:spMk id="39" creationId="{22F82E9E-F35F-1A3D-53F1-F960B7ECF46B}"/>
          </ac:spMkLst>
        </pc:spChg>
      </pc:sldChg>
      <pc:sldChg chg="addSp delSp modSp mod setBg">
        <pc:chgData name="Natalia Rios" userId="92d19865-1775-41b7-9a64-df4163175bae" providerId="ADAL" clId="{9B940F86-BF0E-488F-A80E-C0659C545F7E}" dt="2026-09-23T09:26:05.383" v="2374" actId="167"/>
        <pc:sldMkLst>
          <pc:docMk/>
          <pc:sldMk cId="562596077" sldId="2145708389"/>
        </pc:sldMkLst>
        <pc:spChg chg="mod">
          <ac:chgData name="Natalia Rios" userId="92d19865-1775-41b7-9a64-df4163175bae" providerId="ADAL" clId="{9B940F86-BF0E-488F-A80E-C0659C545F7E}" dt="2026-09-23T09:22:49.778" v="2346" actId="207"/>
          <ac:spMkLst>
            <pc:docMk/>
            <pc:sldMk cId="562596077" sldId="2145708389"/>
            <ac:spMk id="11" creationId="{70E6D5C3-B5D4-465D-5E91-C20579673BCB}"/>
          </ac:spMkLst>
        </pc:spChg>
        <pc:spChg chg="add">
          <ac:chgData name="Natalia Rios" userId="92d19865-1775-41b7-9a64-df4163175bae" providerId="ADAL" clId="{9B940F86-BF0E-488F-A80E-C0659C545F7E}" dt="2026-09-22T13:06:39.500" v="59" actId="22"/>
          <ac:spMkLst>
            <pc:docMk/>
            <pc:sldMk cId="562596077" sldId="2145708389"/>
            <ac:spMk id="12" creationId="{7F40A8A7-E379-3E95-3176-B6B77325D538}"/>
          </ac:spMkLst>
        </pc:spChg>
        <pc:spChg chg="mod">
          <ac:chgData name="Natalia Rios" userId="92d19865-1775-41b7-9a64-df4163175bae" providerId="ADAL" clId="{9B940F86-BF0E-488F-A80E-C0659C545F7E}" dt="2026-09-23T09:21:11.120" v="2275" actId="14100"/>
          <ac:spMkLst>
            <pc:docMk/>
            <pc:sldMk cId="562596077" sldId="2145708389"/>
            <ac:spMk id="30" creationId="{2CA75890-43EC-4883-E14E-4D03E5CE925B}"/>
          </ac:spMkLst>
        </pc:spChg>
        <pc:spChg chg="mod">
          <ac:chgData name="Natalia Rios" userId="92d19865-1775-41b7-9a64-df4163175bae" providerId="ADAL" clId="{9B940F86-BF0E-488F-A80E-C0659C545F7E}" dt="2026-09-23T09:21:34.803" v="2301" actId="20577"/>
          <ac:spMkLst>
            <pc:docMk/>
            <pc:sldMk cId="562596077" sldId="2145708389"/>
            <ac:spMk id="31" creationId="{1467F016-F174-7C54-F939-DFF076D0F4D7}"/>
          </ac:spMkLst>
        </pc:spChg>
        <pc:spChg chg="mod">
          <ac:chgData name="Natalia Rios" userId="92d19865-1775-41b7-9a64-df4163175bae" providerId="ADAL" clId="{9B940F86-BF0E-488F-A80E-C0659C545F7E}" dt="2026-09-23T09:21:22.994" v="2289" actId="20577"/>
          <ac:spMkLst>
            <pc:docMk/>
            <pc:sldMk cId="562596077" sldId="2145708389"/>
            <ac:spMk id="33" creationId="{ED409669-19DB-D7C9-37D1-019281FB20CE}"/>
          </ac:spMkLst>
        </pc:spChg>
        <pc:spChg chg="mod">
          <ac:chgData name="Natalia Rios" userId="92d19865-1775-41b7-9a64-df4163175bae" providerId="ADAL" clId="{9B940F86-BF0E-488F-A80E-C0659C545F7E}" dt="2026-09-23T09:21:46.332" v="2313" actId="122"/>
          <ac:spMkLst>
            <pc:docMk/>
            <pc:sldMk cId="562596077" sldId="2145708389"/>
            <ac:spMk id="34" creationId="{CA9B6CA9-2E39-9010-288C-EB437C4E6E4C}"/>
          </ac:spMkLst>
        </pc:spChg>
        <pc:spChg chg="mod">
          <ac:chgData name="Natalia Rios" userId="92d19865-1775-41b7-9a64-df4163175bae" providerId="ADAL" clId="{9B940F86-BF0E-488F-A80E-C0659C545F7E}" dt="2026-09-23T09:21:54.936" v="2325" actId="122"/>
          <ac:spMkLst>
            <pc:docMk/>
            <pc:sldMk cId="562596077" sldId="2145708389"/>
            <ac:spMk id="35" creationId="{38DE44B7-90E4-ABEE-14D8-C45B371F003F}"/>
          </ac:spMkLst>
        </pc:spChg>
        <pc:spChg chg="mod">
          <ac:chgData name="Natalia Rios" userId="92d19865-1775-41b7-9a64-df4163175bae" providerId="ADAL" clId="{9B940F86-BF0E-488F-A80E-C0659C545F7E}" dt="2026-09-23T09:22:28.644" v="2340" actId="20577"/>
          <ac:spMkLst>
            <pc:docMk/>
            <pc:sldMk cId="562596077" sldId="2145708389"/>
            <ac:spMk id="37" creationId="{A447A4F6-9FE5-6CDC-E14A-DCA5A259DBA4}"/>
          </ac:spMkLst>
        </pc:spChg>
        <pc:spChg chg="mod">
          <ac:chgData name="Natalia Rios" userId="92d19865-1775-41b7-9a64-df4163175bae" providerId="ADAL" clId="{9B940F86-BF0E-488F-A80E-C0659C545F7E}" dt="2026-09-23T09:20:30.946" v="2252"/>
          <ac:spMkLst>
            <pc:docMk/>
            <pc:sldMk cId="562596077" sldId="2145708389"/>
            <ac:spMk id="40" creationId="{D14BCF0C-07CC-A6AD-469F-3D61F3C228AC}"/>
          </ac:spMkLst>
        </pc:spChg>
        <pc:spChg chg="mod">
          <ac:chgData name="Natalia Rios" userId="92d19865-1775-41b7-9a64-df4163175bae" providerId="ADAL" clId="{9B940F86-BF0E-488F-A80E-C0659C545F7E}" dt="2026-09-23T09:22:49.778" v="2346" actId="207"/>
          <ac:spMkLst>
            <pc:docMk/>
            <pc:sldMk cId="562596077" sldId="2145708389"/>
            <ac:spMk id="51" creationId="{6B394591-CE44-17DC-8DE7-4D859F00D8CD}"/>
          </ac:spMkLst>
        </pc:spChg>
        <pc:spChg chg="mod">
          <ac:chgData name="Natalia Rios" userId="92d19865-1775-41b7-9a64-df4163175bae" providerId="ADAL" clId="{9B940F86-BF0E-488F-A80E-C0659C545F7E}" dt="2026-09-23T09:22:49.778" v="2346" actId="207"/>
          <ac:spMkLst>
            <pc:docMk/>
            <pc:sldMk cId="562596077" sldId="2145708389"/>
            <ac:spMk id="52" creationId="{3369277C-51D4-B479-610D-398226E7A454}"/>
          </ac:spMkLst>
        </pc:spChg>
        <pc:spChg chg="mod">
          <ac:chgData name="Natalia Rios" userId="92d19865-1775-41b7-9a64-df4163175bae" providerId="ADAL" clId="{9B940F86-BF0E-488F-A80E-C0659C545F7E}" dt="2026-09-23T09:22:49.778" v="2346" actId="207"/>
          <ac:spMkLst>
            <pc:docMk/>
            <pc:sldMk cId="562596077" sldId="2145708389"/>
            <ac:spMk id="53" creationId="{E4994273-8405-EFE3-EFA8-34E54A32AD4A}"/>
          </ac:spMkLst>
        </pc:spChg>
        <pc:spChg chg="mod">
          <ac:chgData name="Natalia Rios" userId="92d19865-1775-41b7-9a64-df4163175bae" providerId="ADAL" clId="{9B940F86-BF0E-488F-A80E-C0659C545F7E}" dt="2026-09-23T09:22:49.778" v="2346" actId="207"/>
          <ac:spMkLst>
            <pc:docMk/>
            <pc:sldMk cId="562596077" sldId="2145708389"/>
            <ac:spMk id="54" creationId="{A1470EE1-E066-2B73-91B0-BDCF916E62FF}"/>
          </ac:spMkLst>
        </pc:spChg>
        <pc:spChg chg="add mod">
          <ac:chgData name="Natalia Rios" userId="92d19865-1775-41b7-9a64-df4163175bae" providerId="ADAL" clId="{9B940F86-BF0E-488F-A80E-C0659C545F7E}" dt="2026-09-23T09:20:48.856" v="2260" actId="571"/>
          <ac:spMkLst>
            <pc:docMk/>
            <pc:sldMk cId="562596077" sldId="2145708389"/>
            <ac:spMk id="55" creationId="{BED7B167-75B1-A0F7-CB27-43493F54BCFB}"/>
          </ac:spMkLst>
        </pc:spChg>
        <pc:spChg chg="add mod">
          <ac:chgData name="Natalia Rios" userId="92d19865-1775-41b7-9a64-df4163175bae" providerId="ADAL" clId="{9B940F86-BF0E-488F-A80E-C0659C545F7E}" dt="2026-09-23T09:20:52.913" v="2261" actId="571"/>
          <ac:spMkLst>
            <pc:docMk/>
            <pc:sldMk cId="562596077" sldId="2145708389"/>
            <ac:spMk id="57" creationId="{5855A915-AC5C-E3F8-B0CC-5224263452A2}"/>
          </ac:spMkLst>
        </pc:spChg>
        <pc:spChg chg="add mod">
          <ac:chgData name="Natalia Rios" userId="92d19865-1775-41b7-9a64-df4163175bae" providerId="ADAL" clId="{9B940F86-BF0E-488F-A80E-C0659C545F7E}" dt="2026-09-23T09:20:55.220" v="2262" actId="571"/>
          <ac:spMkLst>
            <pc:docMk/>
            <pc:sldMk cId="562596077" sldId="2145708389"/>
            <ac:spMk id="59" creationId="{79218838-B3AB-BE62-E481-E0B011208F01}"/>
          </ac:spMkLst>
        </pc:spChg>
        <pc:spChg chg="add mod">
          <ac:chgData name="Natalia Rios" userId="92d19865-1775-41b7-9a64-df4163175bae" providerId="ADAL" clId="{9B940F86-BF0E-488F-A80E-C0659C545F7E}" dt="2026-09-23T09:20:57.852" v="2263" actId="571"/>
          <ac:spMkLst>
            <pc:docMk/>
            <pc:sldMk cId="562596077" sldId="2145708389"/>
            <ac:spMk id="62" creationId="{6D08921C-0856-51E2-0E01-CB9BBD995B4A}"/>
          </ac:spMkLst>
        </pc:spChg>
        <pc:spChg chg="add">
          <ac:chgData name="Natalia Rios" userId="92d19865-1775-41b7-9a64-df4163175bae" providerId="ADAL" clId="{9B940F86-BF0E-488F-A80E-C0659C545F7E}" dt="2026-09-23T09:22:07.095" v="2328" actId="22"/>
          <ac:spMkLst>
            <pc:docMk/>
            <pc:sldMk cId="562596077" sldId="2145708389"/>
            <ac:spMk id="64" creationId="{E2E28933-AD0E-32C9-41B7-234C9EA3087C}"/>
          </ac:spMkLst>
        </pc:spChg>
        <pc:spChg chg="add mod">
          <ac:chgData name="Natalia Rios" userId="92d19865-1775-41b7-9a64-df4163175bae" providerId="ADAL" clId="{9B940F86-BF0E-488F-A80E-C0659C545F7E}" dt="2026-09-23T09:22:35.665" v="2342" actId="571"/>
          <ac:spMkLst>
            <pc:docMk/>
            <pc:sldMk cId="562596077" sldId="2145708389"/>
            <ac:spMk id="65" creationId="{4CB2D218-7D97-3534-E041-403B347DF660}"/>
          </ac:spMkLst>
        </pc:spChg>
        <pc:spChg chg="add mod">
          <ac:chgData name="Natalia Rios" userId="92d19865-1775-41b7-9a64-df4163175bae" providerId="ADAL" clId="{9B940F86-BF0E-488F-A80E-C0659C545F7E}" dt="2026-09-23T09:22:38.136" v="2343" actId="571"/>
          <ac:spMkLst>
            <pc:docMk/>
            <pc:sldMk cId="562596077" sldId="2145708389"/>
            <ac:spMk id="66" creationId="{A04549A8-F20A-0378-7504-FE8CE25EDFEE}"/>
          </ac:spMkLst>
        </pc:spChg>
        <pc:spChg chg="add mod">
          <ac:chgData name="Natalia Rios" userId="92d19865-1775-41b7-9a64-df4163175bae" providerId="ADAL" clId="{9B940F86-BF0E-488F-A80E-C0659C545F7E}" dt="2026-09-23T09:22:41.525" v="2344" actId="571"/>
          <ac:spMkLst>
            <pc:docMk/>
            <pc:sldMk cId="562596077" sldId="2145708389"/>
            <ac:spMk id="67" creationId="{AE4217F9-7C8E-0C33-C080-AE17F3B1A55E}"/>
          </ac:spMkLst>
        </pc:spChg>
        <pc:spChg chg="add mod">
          <ac:chgData name="Natalia Rios" userId="92d19865-1775-41b7-9a64-df4163175bae" providerId="ADAL" clId="{9B940F86-BF0E-488F-A80E-C0659C545F7E}" dt="2026-09-23T09:22:44.640" v="2345" actId="571"/>
          <ac:spMkLst>
            <pc:docMk/>
            <pc:sldMk cId="562596077" sldId="2145708389"/>
            <ac:spMk id="68" creationId="{17E9ACD4-6C5E-3A5A-2885-66A4C8D2B55C}"/>
          </ac:spMkLst>
        </pc:spChg>
        <pc:spChg chg="mod">
          <ac:chgData name="Natalia Rios" userId="92d19865-1775-41b7-9a64-df4163175bae" providerId="ADAL" clId="{9B940F86-BF0E-488F-A80E-C0659C545F7E}" dt="2026-09-23T09:23:58.599" v="2368" actId="164"/>
          <ac:spMkLst>
            <pc:docMk/>
            <pc:sldMk cId="562596077" sldId="2145708389"/>
            <ac:spMk id="71" creationId="{7C290716-8FF2-43D5-7D3F-682ACD6E1C92}"/>
          </ac:spMkLst>
        </pc:spChg>
        <pc:spChg chg="mod">
          <ac:chgData name="Natalia Rios" userId="92d19865-1775-41b7-9a64-df4163175bae" providerId="ADAL" clId="{9B940F86-BF0E-488F-A80E-C0659C545F7E}" dt="2026-09-23T09:23:58.599" v="2368" actId="164"/>
          <ac:spMkLst>
            <pc:docMk/>
            <pc:sldMk cId="562596077" sldId="2145708389"/>
            <ac:spMk id="72" creationId="{5DC67762-92FB-EF4F-6AD8-AADEF48BEDF6}"/>
          </ac:spMkLst>
        </pc:spChg>
        <pc:spChg chg="mod">
          <ac:chgData name="Natalia Rios" userId="92d19865-1775-41b7-9a64-df4163175bae" providerId="ADAL" clId="{9B940F86-BF0E-488F-A80E-C0659C545F7E}" dt="2026-09-23T09:23:58.599" v="2368" actId="164"/>
          <ac:spMkLst>
            <pc:docMk/>
            <pc:sldMk cId="562596077" sldId="2145708389"/>
            <ac:spMk id="73" creationId="{B506DD9D-2120-8F40-56C9-1882C15A3ABC}"/>
          </ac:spMkLst>
        </pc:spChg>
        <pc:spChg chg="add ord">
          <ac:chgData name="Natalia Rios" userId="92d19865-1775-41b7-9a64-df4163175bae" providerId="ADAL" clId="{9B940F86-BF0E-488F-A80E-C0659C545F7E}" dt="2026-09-23T09:26:05.383" v="2374" actId="167"/>
          <ac:spMkLst>
            <pc:docMk/>
            <pc:sldMk cId="562596077" sldId="2145708389"/>
            <ac:spMk id="76" creationId="{B9D338FC-1FE1-15FF-D872-7D5D8D3DEB5F}"/>
          </ac:spMkLst>
        </pc:spChg>
        <pc:grpChg chg="add mod">
          <ac:chgData name="Natalia Rios" userId="92d19865-1775-41b7-9a64-df4163175bae" providerId="ADAL" clId="{9B940F86-BF0E-488F-A80E-C0659C545F7E}" dt="2026-09-23T09:23:58.599" v="2368" actId="164"/>
          <ac:grpSpMkLst>
            <pc:docMk/>
            <pc:sldMk cId="562596077" sldId="2145708389"/>
            <ac:grpSpMk id="74" creationId="{04FCB854-D3F0-A18E-C58E-24F4E5046DD0}"/>
          </ac:grpSpMkLst>
        </pc:grpChg>
        <pc:picChg chg="add del mod">
          <ac:chgData name="Natalia Rios" userId="92d19865-1775-41b7-9a64-df4163175bae" providerId="ADAL" clId="{9B940F86-BF0E-488F-A80E-C0659C545F7E}" dt="2026-09-23T09:23:34.801" v="2362" actId="1076"/>
          <ac:picMkLst>
            <pc:docMk/>
            <pc:sldMk cId="562596077" sldId="2145708389"/>
            <ac:picMk id="16" creationId="{50BF4DC1-B65A-DB38-5EC8-B28EBD9FF4DD}"/>
          </ac:picMkLst>
        </pc:picChg>
        <pc:picChg chg="add mod">
          <ac:chgData name="Natalia Rios" userId="92d19865-1775-41b7-9a64-df4163175bae" providerId="ADAL" clId="{9B940F86-BF0E-488F-A80E-C0659C545F7E}" dt="2026-09-23T09:23:30.900" v="2361" actId="692"/>
          <ac:picMkLst>
            <pc:docMk/>
            <pc:sldMk cId="562596077" sldId="2145708389"/>
            <ac:picMk id="21" creationId="{0F2F8371-FB27-3A26-813B-92A82BEED242}"/>
          </ac:picMkLst>
        </pc:picChg>
        <pc:picChg chg="add mod">
          <ac:chgData name="Natalia Rios" userId="92d19865-1775-41b7-9a64-df4163175bae" providerId="ADAL" clId="{9B940F86-BF0E-488F-A80E-C0659C545F7E}" dt="2026-09-23T09:23:25.866" v="2359" actId="692"/>
          <ac:picMkLst>
            <pc:docMk/>
            <pc:sldMk cId="562596077" sldId="2145708389"/>
            <ac:picMk id="23" creationId="{CFBF7C18-4498-DEFA-1A13-A1EC998FDCD2}"/>
          </ac:picMkLst>
        </pc:picChg>
        <pc:picChg chg="add mod">
          <ac:chgData name="Natalia Rios" userId="92d19865-1775-41b7-9a64-df4163175bae" providerId="ADAL" clId="{9B940F86-BF0E-488F-A80E-C0659C545F7E}" dt="2026-09-23T09:22:56.105" v="2347" actId="692"/>
          <ac:picMkLst>
            <pc:docMk/>
            <pc:sldMk cId="562596077" sldId="2145708389"/>
            <ac:picMk id="50" creationId="{DA9CBCDD-5AB0-8B97-FCAE-3DAD93C39EA3}"/>
          </ac:picMkLst>
        </pc:picChg>
      </pc:sldChg>
      <pc:sldChg chg="modSp mod">
        <pc:chgData name="Natalia Rios" userId="92d19865-1775-41b7-9a64-df4163175bae" providerId="ADAL" clId="{9B940F86-BF0E-488F-A80E-C0659C545F7E}" dt="2026-09-23T10:34:44.257" v="2620"/>
        <pc:sldMkLst>
          <pc:docMk/>
          <pc:sldMk cId="2778928022" sldId="2145708392"/>
        </pc:sldMkLst>
        <pc:spChg chg="mod">
          <ac:chgData name="Natalia Rios" userId="92d19865-1775-41b7-9a64-df4163175bae" providerId="ADAL" clId="{9B940F86-BF0E-488F-A80E-C0659C545F7E}" dt="2026-09-23T09:27:14.372" v="2387" actId="20577"/>
          <ac:spMkLst>
            <pc:docMk/>
            <pc:sldMk cId="2778928022" sldId="2145708392"/>
            <ac:spMk id="6" creationId="{E99E4D48-C01B-886D-6527-E999C86AA8D7}"/>
          </ac:spMkLst>
        </pc:spChg>
        <pc:spChg chg="mod">
          <ac:chgData name="Natalia Rios" userId="92d19865-1775-41b7-9a64-df4163175bae" providerId="ADAL" clId="{9B940F86-BF0E-488F-A80E-C0659C545F7E}" dt="2026-09-23T09:27:30.521" v="2410" actId="20577"/>
          <ac:spMkLst>
            <pc:docMk/>
            <pc:sldMk cId="2778928022" sldId="2145708392"/>
            <ac:spMk id="7" creationId="{C26B123E-B66E-ED3C-D290-9D30E29732DC}"/>
          </ac:spMkLst>
        </pc:spChg>
        <pc:spChg chg="mod">
          <ac:chgData name="Natalia Rios" userId="92d19865-1775-41b7-9a64-df4163175bae" providerId="ADAL" clId="{9B940F86-BF0E-488F-A80E-C0659C545F7E}" dt="2026-09-23T09:27:41.519" v="2429"/>
          <ac:spMkLst>
            <pc:docMk/>
            <pc:sldMk cId="2778928022" sldId="2145708392"/>
            <ac:spMk id="8" creationId="{7B5DC14D-7332-B978-8C6B-6B8716914453}"/>
          </ac:spMkLst>
        </pc:spChg>
        <pc:spChg chg="mod">
          <ac:chgData name="Natalia Rios" userId="92d19865-1775-41b7-9a64-df4163175bae" providerId="ADAL" clId="{9B940F86-BF0E-488F-A80E-C0659C545F7E}" dt="2026-09-23T09:27:45.933" v="2432"/>
          <ac:spMkLst>
            <pc:docMk/>
            <pc:sldMk cId="2778928022" sldId="2145708392"/>
            <ac:spMk id="9" creationId="{21A4B91E-D0F6-C4D1-8C86-879E9B5079D2}"/>
          </ac:spMkLst>
        </pc:spChg>
        <pc:spChg chg="mod">
          <ac:chgData name="Natalia Rios" userId="92d19865-1775-41b7-9a64-df4163175bae" providerId="ADAL" clId="{9B940F86-BF0E-488F-A80E-C0659C545F7E}" dt="2026-09-23T09:27:47.008" v="2433"/>
          <ac:spMkLst>
            <pc:docMk/>
            <pc:sldMk cId="2778928022" sldId="2145708392"/>
            <ac:spMk id="10" creationId="{05068C95-895F-C06D-8276-EADF65FF19A0}"/>
          </ac:spMkLst>
        </pc:spChg>
        <pc:spChg chg="mod">
          <ac:chgData name="Natalia Rios" userId="92d19865-1775-41b7-9a64-df4163175bae" providerId="ADAL" clId="{9B940F86-BF0E-488F-A80E-C0659C545F7E}" dt="2026-09-23T10:34:33.573" v="2616"/>
          <ac:spMkLst>
            <pc:docMk/>
            <pc:sldMk cId="2778928022" sldId="2145708392"/>
            <ac:spMk id="12" creationId="{3F508EC7-6C8A-0BE4-2217-2F2CFF945BD8}"/>
          </ac:spMkLst>
        </pc:spChg>
        <pc:spChg chg="mod">
          <ac:chgData name="Natalia Rios" userId="92d19865-1775-41b7-9a64-df4163175bae" providerId="ADAL" clId="{9B940F86-BF0E-488F-A80E-C0659C545F7E}" dt="2026-09-23T09:27:44.813" v="2431"/>
          <ac:spMkLst>
            <pc:docMk/>
            <pc:sldMk cId="2778928022" sldId="2145708392"/>
            <ac:spMk id="13" creationId="{2F18C670-BE9A-004F-F778-854E004D0737}"/>
          </ac:spMkLst>
        </pc:spChg>
        <pc:spChg chg="mod">
          <ac:chgData name="Natalia Rios" userId="92d19865-1775-41b7-9a64-df4163175bae" providerId="ADAL" clId="{9B940F86-BF0E-488F-A80E-C0659C545F7E}" dt="2026-09-23T09:27:34.425" v="2419" actId="20577"/>
          <ac:spMkLst>
            <pc:docMk/>
            <pc:sldMk cId="2778928022" sldId="2145708392"/>
            <ac:spMk id="14" creationId="{4A1B00DE-5732-F1AE-69EF-86598020B720}"/>
          </ac:spMkLst>
        </pc:spChg>
        <pc:spChg chg="mod">
          <ac:chgData name="Natalia Rios" userId="92d19865-1775-41b7-9a64-df4163175bae" providerId="ADAL" clId="{9B940F86-BF0E-488F-A80E-C0659C545F7E}" dt="2026-09-23T09:27:43.585" v="2430"/>
          <ac:spMkLst>
            <pc:docMk/>
            <pc:sldMk cId="2778928022" sldId="2145708392"/>
            <ac:spMk id="15" creationId="{14FA31DC-6C11-8B20-F010-BE03E36BABE6}"/>
          </ac:spMkLst>
        </pc:spChg>
        <pc:spChg chg="mod">
          <ac:chgData name="Natalia Rios" userId="92d19865-1775-41b7-9a64-df4163175bae" providerId="ADAL" clId="{9B940F86-BF0E-488F-A80E-C0659C545F7E}" dt="2026-09-23T09:27:37.644" v="2428" actId="20577"/>
          <ac:spMkLst>
            <pc:docMk/>
            <pc:sldMk cId="2778928022" sldId="2145708392"/>
            <ac:spMk id="16" creationId="{0617B991-F19B-E128-15EB-1A3ABB085925}"/>
          </ac:spMkLst>
        </pc:spChg>
        <pc:spChg chg="mod">
          <ac:chgData name="Natalia Rios" userId="92d19865-1775-41b7-9a64-df4163175bae" providerId="ADAL" clId="{9B940F86-BF0E-488F-A80E-C0659C545F7E}" dt="2026-09-23T10:34:42.815" v="2619" actId="14100"/>
          <ac:spMkLst>
            <pc:docMk/>
            <pc:sldMk cId="2778928022" sldId="2145708392"/>
            <ac:spMk id="17" creationId="{5EFB39CC-B772-A278-7CAE-C5814D3397E1}"/>
          </ac:spMkLst>
        </pc:spChg>
        <pc:spChg chg="mod">
          <ac:chgData name="Natalia Rios" userId="92d19865-1775-41b7-9a64-df4163175bae" providerId="ADAL" clId="{9B940F86-BF0E-488F-A80E-C0659C545F7E}" dt="2026-09-23T10:34:32.309" v="2615"/>
          <ac:spMkLst>
            <pc:docMk/>
            <pc:sldMk cId="2778928022" sldId="2145708392"/>
            <ac:spMk id="18" creationId="{80B18CE1-230A-C4C7-716A-CDD295CA2BA2}"/>
          </ac:spMkLst>
        </pc:spChg>
        <pc:spChg chg="mod">
          <ac:chgData name="Natalia Rios" userId="92d19865-1775-41b7-9a64-df4163175bae" providerId="ADAL" clId="{9B940F86-BF0E-488F-A80E-C0659C545F7E}" dt="2026-09-23T10:34:28.960" v="2613"/>
          <ac:spMkLst>
            <pc:docMk/>
            <pc:sldMk cId="2778928022" sldId="2145708392"/>
            <ac:spMk id="19" creationId="{04BB3067-63A7-2F58-CAFE-47EBECD6083F}"/>
          </ac:spMkLst>
        </pc:spChg>
        <pc:spChg chg="mod">
          <ac:chgData name="Natalia Rios" userId="92d19865-1775-41b7-9a64-df4163175bae" providerId="ADAL" clId="{9B940F86-BF0E-488F-A80E-C0659C545F7E}" dt="2026-09-23T10:34:27.337" v="2612"/>
          <ac:spMkLst>
            <pc:docMk/>
            <pc:sldMk cId="2778928022" sldId="2145708392"/>
            <ac:spMk id="20" creationId="{F973638E-627A-7D67-7EA7-6DE1F69C25D2}"/>
          </ac:spMkLst>
        </pc:spChg>
        <pc:spChg chg="mod">
          <ac:chgData name="Natalia Rios" userId="92d19865-1775-41b7-9a64-df4163175bae" providerId="ADAL" clId="{9B940F86-BF0E-488F-A80E-C0659C545F7E}" dt="2026-09-23T10:34:21.634" v="2611" actId="20577"/>
          <ac:spMkLst>
            <pc:docMk/>
            <pc:sldMk cId="2778928022" sldId="2145708392"/>
            <ac:spMk id="21" creationId="{DA64C9BC-5772-1598-3921-08354646ECB9}"/>
          </ac:spMkLst>
        </pc:spChg>
        <pc:spChg chg="mod">
          <ac:chgData name="Natalia Rios" userId="92d19865-1775-41b7-9a64-df4163175bae" providerId="ADAL" clId="{9B940F86-BF0E-488F-A80E-C0659C545F7E}" dt="2026-09-23T10:34:30.599" v="2614"/>
          <ac:spMkLst>
            <pc:docMk/>
            <pc:sldMk cId="2778928022" sldId="2145708392"/>
            <ac:spMk id="22" creationId="{08FDF51F-A2F5-4D3B-71C0-B25CF589B358}"/>
          </ac:spMkLst>
        </pc:spChg>
        <pc:spChg chg="mod">
          <ac:chgData name="Natalia Rios" userId="92d19865-1775-41b7-9a64-df4163175bae" providerId="ADAL" clId="{9B940F86-BF0E-488F-A80E-C0659C545F7E}" dt="2026-09-23T10:34:44.257" v="2620"/>
          <ac:spMkLst>
            <pc:docMk/>
            <pc:sldMk cId="2778928022" sldId="2145708392"/>
            <ac:spMk id="23" creationId="{2C0D9E00-B1DB-A305-843F-61CC32B7FEFE}"/>
          </ac:spMkLst>
        </pc:spChg>
        <pc:spChg chg="mod">
          <ac:chgData name="Natalia Rios" userId="92d19865-1775-41b7-9a64-df4163175bae" providerId="ADAL" clId="{9B940F86-BF0E-488F-A80E-C0659C545F7E}" dt="2026-09-23T09:27:23.443" v="2399" actId="20577"/>
          <ac:spMkLst>
            <pc:docMk/>
            <pc:sldMk cId="2778928022" sldId="2145708392"/>
            <ac:spMk id="25" creationId="{E24AA29D-924A-5F09-C6CE-E7B4451E91B5}"/>
          </ac:spMkLst>
        </pc:spChg>
      </pc:sldChg>
      <pc:sldChg chg="addSp delSp modSp mod">
        <pc:chgData name="Natalia Rios" userId="92d19865-1775-41b7-9a64-df4163175bae" providerId="ADAL" clId="{9B940F86-BF0E-488F-A80E-C0659C545F7E}" dt="2026-09-23T09:25:51.885" v="2370" actId="22"/>
        <pc:sldMkLst>
          <pc:docMk/>
          <pc:sldMk cId="606364810" sldId="2145708434"/>
        </pc:sldMkLst>
        <pc:spChg chg="add mod">
          <ac:chgData name="Natalia Rios" userId="92d19865-1775-41b7-9a64-df4163175bae" providerId="ADAL" clId="{9B940F86-BF0E-488F-A80E-C0659C545F7E}" dt="2026-09-22T13:07:06.200" v="65" actId="207"/>
          <ac:spMkLst>
            <pc:docMk/>
            <pc:sldMk cId="606364810" sldId="2145708434"/>
            <ac:spMk id="3" creationId="{0568DD71-A773-B9FD-9CDB-C8BE620B205C}"/>
          </ac:spMkLst>
        </pc:spChg>
        <pc:spChg chg="mod">
          <ac:chgData name="Natalia Rios" userId="92d19865-1775-41b7-9a64-df4163175bae" providerId="ADAL" clId="{9B940F86-BF0E-488F-A80E-C0659C545F7E}" dt="2026-09-23T09:13:38.730" v="1901" actId="20577"/>
          <ac:spMkLst>
            <pc:docMk/>
            <pc:sldMk cId="606364810" sldId="2145708434"/>
            <ac:spMk id="6" creationId="{B6E443E4-0AA2-D5ED-46FA-F89F1EB053CD}"/>
          </ac:spMkLst>
        </pc:spChg>
        <pc:spChg chg="mod">
          <ac:chgData name="Natalia Rios" userId="92d19865-1775-41b7-9a64-df4163175bae" providerId="ADAL" clId="{9B940F86-BF0E-488F-A80E-C0659C545F7E}" dt="2026-09-23T09:14:14.410" v="1920" actId="20577"/>
          <ac:spMkLst>
            <pc:docMk/>
            <pc:sldMk cId="606364810" sldId="2145708434"/>
            <ac:spMk id="8" creationId="{75346AD1-6B27-2E42-C2C7-33C92A57C095}"/>
          </ac:spMkLst>
        </pc:spChg>
        <pc:spChg chg="mod">
          <ac:chgData name="Natalia Rios" userId="92d19865-1775-41b7-9a64-df4163175bae" providerId="ADAL" clId="{9B940F86-BF0E-488F-A80E-C0659C545F7E}" dt="2026-09-23T09:13:02.088" v="1873" actId="20577"/>
          <ac:spMkLst>
            <pc:docMk/>
            <pc:sldMk cId="606364810" sldId="2145708434"/>
            <ac:spMk id="9" creationId="{7F318F47-1D36-5178-EBF1-A89B20825F84}"/>
          </ac:spMkLst>
        </pc:spChg>
        <pc:spChg chg="add">
          <ac:chgData name="Natalia Rios" userId="92d19865-1775-41b7-9a64-df4163175bae" providerId="ADAL" clId="{9B940F86-BF0E-488F-A80E-C0659C545F7E}" dt="2026-09-23T09:25:51.885" v="2370" actId="22"/>
          <ac:spMkLst>
            <pc:docMk/>
            <pc:sldMk cId="606364810" sldId="2145708434"/>
            <ac:spMk id="13" creationId="{7F03580D-DB8E-82BF-5397-F1BFD1656831}"/>
          </ac:spMkLst>
        </pc:spChg>
        <pc:spChg chg="mod">
          <ac:chgData name="Natalia Rios" userId="92d19865-1775-41b7-9a64-df4163175bae" providerId="ADAL" clId="{9B940F86-BF0E-488F-A80E-C0659C545F7E}" dt="2026-09-23T09:12:14.029" v="1834"/>
          <ac:spMkLst>
            <pc:docMk/>
            <pc:sldMk cId="606364810" sldId="2145708434"/>
            <ac:spMk id="19" creationId="{792C7B90-E7B1-13B9-CEAC-2E11FF9D0A06}"/>
          </ac:spMkLst>
        </pc:spChg>
        <pc:picChg chg="add mod">
          <ac:chgData name="Natalia Rios" userId="92d19865-1775-41b7-9a64-df4163175bae" providerId="ADAL" clId="{9B940F86-BF0E-488F-A80E-C0659C545F7E}" dt="2026-09-23T09:10:28.300" v="1764" actId="1076"/>
          <ac:picMkLst>
            <pc:docMk/>
            <pc:sldMk cId="606364810" sldId="2145708434"/>
            <ac:picMk id="4" creationId="{42D6EDC7-F05C-BFD9-9CEB-04CFE7A32BFE}"/>
          </ac:picMkLst>
        </pc:picChg>
        <pc:picChg chg="add mod">
          <ac:chgData name="Natalia Rios" userId="92d19865-1775-41b7-9a64-df4163175bae" providerId="ADAL" clId="{9B940F86-BF0E-488F-A80E-C0659C545F7E}" dt="2026-09-23T09:11:43.166" v="1801" actId="1037"/>
          <ac:picMkLst>
            <pc:docMk/>
            <pc:sldMk cId="606364810" sldId="2145708434"/>
            <ac:picMk id="7" creationId="{3B3BEC62-B5C1-2FB4-D138-576234F9C600}"/>
          </ac:picMkLst>
        </pc:picChg>
      </pc:sldChg>
      <pc:sldChg chg="modSp">
        <pc:chgData name="Natalia Rios" userId="92d19865-1775-41b7-9a64-df4163175bae" providerId="ADAL" clId="{9B940F86-BF0E-488F-A80E-C0659C545F7E}" dt="2026-09-22T12:27:35.830" v="43"/>
        <pc:sldMkLst>
          <pc:docMk/>
          <pc:sldMk cId="3515362133" sldId="2145708448"/>
        </pc:sldMkLst>
        <pc:graphicFrameChg chg="mod">
          <ac:chgData name="Natalia Rios" userId="92d19865-1775-41b7-9a64-df4163175bae" providerId="ADAL" clId="{9B940F86-BF0E-488F-A80E-C0659C545F7E}" dt="2026-09-22T12:27:35.830" v="43"/>
          <ac:graphicFrameMkLst>
            <pc:docMk/>
            <pc:sldMk cId="3515362133" sldId="2145708448"/>
            <ac:graphicFrameMk id="3" creationId="{E98070EB-1A9F-5FF1-DBC4-69C71A6935C9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505_A0BA133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153F_A3659A0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Soporte invisible</c:v>
                </c:pt>
              </c:strCache>
            </c:strRef>
          </c:tx>
          <c:spPr>
            <a:noFill/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Dato inicial</c:v>
                </c:pt>
                <c:pt idx="1">
                  <c:v>Cliente Alfa</c:v>
                </c:pt>
                <c:pt idx="2">
                  <c:v>Cliente Beta</c:v>
                </c:pt>
                <c:pt idx="3">
                  <c:v>Canal Norte</c:v>
                </c:pt>
                <c:pt idx="4">
                  <c:v>Canal Sur</c:v>
                </c:pt>
                <c:pt idx="5">
                  <c:v>Proyecto Delta</c:v>
                </c:pt>
                <c:pt idx="6">
                  <c:v>Proyecto Eco</c:v>
                </c:pt>
                <c:pt idx="7">
                  <c:v>Ajustes varios</c:v>
                </c:pt>
                <c:pt idx="8">
                  <c:v>Dato final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68.400000000000006</c:v>
                </c:pt>
                <c:pt idx="2">
                  <c:v>71.5</c:v>
                </c:pt>
                <c:pt idx="3">
                  <c:v>77.099999999999994</c:v>
                </c:pt>
                <c:pt idx="4">
                  <c:v>78</c:v>
                </c:pt>
                <c:pt idx="5">
                  <c:v>78</c:v>
                </c:pt>
                <c:pt idx="6">
                  <c:v>82.4</c:v>
                </c:pt>
                <c:pt idx="7">
                  <c:v>84.6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A1-4DB6-B933-F68D1B2924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Incremento</c:v>
                </c:pt>
              </c:strCache>
            </c:strRef>
          </c:tx>
          <c:spPr>
            <a:solidFill>
              <a:srgbClr val="7F8768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Dato inicial</c:v>
                </c:pt>
                <c:pt idx="1">
                  <c:v>Cliente Alfa</c:v>
                </c:pt>
                <c:pt idx="2">
                  <c:v>Cliente Beta</c:v>
                </c:pt>
                <c:pt idx="3">
                  <c:v>Canal Norte</c:v>
                </c:pt>
                <c:pt idx="4">
                  <c:v>Canal Sur</c:v>
                </c:pt>
                <c:pt idx="5">
                  <c:v>Proyecto Delta</c:v>
                </c:pt>
                <c:pt idx="6">
                  <c:v>Proyecto Eco</c:v>
                </c:pt>
                <c:pt idx="7">
                  <c:v>Ajustes varios</c:v>
                </c:pt>
                <c:pt idx="8">
                  <c:v>Dato final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68.400000000000006</c:v>
                </c:pt>
                <c:pt idx="1">
                  <c:v>3.1</c:v>
                </c:pt>
                <c:pt idx="2">
                  <c:v>5.6</c:v>
                </c:pt>
                <c:pt idx="3">
                  <c:v>2.8</c:v>
                </c:pt>
                <c:pt idx="4">
                  <c:v>0</c:v>
                </c:pt>
                <c:pt idx="5">
                  <c:v>4.4000000000000004</c:v>
                </c:pt>
                <c:pt idx="6">
                  <c:v>2.2000000000000002</c:v>
                </c:pt>
                <c:pt idx="7">
                  <c:v>1.6</c:v>
                </c:pt>
                <c:pt idx="8">
                  <c:v>86.2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A1-4DB6-B933-F68D1B29246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Descenso</c:v>
                </c:pt>
              </c:strCache>
            </c:strRef>
          </c:tx>
          <c:spPr>
            <a:solidFill>
              <a:srgbClr val="C2803B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Dato inicial</c:v>
                </c:pt>
                <c:pt idx="1">
                  <c:v>Cliente Alfa</c:v>
                </c:pt>
                <c:pt idx="2">
                  <c:v>Cliente Beta</c:v>
                </c:pt>
                <c:pt idx="3">
                  <c:v>Canal Norte</c:v>
                </c:pt>
                <c:pt idx="4">
                  <c:v>Canal Sur</c:v>
                </c:pt>
                <c:pt idx="5">
                  <c:v>Proyecto Delta</c:v>
                </c:pt>
                <c:pt idx="6">
                  <c:v>Proyecto Eco</c:v>
                </c:pt>
                <c:pt idx="7">
                  <c:v>Ajustes varios</c:v>
                </c:pt>
                <c:pt idx="8">
                  <c:v>Dato final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1.9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A1-4DB6-B933-F68D1B2924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D2D2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45454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2D2D2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D2D2D2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45454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7573504562352148E-2"/>
          <c:y val="0.14857975236707938"/>
          <c:w val="0.96485299087529575"/>
          <c:h val="0.747997086671522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7F8768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A65-4A7D-905D-9D869A1ABA2D}"/>
              </c:ext>
            </c:extLst>
          </c:dPt>
          <c:dPt>
            <c:idx val="1"/>
            <c:invertIfNegative val="0"/>
            <c:bubble3D val="0"/>
            <c:spPr>
              <a:solidFill>
                <a:srgbClr val="BFC4B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A65-4A7D-905D-9D869A1ABA2D}"/>
              </c:ext>
            </c:extLst>
          </c:dPt>
          <c:dPt>
            <c:idx val="2"/>
            <c:invertIfNegative val="0"/>
            <c:bubble3D val="0"/>
            <c:spPr>
              <a:solidFill>
                <a:srgbClr val="9FA58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A65-4A7D-905D-9D869A1ABA2D}"/>
              </c:ext>
            </c:extLst>
          </c:dPt>
          <c:dLbls>
            <c:dLbl>
              <c:idx val="0"/>
              <c:layout>
                <c:manualLayout>
                  <c:x val="0"/>
                  <c:y val="-0.3663510560815732"/>
                </c:manualLayout>
              </c:layout>
              <c:tx>
                <c:rich>
                  <a:bodyPr wrap="none"/>
                  <a:lstStyle/>
                  <a:p>
                    <a:pPr>
                      <a:defRPr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5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2A65-4A7D-905D-9D869A1ABA2D}"/>
                </c:ext>
              </c:extLst>
            </c:dLbl>
            <c:dLbl>
              <c:idx val="1"/>
              <c:layout>
                <c:manualLayout>
                  <c:x val="0"/>
                  <c:y val="-0.41951930080116534"/>
                </c:manualLayout>
              </c:layout>
              <c:tx>
                <c:rich>
                  <a:bodyPr wrap="none"/>
                  <a:lstStyle/>
                  <a:p>
                    <a:pPr>
                      <a:defRPr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16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2A65-4A7D-905D-9D869A1ABA2D}"/>
                </c:ext>
              </c:extLst>
            </c:dLbl>
            <c:dLbl>
              <c:idx val="2"/>
              <c:layout>
                <c:manualLayout>
                  <c:x val="0"/>
                  <c:y val="-0.3510560815731974"/>
                </c:manualLayout>
              </c:layout>
              <c:tx>
                <c:rich>
                  <a:bodyPr wrap="none"/>
                  <a:lstStyle/>
                  <a:p>
                    <a:pPr>
                      <a:defRPr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4</a:t>
                    </a:r>
                  </a:p>
                </c:rich>
              </c:tx>
              <c:numFmt formatCode="#,##0.0;&quot;-&quot;#,##0.0" sourceLinked="0"/>
              <c:spPr>
                <a:noFill/>
                <a:ln>
                  <a:noFill/>
                </a:ln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2A65-4A7D-905D-9D869A1ABA2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es-E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8.5</c:v>
                </c:pt>
                <c:pt idx="1">
                  <c:v>9.9</c:v>
                </c:pt>
                <c:pt idx="2">
                  <c:v>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A65-4A7D-905D-9D869A1ABA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61362032"/>
        <c:axId val="1"/>
      </c:barChart>
      <c:lineChart>
        <c:grouping val="standard"/>
        <c:varyColors val="0"/>
        <c:ser>
          <c:idx val="1"/>
          <c:order val="1"/>
          <c:spPr>
            <a:ln w="28575" cmpd="sng" algn="ctr">
              <a:solidFill>
                <a:srgbClr val="A64C34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1.9974999999999998</c:v>
                </c:pt>
                <c:pt idx="1">
                  <c:v>2.0889000000000002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A65-4A7D-905D-9D869A1ABA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61362032"/>
        <c:axId val="1"/>
      </c:lineChart>
      <c:catAx>
        <c:axId val="166136203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.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6136203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FBB7C-EB3B-4E25-A9BA-A01458DD21F5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39BF3-4A48-4758-BAF6-53F02EC243F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9502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25781b42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83363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25781b4222_0_0:notes"/>
          <p:cNvSpPr txBox="1">
            <a:spLocks noGrp="1"/>
          </p:cNvSpPr>
          <p:nvPr>
            <p:ph type="body" idx="1"/>
          </p:nvPr>
        </p:nvSpPr>
        <p:spPr>
          <a:xfrm>
            <a:off x="674212" y="4689515"/>
            <a:ext cx="5393690" cy="44426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>
          <a:extLst>
            <a:ext uri="{FF2B5EF4-FFF2-40B4-BE49-F238E27FC236}">
              <a16:creationId xmlns:a16="http://schemas.microsoft.com/office/drawing/2014/main" id="{E126019A-FE3B-98E5-E6F3-B4390E062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34c79db9b5_1_88:notes">
            <a:extLst>
              <a:ext uri="{FF2B5EF4-FFF2-40B4-BE49-F238E27FC236}">
                <a16:creationId xmlns:a16="http://schemas.microsoft.com/office/drawing/2014/main" id="{666419A2-FDE3-B113-AED6-338E9FD458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83363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34c79db9b5_1_88:notes">
            <a:extLst>
              <a:ext uri="{FF2B5EF4-FFF2-40B4-BE49-F238E27FC236}">
                <a16:creationId xmlns:a16="http://schemas.microsoft.com/office/drawing/2014/main" id="{4112A920-120E-11DB-0624-AFB2EAA7B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4212" y="4689515"/>
            <a:ext cx="5393690" cy="44426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877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>
          <a:extLst>
            <a:ext uri="{FF2B5EF4-FFF2-40B4-BE49-F238E27FC236}">
              <a16:creationId xmlns:a16="http://schemas.microsoft.com/office/drawing/2014/main" id="{95320B24-E8BE-6784-F5AA-EB562E8E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34c79db9b5_0_2:notes">
            <a:extLst>
              <a:ext uri="{FF2B5EF4-FFF2-40B4-BE49-F238E27FC236}">
                <a16:creationId xmlns:a16="http://schemas.microsoft.com/office/drawing/2014/main" id="{29BF0E78-FDAF-F9E8-2E8E-C5773A48C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83363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34c79db9b5_0_2:notes">
            <a:extLst>
              <a:ext uri="{FF2B5EF4-FFF2-40B4-BE49-F238E27FC236}">
                <a16:creationId xmlns:a16="http://schemas.microsoft.com/office/drawing/2014/main" id="{1009290F-9D45-5189-3F5E-F47949046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4212" y="4689515"/>
            <a:ext cx="5393690" cy="44426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542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>
          <a:extLst>
            <a:ext uri="{FF2B5EF4-FFF2-40B4-BE49-F238E27FC236}">
              <a16:creationId xmlns:a16="http://schemas.microsoft.com/office/drawing/2014/main" id="{E126019A-FE3B-98E5-E6F3-B4390E062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34c79db9b5_1_88:notes">
            <a:extLst>
              <a:ext uri="{FF2B5EF4-FFF2-40B4-BE49-F238E27FC236}">
                <a16:creationId xmlns:a16="http://schemas.microsoft.com/office/drawing/2014/main" id="{666419A2-FDE3-B113-AED6-338E9FD458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83363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34c79db9b5_1_88:notes">
            <a:extLst>
              <a:ext uri="{FF2B5EF4-FFF2-40B4-BE49-F238E27FC236}">
                <a16:creationId xmlns:a16="http://schemas.microsoft.com/office/drawing/2014/main" id="{4112A920-120E-11DB-0624-AFB2EAA7B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4212" y="4689515"/>
            <a:ext cx="5393690" cy="44426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1029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>
          <a:extLst>
            <a:ext uri="{FF2B5EF4-FFF2-40B4-BE49-F238E27FC236}">
              <a16:creationId xmlns:a16="http://schemas.microsoft.com/office/drawing/2014/main" id="{70B60B56-35C5-E503-5DA6-2FDE3A588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a5256f2c40_0_2:notes">
            <a:extLst>
              <a:ext uri="{FF2B5EF4-FFF2-40B4-BE49-F238E27FC236}">
                <a16:creationId xmlns:a16="http://schemas.microsoft.com/office/drawing/2014/main" id="{0D8F00E1-A961-8FB4-9427-3803A1C46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a5256f2c40_0_2:notes">
            <a:extLst>
              <a:ext uri="{FF2B5EF4-FFF2-40B4-BE49-F238E27FC236}">
                <a16:creationId xmlns:a16="http://schemas.microsoft.com/office/drawing/2014/main" id="{C1E50242-8D16-DC15-E65B-A3C0F7D1E2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2376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>
          <a:extLst>
            <a:ext uri="{FF2B5EF4-FFF2-40B4-BE49-F238E27FC236}">
              <a16:creationId xmlns:a16="http://schemas.microsoft.com/office/drawing/2014/main" id="{8063F821-34E3-8F1B-FBDC-69920E0B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a5256f2c40_0_2:notes">
            <a:extLst>
              <a:ext uri="{FF2B5EF4-FFF2-40B4-BE49-F238E27FC236}">
                <a16:creationId xmlns:a16="http://schemas.microsoft.com/office/drawing/2014/main" id="{72E9108B-485A-797F-81EE-9303DE2D8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a5256f2c40_0_2:notes">
            <a:extLst>
              <a:ext uri="{FF2B5EF4-FFF2-40B4-BE49-F238E27FC236}">
                <a16:creationId xmlns:a16="http://schemas.microsoft.com/office/drawing/2014/main" id="{2AC51AF0-3868-245E-229F-970524D2B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2679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>
          <a:extLst>
            <a:ext uri="{FF2B5EF4-FFF2-40B4-BE49-F238E27FC236}">
              <a16:creationId xmlns:a16="http://schemas.microsoft.com/office/drawing/2014/main" id="{3C3A87C5-81AD-2FAF-70CA-5EA7C4839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a5256f2c40_0_2:notes">
            <a:extLst>
              <a:ext uri="{FF2B5EF4-FFF2-40B4-BE49-F238E27FC236}">
                <a16:creationId xmlns:a16="http://schemas.microsoft.com/office/drawing/2014/main" id="{95B7E53C-9B0F-C957-2DB4-859B54ED2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a5256f2c40_0_2:notes">
            <a:extLst>
              <a:ext uri="{FF2B5EF4-FFF2-40B4-BE49-F238E27FC236}">
                <a16:creationId xmlns:a16="http://schemas.microsoft.com/office/drawing/2014/main" id="{A26DC41D-FF23-2E5C-C39F-545D127238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7540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34c79db9b5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2425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34c79db9b5_1_77:notes"/>
          <p:cNvSpPr txBox="1">
            <a:spLocks noGrp="1"/>
          </p:cNvSpPr>
          <p:nvPr>
            <p:ph type="body" idx="1"/>
          </p:nvPr>
        </p:nvSpPr>
        <p:spPr>
          <a:xfrm>
            <a:off x="680195" y="4343400"/>
            <a:ext cx="5441555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>
          <a:extLst>
            <a:ext uri="{FF2B5EF4-FFF2-40B4-BE49-F238E27FC236}">
              <a16:creationId xmlns:a16="http://schemas.microsoft.com/office/drawing/2014/main" id="{3CE126DB-4E90-361E-B904-33F60253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a5256f2c40_0_2:notes">
            <a:extLst>
              <a:ext uri="{FF2B5EF4-FFF2-40B4-BE49-F238E27FC236}">
                <a16:creationId xmlns:a16="http://schemas.microsoft.com/office/drawing/2014/main" id="{6675D65D-6D7C-EE24-5A30-4ECA3426BD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a5256f2c40_0_2:notes">
            <a:extLst>
              <a:ext uri="{FF2B5EF4-FFF2-40B4-BE49-F238E27FC236}">
                <a16:creationId xmlns:a16="http://schemas.microsoft.com/office/drawing/2014/main" id="{1FCC4931-6FCF-AB9E-11BB-7596D0563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9858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>
          <a:extLst>
            <a:ext uri="{FF2B5EF4-FFF2-40B4-BE49-F238E27FC236}">
              <a16:creationId xmlns:a16="http://schemas.microsoft.com/office/drawing/2014/main" id="{A7D20CED-EFED-FD5F-5D8A-4DBEEBD7A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4c79db9b5_1_60:notes">
            <a:extLst>
              <a:ext uri="{FF2B5EF4-FFF2-40B4-BE49-F238E27FC236}">
                <a16:creationId xmlns:a16="http://schemas.microsoft.com/office/drawing/2014/main" id="{ECC45192-0414-28C2-7E50-2B99DD09DD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4c79db9b5_1_60:notes">
            <a:extLst>
              <a:ext uri="{FF2B5EF4-FFF2-40B4-BE49-F238E27FC236}">
                <a16:creationId xmlns:a16="http://schemas.microsoft.com/office/drawing/2014/main" id="{9CC10820-078C-6D74-22B7-1F03800C8D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5205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>
          <a:extLst>
            <a:ext uri="{FF2B5EF4-FFF2-40B4-BE49-F238E27FC236}">
              <a16:creationId xmlns:a16="http://schemas.microsoft.com/office/drawing/2014/main" id="{0D4CD858-05B9-C0C9-9BB7-F20C25314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4c79db9b5_1_60:notes">
            <a:extLst>
              <a:ext uri="{FF2B5EF4-FFF2-40B4-BE49-F238E27FC236}">
                <a16:creationId xmlns:a16="http://schemas.microsoft.com/office/drawing/2014/main" id="{068D8D2A-3278-012E-8E9B-F7CBA78F6D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2425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4c79db9b5_1_60:notes">
            <a:extLst>
              <a:ext uri="{FF2B5EF4-FFF2-40B4-BE49-F238E27FC236}">
                <a16:creationId xmlns:a16="http://schemas.microsoft.com/office/drawing/2014/main" id="{55933034-7CE8-C8FC-D0D0-09BF9B5F59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195" y="4343400"/>
            <a:ext cx="5441555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65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>
          <a:extLst>
            <a:ext uri="{FF2B5EF4-FFF2-40B4-BE49-F238E27FC236}">
              <a16:creationId xmlns:a16="http://schemas.microsoft.com/office/drawing/2014/main" id="{46B029D2-DEB3-2741-B576-101C9C369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a5256f2c40_0_2:notes">
            <a:extLst>
              <a:ext uri="{FF2B5EF4-FFF2-40B4-BE49-F238E27FC236}">
                <a16:creationId xmlns:a16="http://schemas.microsoft.com/office/drawing/2014/main" id="{7382BF0F-F3F1-BA70-9BC9-B23009B21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a5256f2c40_0_2:notes">
            <a:extLst>
              <a:ext uri="{FF2B5EF4-FFF2-40B4-BE49-F238E27FC236}">
                <a16:creationId xmlns:a16="http://schemas.microsoft.com/office/drawing/2014/main" id="{CDEAC6E2-BB04-9F6B-6017-E80AA50445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4739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>
          <a:extLst>
            <a:ext uri="{FF2B5EF4-FFF2-40B4-BE49-F238E27FC236}">
              <a16:creationId xmlns:a16="http://schemas.microsoft.com/office/drawing/2014/main" id="{5206C78F-DCF6-48C8-1C64-1A6CA7BF9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34c79db9b5_1_49:notes">
            <a:extLst>
              <a:ext uri="{FF2B5EF4-FFF2-40B4-BE49-F238E27FC236}">
                <a16:creationId xmlns:a16="http://schemas.microsoft.com/office/drawing/2014/main" id="{5E96FF33-1715-223C-688B-93A8F6B802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2425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34c79db9b5_1_49:notes">
            <a:extLst>
              <a:ext uri="{FF2B5EF4-FFF2-40B4-BE49-F238E27FC236}">
                <a16:creationId xmlns:a16="http://schemas.microsoft.com/office/drawing/2014/main" id="{6155CF30-D68F-6F5C-A275-4D8A221BCA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195" y="4343400"/>
            <a:ext cx="5441555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94483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25781b42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83363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25781b4222_0_0:notes"/>
          <p:cNvSpPr txBox="1">
            <a:spLocks noGrp="1"/>
          </p:cNvSpPr>
          <p:nvPr>
            <p:ph type="body" idx="1"/>
          </p:nvPr>
        </p:nvSpPr>
        <p:spPr>
          <a:xfrm>
            <a:off x="674212" y="4689515"/>
            <a:ext cx="5393690" cy="44426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42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2787E-22B1-11BF-E26F-242343C09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A52B38-DCCA-8B86-FCA4-1575BD8FA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A3441E-0835-93FE-4B23-5ADBAB6F2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D99D5-256D-4319-8ECA-2CBF12F3A28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78071D-F3D3-7ED1-055C-A3917C66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857908-E09C-371C-3BD5-D3BEA8E0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E1D2-8B12-4D87-AF89-238E1AE12B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667048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A2E6F-E67C-CDDF-7398-79B6CD71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5DA9C1-BFE9-4117-5B6A-24C7B94A5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ECAB22-D925-3881-ADC9-1447519D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D99D5-256D-4319-8ECA-2CBF12F3A28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E28254-1FFA-7840-3E87-BFA4A156E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2F1447-E283-C85C-67E5-A5840918E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E1D2-8B12-4D87-AF89-238E1AE12B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88615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9881F-1515-89F9-3F27-D09AE3B8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9EA3BA-43AF-CF04-0C9D-E63C80707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09A1F-DF29-E421-DCCC-0471027C4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D99D5-256D-4319-8ECA-2CBF12F3A28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EC6C3B-2291-8B38-187D-EFCF3EFDC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C3F2E3-FF2C-4833-53AD-F1CEB21E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E1D2-8B12-4D87-AF89-238E1AE12B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03866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0ECC9-B037-8186-9D14-41C75B0D2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079026-1B6A-4609-5A65-AA504A4FF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4A0D4E-2C5E-AA5A-543C-F89855B94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9A8EBC-B0AE-47FD-B2CE-8CF33DEB1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D99D5-256D-4319-8ECA-2CBF12F3A28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1327A0-CA0C-F521-01CC-D3297AAD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434F39-8549-905F-ED8A-D60A4405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E1D2-8B12-4D87-AF89-238E1AE12B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50727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DF7276-CC4C-A021-411A-E5BB1E228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F6AA71-412B-FD6D-2534-2D3B022B1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43F64A-A9D0-4640-9EBF-5E445947B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25DAD99-A9C7-F436-7586-44FBC8E54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342B838-34EB-AADE-CA01-6E6712810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9F2D025-18C5-FF60-5060-2E5AE2E3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D99D5-256D-4319-8ECA-2CBF12F3A28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FDF09CD-5D81-EA7D-0DBE-08F8F4C3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07E979B-64A4-A3EB-54C2-C1EE8497F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E1D2-8B12-4D87-AF89-238E1AE12B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07030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D853B-D0D3-DFBA-2EF1-22518482E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EB000CF-D993-A9DF-3670-92E6BFCC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D99D5-256D-4319-8ECA-2CBF12F3A28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A0EDD4-7150-2179-99F3-42EA0311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AFCAC0-865D-AF27-0584-25E629BA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E1D2-8B12-4D87-AF89-238E1AE12B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58949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62894E-D05D-EFD7-FF19-D87529C16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D99D5-256D-4319-8ECA-2CBF12F3A28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6BCABD-2EB4-CD0E-9C6C-383BB1D76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1F8647-AE70-2971-0B12-EB4F860B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E1D2-8B12-4D87-AF89-238E1AE12B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6666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CBA71-8B79-BB01-0182-2C1B93A95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292BE7-EC4B-9D43-7AA4-C4C61B00D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836D03-550B-CA26-AD75-AA68F4434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A55F03-5129-E7B8-E062-0CF4AB7C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D99D5-256D-4319-8ECA-2CBF12F3A28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705953-8A73-4BDD-6D0A-A29A77A6E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386832-2BA2-3834-73F0-D2E957A22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E1D2-8B12-4D87-AF89-238E1AE12B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42731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7825C-9E3B-6A9A-A8FB-605199062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6B7A9E4-296A-8B34-A20E-E64ABAA61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22A788-9337-2507-6DAF-C15091807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B6B6CB-86D5-69FB-F925-37B79E7D1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D99D5-256D-4319-8ECA-2CBF12F3A28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C97198-DFC8-663F-D644-306E0416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FB13C9-FF90-43F1-0F49-A8C938032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E1D2-8B12-4D87-AF89-238E1AE12B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5404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0FD00E-0A17-8406-2F05-3D856293B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C66A7F-446A-BC16-77A5-998C30359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A9F614-4C4D-29FE-C092-D25084BCE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D99D5-256D-4319-8ECA-2CBF12F3A28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3450A0-7D27-E4A9-1238-27C76B3E1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6BA77E-A00D-3107-5AC3-483BBDE6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E1D2-8B12-4D87-AF89-238E1AE12B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59183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7C9B26B-A26C-484C-886E-393ADF6E48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A91830B-D7EF-B155-6E88-D8D47D196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240AE7-0836-BF03-08E3-53D8A395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D99D5-256D-4319-8ECA-2CBF12F3A28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986C33-8894-0FE1-3A28-A8F2B9056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578067-9885-419F-8BEF-B624389C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E1D2-8B12-4D87-AF89-238E1AE12B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91516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Cover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81000" y="2186000"/>
            <a:ext cx="11430000" cy="2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000" y="5093500"/>
            <a:ext cx="2864400" cy="7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3"/>
          </p:nvPr>
        </p:nvSpPr>
        <p:spPr>
          <a:xfrm>
            <a:off x="8870400" y="5093500"/>
            <a:ext cx="2864400" cy="7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8586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7">
            <a:extLst>
              <a:ext uri="{FF2B5EF4-FFF2-40B4-BE49-F238E27FC236}">
                <a16:creationId xmlns:a16="http://schemas.microsoft.com/office/drawing/2014/main" id="{C1067B58-5F19-4C4C-925F-CD497FE68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30640" y="377342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1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</a:lstStyle>
          <a:p>
            <a:fld id="{B6F15528-21DE-4FAA-801E-634DDDAF4B2B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EF03F1-FB8B-AA4F-9B50-AC96712E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8209" y="6284306"/>
            <a:ext cx="2788583" cy="19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19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s of contents" preserve="1" userDrawn="1">
  <p:cSld name="Tables of conten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11F52DB-31F9-24A2-1025-6931E14842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DD9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46B65A68-481B-791E-A5F8-8B92AEF7BE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26206" y="483487"/>
            <a:ext cx="1891721" cy="5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01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title">
  <p:cSld name="Cover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81000" y="2186000"/>
            <a:ext cx="11430000" cy="2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000" y="5093500"/>
            <a:ext cx="2864400" cy="7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3"/>
          </p:nvPr>
        </p:nvSpPr>
        <p:spPr>
          <a:xfrm>
            <a:off x="8870400" y="5093500"/>
            <a:ext cx="2864400" cy="7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1377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 Layout 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39664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graphicFrame>
        <p:nvGraphicFramePr>
          <p:cNvPr id="46" name="Google Shape;46;p6"/>
          <p:cNvGraphicFramePr/>
          <p:nvPr/>
        </p:nvGraphicFramePr>
        <p:xfrm>
          <a:off x="304785" y="3241667"/>
          <a:ext cx="3615767" cy="36163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1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3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Google Shape;47;p6"/>
          <p:cNvGraphicFramePr/>
          <p:nvPr/>
        </p:nvGraphicFramePr>
        <p:xfrm>
          <a:off x="4288101" y="3241667"/>
          <a:ext cx="3615767" cy="36163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1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3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Google Shape;48;p6"/>
          <p:cNvGraphicFramePr/>
          <p:nvPr/>
        </p:nvGraphicFramePr>
        <p:xfrm>
          <a:off x="8271418" y="3241667"/>
          <a:ext cx="3615767" cy="36163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1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63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475067" y="4380800"/>
            <a:ext cx="3275200" cy="21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2"/>
          </p:nvPr>
        </p:nvSpPr>
        <p:spPr>
          <a:xfrm>
            <a:off x="4458384" y="4380800"/>
            <a:ext cx="3275200" cy="21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3"/>
          </p:nvPr>
        </p:nvSpPr>
        <p:spPr>
          <a:xfrm>
            <a:off x="8441700" y="4380800"/>
            <a:ext cx="3275200" cy="215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title" idx="4"/>
          </p:nvPr>
        </p:nvSpPr>
        <p:spPr>
          <a:xfrm>
            <a:off x="444467" y="3241667"/>
            <a:ext cx="3336400" cy="9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title" idx="5"/>
          </p:nvPr>
        </p:nvSpPr>
        <p:spPr>
          <a:xfrm>
            <a:off x="4427800" y="3241667"/>
            <a:ext cx="3336400" cy="9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title" idx="6"/>
          </p:nvPr>
        </p:nvSpPr>
        <p:spPr>
          <a:xfrm>
            <a:off x="8411100" y="3241667"/>
            <a:ext cx="3336400" cy="9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body" idx="7"/>
          </p:nvPr>
        </p:nvSpPr>
        <p:spPr>
          <a:xfrm>
            <a:off x="7132200" y="609600"/>
            <a:ext cx="4763600" cy="20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289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slide" type="titleOnly">
  <p:cSld name="Product slid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307867" y="609567"/>
            <a:ext cx="5871600" cy="9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ubTitle" idx="1"/>
          </p:nvPr>
        </p:nvSpPr>
        <p:spPr>
          <a:xfrm>
            <a:off x="8077304" y="3054367"/>
            <a:ext cx="3810000" cy="5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3"/>
          </p:nvPr>
        </p:nvSpPr>
        <p:spPr>
          <a:xfrm>
            <a:off x="8077200" y="3752933"/>
            <a:ext cx="3810000" cy="28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4888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1 slide">
  <p:cSld name="Q1 slid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Google Shape;64;p8"/>
          <p:cNvGraphicFramePr/>
          <p:nvPr/>
        </p:nvGraphicFramePr>
        <p:xfrm>
          <a:off x="304784" y="898401"/>
          <a:ext cx="11582400" cy="21047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47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rgbClr val="FFFCE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7135567" y="1014433"/>
            <a:ext cx="4599200" cy="18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12800"/>
            </a:lvl1pPr>
            <a:lvl2pPr lvl="1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ubTitle" idx="1"/>
          </p:nvPr>
        </p:nvSpPr>
        <p:spPr>
          <a:xfrm>
            <a:off x="303967" y="3143933"/>
            <a:ext cx="4762800" cy="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body" idx="2"/>
          </p:nvPr>
        </p:nvSpPr>
        <p:spPr>
          <a:xfrm>
            <a:off x="303833" y="3898300"/>
            <a:ext cx="4923200" cy="26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cxnSp>
        <p:nvCxnSpPr>
          <p:cNvPr id="68" name="Google Shape;68;p8"/>
          <p:cNvCxnSpPr/>
          <p:nvPr/>
        </p:nvCxnSpPr>
        <p:spPr>
          <a:xfrm>
            <a:off x="10266800" y="3003167"/>
            <a:ext cx="0" cy="375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" name="Google Shape;69;p8"/>
          <p:cNvSpPr txBox="1">
            <a:spLocks noGrp="1"/>
          </p:cNvSpPr>
          <p:nvPr>
            <p:ph type="subTitle" idx="3"/>
          </p:nvPr>
        </p:nvSpPr>
        <p:spPr>
          <a:xfrm>
            <a:off x="7135567" y="3143933"/>
            <a:ext cx="789200" cy="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45659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 Updates">
  <p:cSld name="KPI Update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9"/>
          <p:cNvGraphicFramePr/>
          <p:nvPr/>
        </p:nvGraphicFramePr>
        <p:xfrm>
          <a:off x="301751" y="1894567"/>
          <a:ext cx="11588500" cy="1316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1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Google Shape;73;p9"/>
          <p:cNvGraphicFramePr/>
          <p:nvPr/>
        </p:nvGraphicFramePr>
        <p:xfrm>
          <a:off x="301734" y="3543417"/>
          <a:ext cx="11588500" cy="1316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1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4" name="Google Shape;74;p9"/>
          <p:cNvGraphicFramePr/>
          <p:nvPr/>
        </p:nvGraphicFramePr>
        <p:xfrm>
          <a:off x="301734" y="5192667"/>
          <a:ext cx="11588500" cy="1316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1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58752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ubTitle" idx="1"/>
          </p:nvPr>
        </p:nvSpPr>
        <p:spPr>
          <a:xfrm>
            <a:off x="307867" y="1894367"/>
            <a:ext cx="2853600" cy="13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2"/>
          </p:nvPr>
        </p:nvSpPr>
        <p:spPr>
          <a:xfrm>
            <a:off x="307867" y="3543517"/>
            <a:ext cx="2853600" cy="13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3"/>
          </p:nvPr>
        </p:nvSpPr>
        <p:spPr>
          <a:xfrm>
            <a:off x="307867" y="5192700"/>
            <a:ext cx="2853600" cy="13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body" idx="4"/>
          </p:nvPr>
        </p:nvSpPr>
        <p:spPr>
          <a:xfrm>
            <a:off x="4114800" y="1894633"/>
            <a:ext cx="3810000" cy="13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5"/>
          </p:nvPr>
        </p:nvSpPr>
        <p:spPr>
          <a:xfrm>
            <a:off x="4114800" y="3543717"/>
            <a:ext cx="3810000" cy="13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body" idx="6"/>
          </p:nvPr>
        </p:nvSpPr>
        <p:spPr>
          <a:xfrm>
            <a:off x="4114633" y="5192700"/>
            <a:ext cx="3810000" cy="13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title" idx="7"/>
          </p:nvPr>
        </p:nvSpPr>
        <p:spPr>
          <a:xfrm>
            <a:off x="8141367" y="1894833"/>
            <a:ext cx="3749200" cy="13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title" idx="8"/>
          </p:nvPr>
        </p:nvSpPr>
        <p:spPr>
          <a:xfrm>
            <a:off x="8141367" y="3543717"/>
            <a:ext cx="3749200" cy="13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title" idx="9"/>
          </p:nvPr>
        </p:nvSpPr>
        <p:spPr>
          <a:xfrm>
            <a:off x="8141367" y="5192633"/>
            <a:ext cx="3749200" cy="13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69615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ing pan">
  <p:cSld name="Marketing pa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10"/>
          <p:cNvGraphicFramePr/>
          <p:nvPr/>
        </p:nvGraphicFramePr>
        <p:xfrm>
          <a:off x="304785" y="1899000"/>
          <a:ext cx="3615767" cy="4959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1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9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" name="Google Shape;88;p10"/>
          <p:cNvGraphicFramePr/>
          <p:nvPr/>
        </p:nvGraphicFramePr>
        <p:xfrm>
          <a:off x="4288101" y="1899000"/>
          <a:ext cx="3615767" cy="4959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1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9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" name="Google Shape;89;p10"/>
          <p:cNvGraphicFramePr/>
          <p:nvPr/>
        </p:nvGraphicFramePr>
        <p:xfrm>
          <a:off x="8271418" y="1899000"/>
          <a:ext cx="3615767" cy="4959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1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9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" name="Google Shape;90;p10"/>
          <p:cNvSpPr txBox="1">
            <a:spLocks noGrp="1"/>
          </p:cNvSpPr>
          <p:nvPr>
            <p:ph type="title"/>
          </p:nvPr>
        </p:nvSpPr>
        <p:spPr>
          <a:xfrm>
            <a:off x="307867" y="606367"/>
            <a:ext cx="5875200" cy="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body" idx="1"/>
          </p:nvPr>
        </p:nvSpPr>
        <p:spPr>
          <a:xfrm>
            <a:off x="475067" y="3250333"/>
            <a:ext cx="3275200" cy="328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body" idx="2"/>
          </p:nvPr>
        </p:nvSpPr>
        <p:spPr>
          <a:xfrm>
            <a:off x="4458384" y="3250333"/>
            <a:ext cx="3275200" cy="328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body" idx="3"/>
          </p:nvPr>
        </p:nvSpPr>
        <p:spPr>
          <a:xfrm>
            <a:off x="8441700" y="3250333"/>
            <a:ext cx="3275200" cy="328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title" idx="4"/>
          </p:nvPr>
        </p:nvSpPr>
        <p:spPr>
          <a:xfrm>
            <a:off x="444467" y="2087967"/>
            <a:ext cx="3336400" cy="9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667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title" idx="5"/>
          </p:nvPr>
        </p:nvSpPr>
        <p:spPr>
          <a:xfrm>
            <a:off x="4427800" y="2087967"/>
            <a:ext cx="3336400" cy="9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667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title" idx="6"/>
          </p:nvPr>
        </p:nvSpPr>
        <p:spPr>
          <a:xfrm>
            <a:off x="8411100" y="2087967"/>
            <a:ext cx="3336400" cy="9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667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8439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ives &amp; Key Results">
  <p:cSld name="Objectives &amp; Key Resul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96824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00" name="Google Shape;100;p11"/>
          <p:cNvSpPr/>
          <p:nvPr/>
        </p:nvSpPr>
        <p:spPr>
          <a:xfrm>
            <a:off x="307867" y="2070267"/>
            <a:ext cx="11579200" cy="104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306400" y="3218844"/>
            <a:ext cx="11579200" cy="104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306400" y="4367423"/>
            <a:ext cx="11579200" cy="104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306400" y="5516000"/>
            <a:ext cx="11579200" cy="104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4" name="Google Shape;104;p11"/>
          <p:cNvSpPr txBox="1">
            <a:spLocks noGrp="1"/>
          </p:cNvSpPr>
          <p:nvPr>
            <p:ph type="subTitle" idx="1"/>
          </p:nvPr>
        </p:nvSpPr>
        <p:spPr>
          <a:xfrm>
            <a:off x="304800" y="2070267"/>
            <a:ext cx="23764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ubTitle" idx="2"/>
          </p:nvPr>
        </p:nvSpPr>
        <p:spPr>
          <a:xfrm>
            <a:off x="304800" y="3218851"/>
            <a:ext cx="23764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06" name="Google Shape;106;p11"/>
          <p:cNvSpPr txBox="1">
            <a:spLocks noGrp="1"/>
          </p:cNvSpPr>
          <p:nvPr>
            <p:ph type="subTitle" idx="3"/>
          </p:nvPr>
        </p:nvSpPr>
        <p:spPr>
          <a:xfrm>
            <a:off x="304800" y="4367417"/>
            <a:ext cx="23764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07" name="Google Shape;107;p11"/>
          <p:cNvSpPr txBox="1">
            <a:spLocks noGrp="1"/>
          </p:cNvSpPr>
          <p:nvPr>
            <p:ph type="subTitle" idx="4"/>
          </p:nvPr>
        </p:nvSpPr>
        <p:spPr>
          <a:xfrm>
            <a:off x="304800" y="5515984"/>
            <a:ext cx="23764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08" name="Google Shape;108;p11"/>
          <p:cNvSpPr txBox="1">
            <a:spLocks noGrp="1"/>
          </p:cNvSpPr>
          <p:nvPr>
            <p:ph type="body" idx="5"/>
          </p:nvPr>
        </p:nvSpPr>
        <p:spPr>
          <a:xfrm>
            <a:off x="5253967" y="2070467"/>
            <a:ext cx="66316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1"/>
          <p:cNvSpPr txBox="1">
            <a:spLocks noGrp="1"/>
          </p:cNvSpPr>
          <p:nvPr>
            <p:ph type="body" idx="6"/>
          </p:nvPr>
        </p:nvSpPr>
        <p:spPr>
          <a:xfrm>
            <a:off x="5253967" y="3218951"/>
            <a:ext cx="66316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body" idx="7"/>
          </p:nvPr>
        </p:nvSpPr>
        <p:spPr>
          <a:xfrm>
            <a:off x="5253967" y="4367484"/>
            <a:ext cx="66316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body" idx="8"/>
          </p:nvPr>
        </p:nvSpPr>
        <p:spPr>
          <a:xfrm>
            <a:off x="5253967" y="5516017"/>
            <a:ext cx="66316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subTitle" idx="9"/>
          </p:nvPr>
        </p:nvSpPr>
        <p:spPr>
          <a:xfrm>
            <a:off x="4274167" y="2070467"/>
            <a:ext cx="9528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subTitle" idx="13"/>
          </p:nvPr>
        </p:nvSpPr>
        <p:spPr>
          <a:xfrm>
            <a:off x="4274167" y="3219056"/>
            <a:ext cx="9528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subTitle" idx="14"/>
          </p:nvPr>
        </p:nvSpPr>
        <p:spPr>
          <a:xfrm>
            <a:off x="4274167" y="4367628"/>
            <a:ext cx="9528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15" name="Google Shape;115;p11"/>
          <p:cNvSpPr txBox="1">
            <a:spLocks noGrp="1"/>
          </p:cNvSpPr>
          <p:nvPr>
            <p:ph type="subTitle" idx="15"/>
          </p:nvPr>
        </p:nvSpPr>
        <p:spPr>
          <a:xfrm>
            <a:off x="4274167" y="5516200"/>
            <a:ext cx="9528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24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16" name="Google Shape;116;p11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094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Takeaway">
  <p:cSld name="Key Takeaway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58752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19" name="Google Shape;119;p12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42393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ing Channel Activation">
  <p:cSld name="Marketing Channel Activation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3"/>
          <p:cNvGrpSpPr/>
          <p:nvPr/>
        </p:nvGrpSpPr>
        <p:grpSpPr>
          <a:xfrm>
            <a:off x="6183049" y="1992353"/>
            <a:ext cx="5551443" cy="4415897"/>
            <a:chOff x="376350" y="1494264"/>
            <a:chExt cx="6291300" cy="3311923"/>
          </a:xfrm>
        </p:grpSpPr>
        <p:cxnSp>
          <p:nvCxnSpPr>
            <p:cNvPr id="122" name="Google Shape;122;p13"/>
            <p:cNvCxnSpPr/>
            <p:nvPr/>
          </p:nvCxnSpPr>
          <p:spPr>
            <a:xfrm>
              <a:off x="376350" y="1494264"/>
              <a:ext cx="6291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Google Shape;123;p13"/>
            <p:cNvCxnSpPr/>
            <p:nvPr/>
          </p:nvCxnSpPr>
          <p:spPr>
            <a:xfrm>
              <a:off x="376350" y="2317875"/>
              <a:ext cx="6291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" name="Google Shape;124;p13"/>
            <p:cNvCxnSpPr/>
            <p:nvPr/>
          </p:nvCxnSpPr>
          <p:spPr>
            <a:xfrm>
              <a:off x="376350" y="3150225"/>
              <a:ext cx="6291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Google Shape;125;p13"/>
            <p:cNvCxnSpPr/>
            <p:nvPr/>
          </p:nvCxnSpPr>
          <p:spPr>
            <a:xfrm>
              <a:off x="376350" y="3982575"/>
              <a:ext cx="6291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126;p13"/>
            <p:cNvCxnSpPr/>
            <p:nvPr/>
          </p:nvCxnSpPr>
          <p:spPr>
            <a:xfrm>
              <a:off x="376350" y="4806186"/>
              <a:ext cx="6291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7" name="Google Shape;127;p13"/>
          <p:cNvSpPr/>
          <p:nvPr/>
        </p:nvSpPr>
        <p:spPr>
          <a:xfrm rot="10800000">
            <a:off x="457200" y="1980700"/>
            <a:ext cx="8477600" cy="4439200"/>
          </a:xfrm>
          <a:prstGeom prst="trapezoid">
            <a:avLst>
              <a:gd name="adj" fmla="val 5774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58752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grpSp>
        <p:nvGrpSpPr>
          <p:cNvPr id="129" name="Google Shape;129;p13"/>
          <p:cNvGrpSpPr/>
          <p:nvPr/>
        </p:nvGrpSpPr>
        <p:grpSpPr>
          <a:xfrm>
            <a:off x="457183" y="3090500"/>
            <a:ext cx="7838213" cy="2219600"/>
            <a:chOff x="376350" y="2317875"/>
            <a:chExt cx="5817000" cy="16647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6350" y="2317875"/>
              <a:ext cx="58170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" name="Google Shape;131;p13"/>
            <p:cNvCxnSpPr>
              <a:endCxn id="127" idx="1"/>
            </p:cNvCxnSpPr>
            <p:nvPr/>
          </p:nvCxnSpPr>
          <p:spPr>
            <a:xfrm>
              <a:off x="376374" y="3150225"/>
              <a:ext cx="53403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" name="Google Shape;132;p13"/>
            <p:cNvCxnSpPr/>
            <p:nvPr/>
          </p:nvCxnSpPr>
          <p:spPr>
            <a:xfrm>
              <a:off x="376350" y="3982575"/>
              <a:ext cx="48657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3" name="Google Shape;133;p13"/>
          <p:cNvSpPr txBox="1">
            <a:spLocks noGrp="1"/>
          </p:cNvSpPr>
          <p:nvPr>
            <p:ph type="subTitle" idx="1"/>
          </p:nvPr>
        </p:nvSpPr>
        <p:spPr>
          <a:xfrm>
            <a:off x="3507800" y="2004003"/>
            <a:ext cx="23764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2"/>
          </p:nvPr>
        </p:nvSpPr>
        <p:spPr>
          <a:xfrm>
            <a:off x="3507800" y="3145836"/>
            <a:ext cx="23764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3"/>
          </p:nvPr>
        </p:nvSpPr>
        <p:spPr>
          <a:xfrm>
            <a:off x="3507800" y="4189836"/>
            <a:ext cx="23764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4"/>
          </p:nvPr>
        </p:nvSpPr>
        <p:spPr>
          <a:xfrm>
            <a:off x="3507800" y="5331669"/>
            <a:ext cx="2376400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24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5"/>
          </p:nvPr>
        </p:nvSpPr>
        <p:spPr>
          <a:xfrm>
            <a:off x="8877700" y="2053100"/>
            <a:ext cx="2856800" cy="9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6"/>
          </p:nvPr>
        </p:nvSpPr>
        <p:spPr>
          <a:xfrm>
            <a:off x="8208167" y="3163567"/>
            <a:ext cx="3526000" cy="9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7"/>
          </p:nvPr>
        </p:nvSpPr>
        <p:spPr>
          <a:xfrm>
            <a:off x="7633067" y="4263567"/>
            <a:ext cx="4101200" cy="9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idx="8"/>
          </p:nvPr>
        </p:nvSpPr>
        <p:spPr>
          <a:xfrm>
            <a:off x="6972333" y="5401667"/>
            <a:ext cx="4762000" cy="9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4918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6179533" y="0"/>
            <a:ext cx="5707600" cy="26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9pPr>
          </a:lstStyle>
          <a:p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title" idx="3"/>
          </p:nvPr>
        </p:nvSpPr>
        <p:spPr>
          <a:xfrm>
            <a:off x="0" y="4903300"/>
            <a:ext cx="3321600" cy="18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9pPr>
          </a:lstStyle>
          <a:p>
            <a:endParaRPr/>
          </a:p>
        </p:txBody>
      </p:sp>
      <p:sp>
        <p:nvSpPr>
          <p:cNvPr id="146" name="Google Shape;146;p14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25379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hoto">
  <p:cSld name="Big Phot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15"/>
          <p:cNvSpPr txBox="1">
            <a:spLocks noGrp="1"/>
          </p:cNvSpPr>
          <p:nvPr>
            <p:ph type="subTitle" idx="1"/>
          </p:nvPr>
        </p:nvSpPr>
        <p:spPr>
          <a:xfrm>
            <a:off x="8106367" y="5113433"/>
            <a:ext cx="3780800" cy="1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9pPr>
          </a:lstStyle>
          <a:p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55586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slide 2">
  <p:cSld name="Product slide 2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8570000" cy="20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1"/>
          </p:nvPr>
        </p:nvSpPr>
        <p:spPr>
          <a:xfrm>
            <a:off x="7132200" y="3942900"/>
            <a:ext cx="4602800" cy="26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subTitle" idx="3"/>
          </p:nvPr>
        </p:nvSpPr>
        <p:spPr>
          <a:xfrm>
            <a:off x="314100" y="5148267"/>
            <a:ext cx="3810000" cy="1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7494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slide 3">
  <p:cSld name="Product slide 3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8570000" cy="20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9600"/>
            </a:lvl9pPr>
          </a:lstStyle>
          <a:p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"/>
          </p:nvPr>
        </p:nvSpPr>
        <p:spPr>
          <a:xfrm>
            <a:off x="307867" y="3942900"/>
            <a:ext cx="4602800" cy="26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subTitle" idx="3"/>
          </p:nvPr>
        </p:nvSpPr>
        <p:spPr>
          <a:xfrm>
            <a:off x="8085267" y="4110800"/>
            <a:ext cx="3810000" cy="24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4267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4267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4267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4267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4267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4267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4267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4267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4267"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9901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ncial Snapshot">
  <p:cSld name="Financial Snapsho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5875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title" idx="2"/>
          </p:nvPr>
        </p:nvSpPr>
        <p:spPr>
          <a:xfrm>
            <a:off x="6019633" y="609600"/>
            <a:ext cx="5867600" cy="16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cxnSp>
        <p:nvCxnSpPr>
          <p:cNvPr id="166" name="Google Shape;166;p18"/>
          <p:cNvCxnSpPr/>
          <p:nvPr/>
        </p:nvCxnSpPr>
        <p:spPr>
          <a:xfrm>
            <a:off x="304791" y="3397263"/>
            <a:ext cx="5507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18"/>
          <p:cNvCxnSpPr/>
          <p:nvPr/>
        </p:nvCxnSpPr>
        <p:spPr>
          <a:xfrm>
            <a:off x="304791" y="4188947"/>
            <a:ext cx="55072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18"/>
          <p:cNvCxnSpPr/>
          <p:nvPr/>
        </p:nvCxnSpPr>
        <p:spPr>
          <a:xfrm>
            <a:off x="6383201" y="4208764"/>
            <a:ext cx="5504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8"/>
          <p:cNvCxnSpPr/>
          <p:nvPr/>
        </p:nvCxnSpPr>
        <p:spPr>
          <a:xfrm>
            <a:off x="6383201" y="5844575"/>
            <a:ext cx="55040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18"/>
          <p:cNvCxnSpPr/>
          <p:nvPr/>
        </p:nvCxnSpPr>
        <p:spPr>
          <a:xfrm>
            <a:off x="6383201" y="3389233"/>
            <a:ext cx="5504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18"/>
          <p:cNvCxnSpPr/>
          <p:nvPr/>
        </p:nvCxnSpPr>
        <p:spPr>
          <a:xfrm>
            <a:off x="6383201" y="5052891"/>
            <a:ext cx="5504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" name="Google Shape;172;p18"/>
          <p:cNvCxnSpPr/>
          <p:nvPr/>
        </p:nvCxnSpPr>
        <p:spPr>
          <a:xfrm>
            <a:off x="6383183" y="2605907"/>
            <a:ext cx="5504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06397" y="2605907"/>
            <a:ext cx="5504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18"/>
          <p:cNvSpPr txBox="1">
            <a:spLocks noGrp="1"/>
          </p:cNvSpPr>
          <p:nvPr>
            <p:ph type="subTitle" idx="1"/>
          </p:nvPr>
        </p:nvSpPr>
        <p:spPr>
          <a:xfrm>
            <a:off x="304800" y="1845733"/>
            <a:ext cx="40808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8"/>
          <p:cNvSpPr txBox="1">
            <a:spLocks noGrp="1"/>
          </p:cNvSpPr>
          <p:nvPr>
            <p:ph type="subTitle" idx="3"/>
          </p:nvPr>
        </p:nvSpPr>
        <p:spPr>
          <a:xfrm>
            <a:off x="6383200" y="1845733"/>
            <a:ext cx="4080800" cy="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8"/>
          <p:cNvSpPr txBox="1">
            <a:spLocks noGrp="1"/>
          </p:cNvSpPr>
          <p:nvPr>
            <p:ph type="subTitle" idx="4"/>
          </p:nvPr>
        </p:nvSpPr>
        <p:spPr>
          <a:xfrm>
            <a:off x="304800" y="2629000"/>
            <a:ext cx="21308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5"/>
          </p:nvPr>
        </p:nvSpPr>
        <p:spPr>
          <a:xfrm>
            <a:off x="314721" y="3420500"/>
            <a:ext cx="21308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title" idx="6"/>
          </p:nvPr>
        </p:nvSpPr>
        <p:spPr>
          <a:xfrm>
            <a:off x="3251200" y="2641600"/>
            <a:ext cx="25732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title" idx="7"/>
          </p:nvPr>
        </p:nvSpPr>
        <p:spPr>
          <a:xfrm>
            <a:off x="3251200" y="3420500"/>
            <a:ext cx="25732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8"/>
          </p:nvPr>
        </p:nvSpPr>
        <p:spPr>
          <a:xfrm>
            <a:off x="324537" y="4212167"/>
            <a:ext cx="21308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title" idx="9"/>
          </p:nvPr>
        </p:nvSpPr>
        <p:spPr>
          <a:xfrm>
            <a:off x="3260709" y="4212167"/>
            <a:ext cx="25732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13"/>
          </p:nvPr>
        </p:nvSpPr>
        <p:spPr>
          <a:xfrm>
            <a:off x="6375400" y="2611200"/>
            <a:ext cx="25024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83" name="Google Shape;183;p18"/>
          <p:cNvSpPr txBox="1">
            <a:spLocks noGrp="1"/>
          </p:cNvSpPr>
          <p:nvPr>
            <p:ph type="title" idx="14"/>
          </p:nvPr>
        </p:nvSpPr>
        <p:spPr>
          <a:xfrm>
            <a:off x="9321800" y="2623784"/>
            <a:ext cx="25732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8"/>
          <p:cNvSpPr txBox="1">
            <a:spLocks noGrp="1"/>
          </p:cNvSpPr>
          <p:nvPr>
            <p:ph type="subTitle" idx="15"/>
          </p:nvPr>
        </p:nvSpPr>
        <p:spPr>
          <a:xfrm>
            <a:off x="6375400" y="3403684"/>
            <a:ext cx="25024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85" name="Google Shape;185;p18"/>
          <p:cNvSpPr txBox="1">
            <a:spLocks noGrp="1"/>
          </p:cNvSpPr>
          <p:nvPr>
            <p:ph type="title" idx="16"/>
          </p:nvPr>
        </p:nvSpPr>
        <p:spPr>
          <a:xfrm>
            <a:off x="9321800" y="3416267"/>
            <a:ext cx="25732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subTitle" idx="17"/>
          </p:nvPr>
        </p:nvSpPr>
        <p:spPr>
          <a:xfrm>
            <a:off x="6375400" y="4251933"/>
            <a:ext cx="25024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title" idx="18"/>
          </p:nvPr>
        </p:nvSpPr>
        <p:spPr>
          <a:xfrm>
            <a:off x="9321800" y="4264517"/>
            <a:ext cx="25732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subTitle" idx="19"/>
          </p:nvPr>
        </p:nvSpPr>
        <p:spPr>
          <a:xfrm>
            <a:off x="6375400" y="5069833"/>
            <a:ext cx="25024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title" idx="20"/>
          </p:nvPr>
        </p:nvSpPr>
        <p:spPr>
          <a:xfrm>
            <a:off x="9321800" y="5082417"/>
            <a:ext cx="25732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subTitle" idx="21"/>
          </p:nvPr>
        </p:nvSpPr>
        <p:spPr>
          <a:xfrm>
            <a:off x="6375400" y="5874100"/>
            <a:ext cx="25024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sz="2133" b="1">
                <a:latin typeface="Crimson Pro"/>
                <a:ea typeface="Crimson Pro"/>
                <a:cs typeface="Crimson Pro"/>
                <a:sym typeface="Crimson Pro"/>
              </a:defRPr>
            </a:lvl9pPr>
          </a:lstStyle>
          <a:p>
            <a:endParaRPr/>
          </a:p>
        </p:txBody>
      </p:sp>
      <p:sp>
        <p:nvSpPr>
          <p:cNvPr id="191" name="Google Shape;191;p18"/>
          <p:cNvSpPr txBox="1">
            <a:spLocks noGrp="1"/>
          </p:cNvSpPr>
          <p:nvPr>
            <p:ph type="title" idx="22"/>
          </p:nvPr>
        </p:nvSpPr>
        <p:spPr>
          <a:xfrm>
            <a:off x="9321800" y="5886684"/>
            <a:ext cx="2573200" cy="7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83494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ncials" type="blank">
  <p:cSld name="Financials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194;p19"/>
          <p:cNvCxnSpPr/>
          <p:nvPr/>
        </p:nvCxnSpPr>
        <p:spPr>
          <a:xfrm>
            <a:off x="307867" y="2551233"/>
            <a:ext cx="11579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19"/>
          <p:cNvCxnSpPr/>
          <p:nvPr/>
        </p:nvCxnSpPr>
        <p:spPr>
          <a:xfrm>
            <a:off x="307867" y="3528117"/>
            <a:ext cx="11579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19"/>
          <p:cNvCxnSpPr/>
          <p:nvPr/>
        </p:nvCxnSpPr>
        <p:spPr>
          <a:xfrm>
            <a:off x="307867" y="4505000"/>
            <a:ext cx="11579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19"/>
          <p:cNvCxnSpPr/>
          <p:nvPr/>
        </p:nvCxnSpPr>
        <p:spPr>
          <a:xfrm>
            <a:off x="307867" y="5481884"/>
            <a:ext cx="11579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19"/>
          <p:cNvCxnSpPr/>
          <p:nvPr/>
        </p:nvCxnSpPr>
        <p:spPr>
          <a:xfrm>
            <a:off x="307867" y="6458767"/>
            <a:ext cx="115796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5875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title" idx="2"/>
          </p:nvPr>
        </p:nvSpPr>
        <p:spPr>
          <a:xfrm>
            <a:off x="6019633" y="609600"/>
            <a:ext cx="58676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subTitle" idx="1"/>
          </p:nvPr>
        </p:nvSpPr>
        <p:spPr>
          <a:xfrm>
            <a:off x="307867" y="5482031"/>
            <a:ext cx="23764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subTitle" idx="3"/>
          </p:nvPr>
        </p:nvSpPr>
        <p:spPr>
          <a:xfrm>
            <a:off x="3376877" y="5482000"/>
            <a:ext cx="23764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03" name="Google Shape;203;p19"/>
          <p:cNvSpPr txBox="1">
            <a:spLocks noGrp="1"/>
          </p:cNvSpPr>
          <p:nvPr>
            <p:ph type="subTitle" idx="4"/>
          </p:nvPr>
        </p:nvSpPr>
        <p:spPr>
          <a:xfrm>
            <a:off x="9518461" y="5482000"/>
            <a:ext cx="23728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04" name="Google Shape;204;p19"/>
          <p:cNvSpPr txBox="1">
            <a:spLocks noGrp="1"/>
          </p:cNvSpPr>
          <p:nvPr>
            <p:ph type="subTitle" idx="5"/>
          </p:nvPr>
        </p:nvSpPr>
        <p:spPr>
          <a:xfrm>
            <a:off x="6445889" y="5482000"/>
            <a:ext cx="23764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subTitle" idx="6"/>
          </p:nvPr>
        </p:nvSpPr>
        <p:spPr>
          <a:xfrm>
            <a:off x="304300" y="4505031"/>
            <a:ext cx="23764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06" name="Google Shape;206;p19"/>
          <p:cNvSpPr txBox="1">
            <a:spLocks noGrp="1"/>
          </p:cNvSpPr>
          <p:nvPr>
            <p:ph type="subTitle" idx="7"/>
          </p:nvPr>
        </p:nvSpPr>
        <p:spPr>
          <a:xfrm>
            <a:off x="3373311" y="4505000"/>
            <a:ext cx="23764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subTitle" idx="8"/>
          </p:nvPr>
        </p:nvSpPr>
        <p:spPr>
          <a:xfrm>
            <a:off x="9514900" y="4505000"/>
            <a:ext cx="23728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08" name="Google Shape;208;p19"/>
          <p:cNvSpPr txBox="1">
            <a:spLocks noGrp="1"/>
          </p:cNvSpPr>
          <p:nvPr>
            <p:ph type="subTitle" idx="9"/>
          </p:nvPr>
        </p:nvSpPr>
        <p:spPr>
          <a:xfrm>
            <a:off x="6442323" y="4505000"/>
            <a:ext cx="23764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subTitle" idx="13"/>
          </p:nvPr>
        </p:nvSpPr>
        <p:spPr>
          <a:xfrm>
            <a:off x="304300" y="3528164"/>
            <a:ext cx="23764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subTitle" idx="14"/>
          </p:nvPr>
        </p:nvSpPr>
        <p:spPr>
          <a:xfrm>
            <a:off x="3373311" y="3528133"/>
            <a:ext cx="23764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 txBox="1">
            <a:spLocks noGrp="1"/>
          </p:cNvSpPr>
          <p:nvPr>
            <p:ph type="subTitle" idx="15"/>
          </p:nvPr>
        </p:nvSpPr>
        <p:spPr>
          <a:xfrm>
            <a:off x="9514900" y="3528133"/>
            <a:ext cx="23728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12" name="Google Shape;212;p19"/>
          <p:cNvSpPr txBox="1">
            <a:spLocks noGrp="1"/>
          </p:cNvSpPr>
          <p:nvPr>
            <p:ph type="subTitle" idx="16"/>
          </p:nvPr>
        </p:nvSpPr>
        <p:spPr>
          <a:xfrm>
            <a:off x="6442323" y="3528133"/>
            <a:ext cx="23764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13" name="Google Shape;213;p19"/>
          <p:cNvSpPr txBox="1">
            <a:spLocks noGrp="1"/>
          </p:cNvSpPr>
          <p:nvPr>
            <p:ph type="subTitle" idx="17"/>
          </p:nvPr>
        </p:nvSpPr>
        <p:spPr>
          <a:xfrm>
            <a:off x="304300" y="2551264"/>
            <a:ext cx="23764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14" name="Google Shape;214;p19"/>
          <p:cNvSpPr txBox="1">
            <a:spLocks noGrp="1"/>
          </p:cNvSpPr>
          <p:nvPr>
            <p:ph type="subTitle" idx="18"/>
          </p:nvPr>
        </p:nvSpPr>
        <p:spPr>
          <a:xfrm>
            <a:off x="3373311" y="2551233"/>
            <a:ext cx="23764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subTitle" idx="19"/>
          </p:nvPr>
        </p:nvSpPr>
        <p:spPr>
          <a:xfrm>
            <a:off x="9514900" y="2551233"/>
            <a:ext cx="23728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ubTitle" idx="20"/>
          </p:nvPr>
        </p:nvSpPr>
        <p:spPr>
          <a:xfrm>
            <a:off x="6442323" y="2551233"/>
            <a:ext cx="2376400" cy="9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2133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17" name="Google Shape;217;p19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06664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s &amp; Answers">
  <p:cSld name="Questions &amp; Answers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p20"/>
          <p:cNvCxnSpPr/>
          <p:nvPr/>
        </p:nvCxnSpPr>
        <p:spPr>
          <a:xfrm>
            <a:off x="307867" y="3262100"/>
            <a:ext cx="5711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0"/>
          <p:cNvCxnSpPr/>
          <p:nvPr/>
        </p:nvCxnSpPr>
        <p:spPr>
          <a:xfrm>
            <a:off x="307867" y="4312300"/>
            <a:ext cx="5711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0"/>
          <p:cNvCxnSpPr/>
          <p:nvPr/>
        </p:nvCxnSpPr>
        <p:spPr>
          <a:xfrm>
            <a:off x="307867" y="6560000"/>
            <a:ext cx="115792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0"/>
          <p:cNvCxnSpPr/>
          <p:nvPr/>
        </p:nvCxnSpPr>
        <p:spPr>
          <a:xfrm>
            <a:off x="307867" y="5362467"/>
            <a:ext cx="5711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0"/>
          <p:cNvCxnSpPr/>
          <p:nvPr/>
        </p:nvCxnSpPr>
        <p:spPr>
          <a:xfrm>
            <a:off x="6183067" y="3262100"/>
            <a:ext cx="5711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20"/>
          <p:cNvCxnSpPr/>
          <p:nvPr/>
        </p:nvCxnSpPr>
        <p:spPr>
          <a:xfrm>
            <a:off x="6183067" y="4312300"/>
            <a:ext cx="5711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20"/>
          <p:cNvCxnSpPr/>
          <p:nvPr/>
        </p:nvCxnSpPr>
        <p:spPr>
          <a:xfrm>
            <a:off x="6183067" y="5362467"/>
            <a:ext cx="5711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" name="Google Shape;226;p20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5707600" cy="22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27" name="Google Shape;227;p20"/>
          <p:cNvSpPr txBox="1">
            <a:spLocks noGrp="1"/>
          </p:cNvSpPr>
          <p:nvPr>
            <p:ph type="subTitle" idx="1"/>
          </p:nvPr>
        </p:nvSpPr>
        <p:spPr>
          <a:xfrm>
            <a:off x="319267" y="3425067"/>
            <a:ext cx="5711600" cy="4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0"/>
          <p:cNvSpPr txBox="1">
            <a:spLocks noGrp="1"/>
          </p:cNvSpPr>
          <p:nvPr>
            <p:ph type="subTitle" idx="2"/>
          </p:nvPr>
        </p:nvSpPr>
        <p:spPr>
          <a:xfrm>
            <a:off x="319267" y="3766931"/>
            <a:ext cx="5711600" cy="3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sz="16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29" name="Google Shape;229;p20"/>
          <p:cNvSpPr txBox="1">
            <a:spLocks noGrp="1"/>
          </p:cNvSpPr>
          <p:nvPr>
            <p:ph type="subTitle" idx="3"/>
          </p:nvPr>
        </p:nvSpPr>
        <p:spPr>
          <a:xfrm>
            <a:off x="304800" y="4475267"/>
            <a:ext cx="5726000" cy="4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0"/>
          <p:cNvSpPr txBox="1">
            <a:spLocks noGrp="1"/>
          </p:cNvSpPr>
          <p:nvPr>
            <p:ph type="subTitle" idx="4"/>
          </p:nvPr>
        </p:nvSpPr>
        <p:spPr>
          <a:xfrm>
            <a:off x="304800" y="4817104"/>
            <a:ext cx="5726000" cy="3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sz="16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31" name="Google Shape;231;p20"/>
          <p:cNvSpPr txBox="1">
            <a:spLocks noGrp="1"/>
          </p:cNvSpPr>
          <p:nvPr>
            <p:ph type="subTitle" idx="5"/>
          </p:nvPr>
        </p:nvSpPr>
        <p:spPr>
          <a:xfrm>
            <a:off x="304800" y="5599100"/>
            <a:ext cx="5711600" cy="4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0"/>
          <p:cNvSpPr txBox="1">
            <a:spLocks noGrp="1"/>
          </p:cNvSpPr>
          <p:nvPr>
            <p:ph type="subTitle" idx="6"/>
          </p:nvPr>
        </p:nvSpPr>
        <p:spPr>
          <a:xfrm>
            <a:off x="304800" y="5940964"/>
            <a:ext cx="5711600" cy="3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sz="16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subTitle" idx="7"/>
          </p:nvPr>
        </p:nvSpPr>
        <p:spPr>
          <a:xfrm>
            <a:off x="6183475" y="3425067"/>
            <a:ext cx="5707600" cy="4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0"/>
          <p:cNvSpPr txBox="1">
            <a:spLocks noGrp="1"/>
          </p:cNvSpPr>
          <p:nvPr>
            <p:ph type="subTitle" idx="8"/>
          </p:nvPr>
        </p:nvSpPr>
        <p:spPr>
          <a:xfrm>
            <a:off x="6183475" y="3766924"/>
            <a:ext cx="5707600" cy="3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sz="16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35" name="Google Shape;235;p20"/>
          <p:cNvSpPr txBox="1">
            <a:spLocks noGrp="1"/>
          </p:cNvSpPr>
          <p:nvPr>
            <p:ph type="subTitle" idx="9"/>
          </p:nvPr>
        </p:nvSpPr>
        <p:spPr>
          <a:xfrm>
            <a:off x="6179533" y="4475253"/>
            <a:ext cx="5707600" cy="4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0"/>
          <p:cNvSpPr txBox="1">
            <a:spLocks noGrp="1"/>
          </p:cNvSpPr>
          <p:nvPr>
            <p:ph type="subTitle" idx="13"/>
          </p:nvPr>
        </p:nvSpPr>
        <p:spPr>
          <a:xfrm>
            <a:off x="6179533" y="4817111"/>
            <a:ext cx="5707600" cy="3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sz="16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37" name="Google Shape;237;p20"/>
          <p:cNvSpPr txBox="1">
            <a:spLocks noGrp="1"/>
          </p:cNvSpPr>
          <p:nvPr>
            <p:ph type="subTitle" idx="14"/>
          </p:nvPr>
        </p:nvSpPr>
        <p:spPr>
          <a:xfrm>
            <a:off x="6179533" y="5599108"/>
            <a:ext cx="5707600" cy="4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0"/>
          <p:cNvSpPr txBox="1">
            <a:spLocks noGrp="1"/>
          </p:cNvSpPr>
          <p:nvPr>
            <p:ph type="subTitle" idx="15"/>
          </p:nvPr>
        </p:nvSpPr>
        <p:spPr>
          <a:xfrm>
            <a:off x="6179533" y="5940965"/>
            <a:ext cx="5707600" cy="3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sz="1600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grpSp>
        <p:nvGrpSpPr>
          <p:cNvPr id="240" name="Google Shape;240;p20"/>
          <p:cNvGrpSpPr/>
          <p:nvPr/>
        </p:nvGrpSpPr>
        <p:grpSpPr>
          <a:xfrm>
            <a:off x="303834" y="297967"/>
            <a:ext cx="1619333" cy="227200"/>
            <a:chOff x="304025" y="203375"/>
            <a:chExt cx="1214500" cy="170400"/>
          </a:xfrm>
        </p:grpSpPr>
        <p:sp>
          <p:nvSpPr>
            <p:cNvPr id="241" name="Google Shape;241;p20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67">
                  <a:solidFill>
                    <a:schemeClr val="lt1"/>
                  </a:solidFill>
                </a:rPr>
                <a:t>Section</a:t>
              </a:r>
              <a:endParaRPr sz="1067">
                <a:solidFill>
                  <a:schemeClr val="lt1"/>
                </a:solidFill>
              </a:endParaRPr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67">
                  <a:solidFill>
                    <a:schemeClr val="lt1"/>
                  </a:solidFill>
                </a:rPr>
                <a:t>12</a:t>
              </a:r>
              <a:endParaRPr sz="1067">
                <a:solidFill>
                  <a:schemeClr val="lt1"/>
                </a:solidFill>
              </a:endParaRPr>
            </a:p>
          </p:txBody>
        </p:sp>
        <p:cxnSp>
          <p:nvCxnSpPr>
            <p:cNvPr id="243" name="Google Shape;243;p20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4" name="Google Shape;244;p20"/>
          <p:cNvGrpSpPr/>
          <p:nvPr/>
        </p:nvGrpSpPr>
        <p:grpSpPr>
          <a:xfrm>
            <a:off x="303833" y="297967"/>
            <a:ext cx="1619200" cy="227200"/>
            <a:chOff x="304025" y="203375"/>
            <a:chExt cx="1214400" cy="170400"/>
          </a:xfrm>
        </p:grpSpPr>
        <p:sp>
          <p:nvSpPr>
            <p:cNvPr id="245" name="Google Shape;245;p20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accent1"/>
                </a:solidFill>
              </a:endParaRPr>
            </a:p>
          </p:txBody>
        </p:sp>
        <p:cxnSp>
          <p:nvCxnSpPr>
            <p:cNvPr id="246" name="Google Shape;246;p20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7" name="Google Shape;247;p20"/>
          <p:cNvSpPr txBox="1">
            <a:spLocks noGrp="1"/>
          </p:cNvSpPr>
          <p:nvPr>
            <p:ph type="subTitle" idx="16"/>
          </p:nvPr>
        </p:nvSpPr>
        <p:spPr>
          <a:xfrm>
            <a:off x="303833" y="297967"/>
            <a:ext cx="11776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48" name="Google Shape;248;p20"/>
          <p:cNvSpPr txBox="1">
            <a:spLocks noGrp="1"/>
          </p:cNvSpPr>
          <p:nvPr>
            <p:ph type="sldNum" idx="17"/>
          </p:nvPr>
        </p:nvSpPr>
        <p:spPr>
          <a:xfrm>
            <a:off x="1474267" y="297333"/>
            <a:ext cx="448800" cy="2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r" rtl="0"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r" rtl="0"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r" rtl="0"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r" rtl="0"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r" rtl="0"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r" rtl="0"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r" rtl="0"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r" rtl="0">
              <a:buNone/>
              <a:defRPr sz="1067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95031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s &amp; Answers">
  <p:cSld name="1_Questions &amp; Answers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Google Shape;250;p21"/>
          <p:cNvCxnSpPr/>
          <p:nvPr/>
        </p:nvCxnSpPr>
        <p:spPr>
          <a:xfrm>
            <a:off x="307867" y="4613333"/>
            <a:ext cx="11587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21"/>
          <p:cNvCxnSpPr/>
          <p:nvPr/>
        </p:nvCxnSpPr>
        <p:spPr>
          <a:xfrm>
            <a:off x="307867" y="6560000"/>
            <a:ext cx="115792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2" name="Google Shape;252;p21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5707600" cy="22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53" name="Google Shape;253;p21"/>
          <p:cNvSpPr txBox="1">
            <a:spLocks noGrp="1"/>
          </p:cNvSpPr>
          <p:nvPr>
            <p:ph type="subTitle" idx="1"/>
          </p:nvPr>
        </p:nvSpPr>
        <p:spPr>
          <a:xfrm>
            <a:off x="1416100" y="3401800"/>
            <a:ext cx="10470800" cy="9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1"/>
          <p:cNvSpPr txBox="1">
            <a:spLocks noGrp="1"/>
          </p:cNvSpPr>
          <p:nvPr>
            <p:ph type="subTitle" idx="2"/>
          </p:nvPr>
        </p:nvSpPr>
        <p:spPr>
          <a:xfrm>
            <a:off x="1416100" y="5189233"/>
            <a:ext cx="10470800" cy="11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55" name="Google Shape;255;p21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55587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Summaries">
  <p:cSld name="Project Summaries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7" name="Google Shape;257;p22"/>
          <p:cNvGraphicFramePr/>
          <p:nvPr/>
        </p:nvGraphicFramePr>
        <p:xfrm>
          <a:off x="301734" y="4090534"/>
          <a:ext cx="11588500" cy="6657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57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8" name="Google Shape;258;p22"/>
          <p:cNvGraphicFramePr/>
          <p:nvPr/>
        </p:nvGraphicFramePr>
        <p:xfrm>
          <a:off x="301734" y="4992234"/>
          <a:ext cx="11588500" cy="6657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57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9" name="Google Shape;259;p22"/>
          <p:cNvGraphicFramePr/>
          <p:nvPr/>
        </p:nvGraphicFramePr>
        <p:xfrm>
          <a:off x="301734" y="5893934"/>
          <a:ext cx="11588500" cy="6657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57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0" name="Google Shape;260;p22"/>
          <p:cNvGraphicFramePr/>
          <p:nvPr/>
        </p:nvGraphicFramePr>
        <p:xfrm>
          <a:off x="301751" y="3188834"/>
          <a:ext cx="11588500" cy="6657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57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1" name="Google Shape;261;p22"/>
          <p:cNvGraphicFramePr/>
          <p:nvPr/>
        </p:nvGraphicFramePr>
        <p:xfrm>
          <a:off x="301718" y="2287134"/>
          <a:ext cx="11588500" cy="6657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57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2" name="Google Shape;262;p22"/>
          <p:cNvSpPr txBox="1">
            <a:spLocks noGrp="1"/>
          </p:cNvSpPr>
          <p:nvPr>
            <p:ph type="subTitle" idx="1"/>
          </p:nvPr>
        </p:nvSpPr>
        <p:spPr>
          <a:xfrm>
            <a:off x="304800" y="2287133"/>
            <a:ext cx="2376400" cy="6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3" name="Google Shape;263;p22"/>
          <p:cNvSpPr txBox="1">
            <a:spLocks noGrp="1"/>
          </p:cNvSpPr>
          <p:nvPr>
            <p:ph type="title"/>
          </p:nvPr>
        </p:nvSpPr>
        <p:spPr>
          <a:xfrm>
            <a:off x="5228677" y="2287133"/>
            <a:ext cx="6661600" cy="6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64" name="Google Shape;264;p22"/>
          <p:cNvSpPr txBox="1">
            <a:spLocks noGrp="1"/>
          </p:cNvSpPr>
          <p:nvPr>
            <p:ph type="subTitle" idx="2"/>
          </p:nvPr>
        </p:nvSpPr>
        <p:spPr>
          <a:xfrm>
            <a:off x="303184" y="3188833"/>
            <a:ext cx="2376400" cy="6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5" name="Google Shape;265;p22"/>
          <p:cNvSpPr txBox="1">
            <a:spLocks noGrp="1"/>
          </p:cNvSpPr>
          <p:nvPr>
            <p:ph type="title" idx="3"/>
          </p:nvPr>
        </p:nvSpPr>
        <p:spPr>
          <a:xfrm>
            <a:off x="5226833" y="3188833"/>
            <a:ext cx="6661600" cy="6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66" name="Google Shape;266;p22"/>
          <p:cNvSpPr txBox="1">
            <a:spLocks noGrp="1"/>
          </p:cNvSpPr>
          <p:nvPr>
            <p:ph type="subTitle" idx="4"/>
          </p:nvPr>
        </p:nvSpPr>
        <p:spPr>
          <a:xfrm>
            <a:off x="303184" y="4090533"/>
            <a:ext cx="2376400" cy="6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7" name="Google Shape;267;p22"/>
          <p:cNvSpPr txBox="1">
            <a:spLocks noGrp="1"/>
          </p:cNvSpPr>
          <p:nvPr>
            <p:ph type="title" idx="5"/>
          </p:nvPr>
        </p:nvSpPr>
        <p:spPr>
          <a:xfrm>
            <a:off x="5226833" y="4090533"/>
            <a:ext cx="6661600" cy="6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68" name="Google Shape;268;p22"/>
          <p:cNvSpPr txBox="1">
            <a:spLocks noGrp="1"/>
          </p:cNvSpPr>
          <p:nvPr>
            <p:ph type="subTitle" idx="6"/>
          </p:nvPr>
        </p:nvSpPr>
        <p:spPr>
          <a:xfrm>
            <a:off x="303184" y="4992300"/>
            <a:ext cx="2376400" cy="6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69" name="Google Shape;269;p22"/>
          <p:cNvSpPr txBox="1">
            <a:spLocks noGrp="1"/>
          </p:cNvSpPr>
          <p:nvPr>
            <p:ph type="title" idx="7"/>
          </p:nvPr>
        </p:nvSpPr>
        <p:spPr>
          <a:xfrm>
            <a:off x="5226833" y="4992300"/>
            <a:ext cx="6661600" cy="6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0" name="Google Shape;270;p22"/>
          <p:cNvSpPr txBox="1">
            <a:spLocks noGrp="1"/>
          </p:cNvSpPr>
          <p:nvPr>
            <p:ph type="subTitle" idx="8"/>
          </p:nvPr>
        </p:nvSpPr>
        <p:spPr>
          <a:xfrm>
            <a:off x="303217" y="5893933"/>
            <a:ext cx="2376400" cy="6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71" name="Google Shape;271;p22"/>
          <p:cNvSpPr txBox="1">
            <a:spLocks noGrp="1"/>
          </p:cNvSpPr>
          <p:nvPr>
            <p:ph type="title" idx="9"/>
          </p:nvPr>
        </p:nvSpPr>
        <p:spPr>
          <a:xfrm>
            <a:off x="5226872" y="5893933"/>
            <a:ext cx="6661600" cy="6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2" name="Google Shape;272;p22"/>
          <p:cNvSpPr txBox="1">
            <a:spLocks noGrp="1"/>
          </p:cNvSpPr>
          <p:nvPr>
            <p:ph type="title" idx="13"/>
          </p:nvPr>
        </p:nvSpPr>
        <p:spPr>
          <a:xfrm>
            <a:off x="307867" y="609600"/>
            <a:ext cx="58752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73" name="Google Shape;273;p22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67388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ing campaign">
  <p:cSld name="Marketing campaign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76172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307867" y="3432765"/>
            <a:ext cx="11579200" cy="72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306400" y="4232780"/>
            <a:ext cx="11579200" cy="72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306400" y="5032795"/>
            <a:ext cx="11579200" cy="72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306400" y="5832809"/>
            <a:ext cx="11579200" cy="72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0" name="Google Shape;280;p23"/>
          <p:cNvSpPr txBox="1">
            <a:spLocks noGrp="1"/>
          </p:cNvSpPr>
          <p:nvPr>
            <p:ph type="subTitle" idx="1"/>
          </p:nvPr>
        </p:nvSpPr>
        <p:spPr>
          <a:xfrm>
            <a:off x="304800" y="3432765"/>
            <a:ext cx="23764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81" name="Google Shape;281;p23"/>
          <p:cNvSpPr txBox="1">
            <a:spLocks noGrp="1"/>
          </p:cNvSpPr>
          <p:nvPr>
            <p:ph type="subTitle" idx="2"/>
          </p:nvPr>
        </p:nvSpPr>
        <p:spPr>
          <a:xfrm>
            <a:off x="304800" y="4232784"/>
            <a:ext cx="23764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82" name="Google Shape;282;p23"/>
          <p:cNvSpPr txBox="1">
            <a:spLocks noGrp="1"/>
          </p:cNvSpPr>
          <p:nvPr>
            <p:ph type="subTitle" idx="3"/>
          </p:nvPr>
        </p:nvSpPr>
        <p:spPr>
          <a:xfrm>
            <a:off x="304800" y="5032791"/>
            <a:ext cx="23764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83" name="Google Shape;283;p23"/>
          <p:cNvSpPr txBox="1">
            <a:spLocks noGrp="1"/>
          </p:cNvSpPr>
          <p:nvPr>
            <p:ph type="subTitle" idx="4"/>
          </p:nvPr>
        </p:nvSpPr>
        <p:spPr>
          <a:xfrm>
            <a:off x="304800" y="5832797"/>
            <a:ext cx="23764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84" name="Google Shape;284;p23"/>
          <p:cNvSpPr txBox="1">
            <a:spLocks noGrp="1"/>
          </p:cNvSpPr>
          <p:nvPr>
            <p:ph type="body" idx="5"/>
          </p:nvPr>
        </p:nvSpPr>
        <p:spPr>
          <a:xfrm>
            <a:off x="6019633" y="3432907"/>
            <a:ext cx="58664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5" name="Google Shape;285;p23"/>
          <p:cNvSpPr txBox="1">
            <a:spLocks noGrp="1"/>
          </p:cNvSpPr>
          <p:nvPr>
            <p:ph type="body" idx="6"/>
          </p:nvPr>
        </p:nvSpPr>
        <p:spPr>
          <a:xfrm>
            <a:off x="6019633" y="4232859"/>
            <a:ext cx="58664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6" name="Google Shape;286;p23"/>
          <p:cNvSpPr txBox="1">
            <a:spLocks noGrp="1"/>
          </p:cNvSpPr>
          <p:nvPr>
            <p:ph type="body" idx="7"/>
          </p:nvPr>
        </p:nvSpPr>
        <p:spPr>
          <a:xfrm>
            <a:off x="6019633" y="5032845"/>
            <a:ext cx="58664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7" name="Google Shape;287;p23"/>
          <p:cNvSpPr txBox="1">
            <a:spLocks noGrp="1"/>
          </p:cNvSpPr>
          <p:nvPr>
            <p:ph type="body" idx="8"/>
          </p:nvPr>
        </p:nvSpPr>
        <p:spPr>
          <a:xfrm>
            <a:off x="6019633" y="5832833"/>
            <a:ext cx="58664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8" name="Google Shape;288;p23"/>
          <p:cNvSpPr/>
          <p:nvPr/>
        </p:nvSpPr>
        <p:spPr>
          <a:xfrm>
            <a:off x="309400" y="1832665"/>
            <a:ext cx="11579200" cy="72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307933" y="2632680"/>
            <a:ext cx="11579200" cy="72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0" name="Google Shape;290;p23"/>
          <p:cNvSpPr txBox="1">
            <a:spLocks noGrp="1"/>
          </p:cNvSpPr>
          <p:nvPr>
            <p:ph type="subTitle" idx="9"/>
          </p:nvPr>
        </p:nvSpPr>
        <p:spPr>
          <a:xfrm>
            <a:off x="306333" y="1832665"/>
            <a:ext cx="23764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91" name="Google Shape;291;p23"/>
          <p:cNvSpPr txBox="1">
            <a:spLocks noGrp="1"/>
          </p:cNvSpPr>
          <p:nvPr>
            <p:ph type="subTitle" idx="13"/>
          </p:nvPr>
        </p:nvSpPr>
        <p:spPr>
          <a:xfrm>
            <a:off x="306333" y="2632684"/>
            <a:ext cx="23764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24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>
            <a:endParaRPr/>
          </a:p>
        </p:txBody>
      </p:sp>
      <p:sp>
        <p:nvSpPr>
          <p:cNvPr id="292" name="Google Shape;292;p23"/>
          <p:cNvSpPr txBox="1">
            <a:spLocks noGrp="1"/>
          </p:cNvSpPr>
          <p:nvPr>
            <p:ph type="body" idx="14"/>
          </p:nvPr>
        </p:nvSpPr>
        <p:spPr>
          <a:xfrm>
            <a:off x="6020989" y="1832800"/>
            <a:ext cx="58664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15"/>
          </p:nvPr>
        </p:nvSpPr>
        <p:spPr>
          <a:xfrm>
            <a:off x="6020989" y="2632752"/>
            <a:ext cx="5866400" cy="7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8941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r Charts">
  <p:cSld name="Bar Charts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76172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7" name="Google Shape;297;p24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grpSp>
        <p:nvGrpSpPr>
          <p:cNvPr id="298" name="Google Shape;298;p24"/>
          <p:cNvGrpSpPr/>
          <p:nvPr/>
        </p:nvGrpSpPr>
        <p:grpSpPr>
          <a:xfrm>
            <a:off x="304800" y="297967"/>
            <a:ext cx="1619333" cy="227200"/>
            <a:chOff x="304025" y="203375"/>
            <a:chExt cx="1214500" cy="170400"/>
          </a:xfrm>
        </p:grpSpPr>
        <p:sp>
          <p:nvSpPr>
            <p:cNvPr id="299" name="Google Shape;299;p24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67">
                  <a:solidFill>
                    <a:schemeClr val="lt1"/>
                  </a:solidFill>
                </a:rPr>
                <a:t>Section</a:t>
              </a:r>
              <a:endParaRPr sz="1067">
                <a:solidFill>
                  <a:schemeClr val="lt1"/>
                </a:solidFill>
              </a:endParaRPr>
            </a:p>
          </p:txBody>
        </p:sp>
        <p:sp>
          <p:nvSpPr>
            <p:cNvPr id="300" name="Google Shape;300;p24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67">
                  <a:solidFill>
                    <a:schemeClr val="lt1"/>
                  </a:solidFill>
                </a:rPr>
                <a:t>12</a:t>
              </a:r>
              <a:endParaRPr sz="1067">
                <a:solidFill>
                  <a:schemeClr val="lt1"/>
                </a:solidFill>
              </a:endParaRPr>
            </a:p>
          </p:txBody>
        </p:sp>
        <p:cxnSp>
          <p:nvCxnSpPr>
            <p:cNvPr id="301" name="Google Shape;301;p24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2" name="Google Shape;302;p24"/>
          <p:cNvSpPr/>
          <p:nvPr/>
        </p:nvSpPr>
        <p:spPr>
          <a:xfrm>
            <a:off x="304800" y="298333"/>
            <a:ext cx="1619200" cy="2260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  <p:cxnSp>
        <p:nvCxnSpPr>
          <p:cNvPr id="303" name="Google Shape;303;p24"/>
          <p:cNvCxnSpPr/>
          <p:nvPr/>
        </p:nvCxnSpPr>
        <p:spPr>
          <a:xfrm>
            <a:off x="1474400" y="297967"/>
            <a:ext cx="800" cy="22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4" name="Google Shape;304;p24"/>
          <p:cNvSpPr txBox="1">
            <a:spLocks noGrp="1"/>
          </p:cNvSpPr>
          <p:nvPr>
            <p:ph type="subTitle" idx="1"/>
          </p:nvPr>
        </p:nvSpPr>
        <p:spPr>
          <a:xfrm>
            <a:off x="304800" y="297967"/>
            <a:ext cx="11696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1067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1067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1067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1067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1067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1067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1067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1067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1067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05" name="Google Shape;305;p24"/>
          <p:cNvSpPr txBox="1">
            <a:spLocks noGrp="1"/>
          </p:cNvSpPr>
          <p:nvPr>
            <p:ph type="sldNum" idx="2"/>
          </p:nvPr>
        </p:nvSpPr>
        <p:spPr>
          <a:xfrm>
            <a:off x="1474267" y="297333"/>
            <a:ext cx="448800" cy="2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r" rtl="0">
              <a:buNone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r" rtl="0">
              <a:buNone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r" rtl="0">
              <a:buNone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r" rtl="0">
              <a:buNone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r" rtl="0">
              <a:buNone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r" rtl="0">
              <a:buNone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r" rtl="0">
              <a:buNone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r" rtl="0">
              <a:buNone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81678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Updates">
  <p:cSld name="Project Updates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/>
          <p:nvPr/>
        </p:nvSpPr>
        <p:spPr>
          <a:xfrm>
            <a:off x="304801" y="3052735"/>
            <a:ext cx="215200" cy="22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8" name="Google Shape;308;p25"/>
          <p:cNvSpPr/>
          <p:nvPr/>
        </p:nvSpPr>
        <p:spPr>
          <a:xfrm>
            <a:off x="304801" y="4491583"/>
            <a:ext cx="215200" cy="22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9" name="Google Shape;309;p25"/>
          <p:cNvSpPr/>
          <p:nvPr/>
        </p:nvSpPr>
        <p:spPr>
          <a:xfrm>
            <a:off x="304801" y="5930432"/>
            <a:ext cx="215200" cy="22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0" name="Google Shape;310;p25"/>
          <p:cNvSpPr txBox="1">
            <a:spLocks noGrp="1"/>
          </p:cNvSpPr>
          <p:nvPr>
            <p:ph type="subTitle" idx="1"/>
          </p:nvPr>
        </p:nvSpPr>
        <p:spPr>
          <a:xfrm>
            <a:off x="631267" y="3052633"/>
            <a:ext cx="3994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25"/>
          <p:cNvSpPr txBox="1">
            <a:spLocks noGrp="1"/>
          </p:cNvSpPr>
          <p:nvPr>
            <p:ph type="body" idx="2"/>
          </p:nvPr>
        </p:nvSpPr>
        <p:spPr>
          <a:xfrm>
            <a:off x="631267" y="3364833"/>
            <a:ext cx="3758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312" name="Google Shape;312;p25"/>
          <p:cNvSpPr txBox="1">
            <a:spLocks noGrp="1"/>
          </p:cNvSpPr>
          <p:nvPr>
            <p:ph type="subTitle" idx="3"/>
          </p:nvPr>
        </p:nvSpPr>
        <p:spPr>
          <a:xfrm>
            <a:off x="631267" y="4491567"/>
            <a:ext cx="3994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25"/>
          <p:cNvSpPr txBox="1">
            <a:spLocks noGrp="1"/>
          </p:cNvSpPr>
          <p:nvPr>
            <p:ph type="body" idx="4"/>
          </p:nvPr>
        </p:nvSpPr>
        <p:spPr>
          <a:xfrm>
            <a:off x="631267" y="4803767"/>
            <a:ext cx="3758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314" name="Google Shape;314;p25"/>
          <p:cNvSpPr txBox="1">
            <a:spLocks noGrp="1"/>
          </p:cNvSpPr>
          <p:nvPr>
            <p:ph type="subTitle" idx="5"/>
          </p:nvPr>
        </p:nvSpPr>
        <p:spPr>
          <a:xfrm>
            <a:off x="631267" y="5930500"/>
            <a:ext cx="3994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25"/>
          <p:cNvSpPr txBox="1">
            <a:spLocks noGrp="1"/>
          </p:cNvSpPr>
          <p:nvPr>
            <p:ph type="body" idx="6"/>
          </p:nvPr>
        </p:nvSpPr>
        <p:spPr>
          <a:xfrm>
            <a:off x="631267" y="6242700"/>
            <a:ext cx="3758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6019635" y="3052835"/>
            <a:ext cx="215200" cy="22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7" name="Google Shape;317;p25"/>
          <p:cNvSpPr/>
          <p:nvPr/>
        </p:nvSpPr>
        <p:spPr>
          <a:xfrm>
            <a:off x="6019635" y="4491683"/>
            <a:ext cx="215200" cy="22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8" name="Google Shape;318;p25"/>
          <p:cNvSpPr/>
          <p:nvPr/>
        </p:nvSpPr>
        <p:spPr>
          <a:xfrm>
            <a:off x="6019635" y="5930532"/>
            <a:ext cx="215200" cy="227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9" name="Google Shape;319;p25"/>
          <p:cNvSpPr txBox="1">
            <a:spLocks noGrp="1"/>
          </p:cNvSpPr>
          <p:nvPr>
            <p:ph type="subTitle" idx="7"/>
          </p:nvPr>
        </p:nvSpPr>
        <p:spPr>
          <a:xfrm>
            <a:off x="6346100" y="3052733"/>
            <a:ext cx="3994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5"/>
          <p:cNvSpPr txBox="1">
            <a:spLocks noGrp="1"/>
          </p:cNvSpPr>
          <p:nvPr>
            <p:ph type="body" idx="8"/>
          </p:nvPr>
        </p:nvSpPr>
        <p:spPr>
          <a:xfrm>
            <a:off x="6346100" y="3364933"/>
            <a:ext cx="3758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321" name="Google Shape;321;p25"/>
          <p:cNvSpPr txBox="1">
            <a:spLocks noGrp="1"/>
          </p:cNvSpPr>
          <p:nvPr>
            <p:ph type="subTitle" idx="9"/>
          </p:nvPr>
        </p:nvSpPr>
        <p:spPr>
          <a:xfrm>
            <a:off x="6346100" y="4491667"/>
            <a:ext cx="3994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5"/>
          <p:cNvSpPr txBox="1">
            <a:spLocks noGrp="1"/>
          </p:cNvSpPr>
          <p:nvPr>
            <p:ph type="body" idx="13"/>
          </p:nvPr>
        </p:nvSpPr>
        <p:spPr>
          <a:xfrm>
            <a:off x="6346100" y="4803867"/>
            <a:ext cx="3758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323" name="Google Shape;323;p25"/>
          <p:cNvSpPr txBox="1">
            <a:spLocks noGrp="1"/>
          </p:cNvSpPr>
          <p:nvPr>
            <p:ph type="subTitle" idx="14"/>
          </p:nvPr>
        </p:nvSpPr>
        <p:spPr>
          <a:xfrm>
            <a:off x="6346100" y="5930600"/>
            <a:ext cx="3994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25"/>
          <p:cNvSpPr txBox="1">
            <a:spLocks noGrp="1"/>
          </p:cNvSpPr>
          <p:nvPr>
            <p:ph type="body" idx="15"/>
          </p:nvPr>
        </p:nvSpPr>
        <p:spPr>
          <a:xfrm>
            <a:off x="6346100" y="6242800"/>
            <a:ext cx="3758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325" name="Google Shape;325;p25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58752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26" name="Google Shape;326;p25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92531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e Graph">
  <p:cSld name="Line Graph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58752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29" name="Google Shape;329;p26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11862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ives / Key Takeaways">
  <p:cSld name="Objectives / Key Takeaways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1" name="Google Shape;331;p27"/>
          <p:cNvGraphicFramePr/>
          <p:nvPr/>
        </p:nvGraphicFramePr>
        <p:xfrm>
          <a:off x="304785" y="1899001"/>
          <a:ext cx="3615767" cy="50893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1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93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2" name="Google Shape;332;p27"/>
          <p:cNvGraphicFramePr/>
          <p:nvPr/>
        </p:nvGraphicFramePr>
        <p:xfrm>
          <a:off x="4288101" y="1899001"/>
          <a:ext cx="3615767" cy="50893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1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93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3" name="Google Shape;333;p27"/>
          <p:cNvGraphicFramePr/>
          <p:nvPr/>
        </p:nvGraphicFramePr>
        <p:xfrm>
          <a:off x="8271418" y="1899001"/>
          <a:ext cx="3615767" cy="50893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15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93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4" name="Google Shape;334;p27"/>
          <p:cNvSpPr txBox="1">
            <a:spLocks noGrp="1"/>
          </p:cNvSpPr>
          <p:nvPr>
            <p:ph type="body" idx="1"/>
          </p:nvPr>
        </p:nvSpPr>
        <p:spPr>
          <a:xfrm>
            <a:off x="475067" y="3250333"/>
            <a:ext cx="3275200" cy="328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5" name="Google Shape;335;p27"/>
          <p:cNvSpPr txBox="1">
            <a:spLocks noGrp="1"/>
          </p:cNvSpPr>
          <p:nvPr>
            <p:ph type="body" idx="2"/>
          </p:nvPr>
        </p:nvSpPr>
        <p:spPr>
          <a:xfrm>
            <a:off x="4458384" y="3250333"/>
            <a:ext cx="3275200" cy="328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6" name="Google Shape;336;p27"/>
          <p:cNvSpPr txBox="1">
            <a:spLocks noGrp="1"/>
          </p:cNvSpPr>
          <p:nvPr>
            <p:ph type="body" idx="3"/>
          </p:nvPr>
        </p:nvSpPr>
        <p:spPr>
          <a:xfrm>
            <a:off x="8441700" y="3250333"/>
            <a:ext cx="3275200" cy="328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27"/>
          <p:cNvSpPr txBox="1">
            <a:spLocks noGrp="1"/>
          </p:cNvSpPr>
          <p:nvPr>
            <p:ph type="title"/>
          </p:nvPr>
        </p:nvSpPr>
        <p:spPr>
          <a:xfrm>
            <a:off x="444467" y="2087967"/>
            <a:ext cx="3336400" cy="9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27"/>
          <p:cNvSpPr txBox="1">
            <a:spLocks noGrp="1"/>
          </p:cNvSpPr>
          <p:nvPr>
            <p:ph type="title" idx="4"/>
          </p:nvPr>
        </p:nvSpPr>
        <p:spPr>
          <a:xfrm>
            <a:off x="4427800" y="2087967"/>
            <a:ext cx="3336400" cy="9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7"/>
          <p:cNvSpPr txBox="1">
            <a:spLocks noGrp="1"/>
          </p:cNvSpPr>
          <p:nvPr>
            <p:ph type="title" idx="5"/>
          </p:nvPr>
        </p:nvSpPr>
        <p:spPr>
          <a:xfrm>
            <a:off x="8411100" y="2087967"/>
            <a:ext cx="3336400" cy="9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27"/>
          <p:cNvSpPr txBox="1">
            <a:spLocks noGrp="1"/>
          </p:cNvSpPr>
          <p:nvPr>
            <p:ph type="title" idx="6"/>
          </p:nvPr>
        </p:nvSpPr>
        <p:spPr>
          <a:xfrm>
            <a:off x="307867" y="609600"/>
            <a:ext cx="58752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41" name="Google Shape;341;p27"/>
          <p:cNvSpPr txBox="1">
            <a:spLocks noGrp="1"/>
          </p:cNvSpPr>
          <p:nvPr>
            <p:ph type="title" idx="7"/>
          </p:nvPr>
        </p:nvSpPr>
        <p:spPr>
          <a:xfrm>
            <a:off x="421737" y="2444752"/>
            <a:ext cx="3336400" cy="18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42" name="Google Shape;342;p27"/>
          <p:cNvSpPr txBox="1">
            <a:spLocks noGrp="1"/>
          </p:cNvSpPr>
          <p:nvPr>
            <p:ph type="title" idx="8"/>
          </p:nvPr>
        </p:nvSpPr>
        <p:spPr>
          <a:xfrm>
            <a:off x="4427804" y="2444752"/>
            <a:ext cx="3336400" cy="18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43" name="Google Shape;343;p27"/>
          <p:cNvSpPr txBox="1">
            <a:spLocks noGrp="1"/>
          </p:cNvSpPr>
          <p:nvPr>
            <p:ph type="title" idx="9"/>
          </p:nvPr>
        </p:nvSpPr>
        <p:spPr>
          <a:xfrm>
            <a:off x="8411104" y="2444752"/>
            <a:ext cx="3336400" cy="18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44" name="Google Shape;344;p27"/>
          <p:cNvSpPr txBox="1">
            <a:spLocks noGrp="1"/>
          </p:cNvSpPr>
          <p:nvPr>
            <p:ph type="title" idx="13"/>
          </p:nvPr>
        </p:nvSpPr>
        <p:spPr>
          <a:xfrm>
            <a:off x="7403033" y="609600"/>
            <a:ext cx="44916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45" name="Google Shape;345;p27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7584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pcoming Events">
  <p:cSld name="Upcoming Events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8"/>
          <p:cNvSpPr txBox="1">
            <a:spLocks noGrp="1"/>
          </p:cNvSpPr>
          <p:nvPr>
            <p:ph type="title"/>
          </p:nvPr>
        </p:nvSpPr>
        <p:spPr>
          <a:xfrm>
            <a:off x="307867" y="930500"/>
            <a:ext cx="5875200" cy="10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8" name="Google Shape;348;p28"/>
          <p:cNvSpPr txBox="1">
            <a:spLocks noGrp="1"/>
          </p:cNvSpPr>
          <p:nvPr>
            <p:ph type="subTitle" idx="1"/>
          </p:nvPr>
        </p:nvSpPr>
        <p:spPr>
          <a:xfrm>
            <a:off x="7925000" y="1298533"/>
            <a:ext cx="3994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28"/>
          <p:cNvSpPr txBox="1">
            <a:spLocks noGrp="1"/>
          </p:cNvSpPr>
          <p:nvPr>
            <p:ph type="body" idx="2"/>
          </p:nvPr>
        </p:nvSpPr>
        <p:spPr>
          <a:xfrm>
            <a:off x="7925000" y="1610733"/>
            <a:ext cx="3758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333">
                <a:solidFill>
                  <a:schemeClr val="dk2"/>
                </a:solidFill>
              </a:defRPr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333">
                <a:solidFill>
                  <a:schemeClr val="dk2"/>
                </a:solidFill>
              </a:defRPr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333">
                <a:solidFill>
                  <a:schemeClr val="dk2"/>
                </a:solidFill>
              </a:defRPr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333">
                <a:solidFill>
                  <a:schemeClr val="dk2"/>
                </a:solidFill>
              </a:defRPr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333">
                <a:solidFill>
                  <a:schemeClr val="dk2"/>
                </a:solidFill>
              </a:defRPr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333">
                <a:solidFill>
                  <a:schemeClr val="dk2"/>
                </a:solidFill>
              </a:defRPr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333">
                <a:solidFill>
                  <a:schemeClr val="dk2"/>
                </a:solidFill>
              </a:defRPr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333">
                <a:solidFill>
                  <a:schemeClr val="dk2"/>
                </a:solidFill>
              </a:defRPr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3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0" name="Google Shape;350;p28"/>
          <p:cNvSpPr txBox="1">
            <a:spLocks noGrp="1"/>
          </p:cNvSpPr>
          <p:nvPr>
            <p:ph type="subTitle" idx="3"/>
          </p:nvPr>
        </p:nvSpPr>
        <p:spPr>
          <a:xfrm>
            <a:off x="7925000" y="2737367"/>
            <a:ext cx="3994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1" name="Google Shape;351;p28"/>
          <p:cNvSpPr txBox="1">
            <a:spLocks noGrp="1"/>
          </p:cNvSpPr>
          <p:nvPr>
            <p:ph type="body" idx="4"/>
          </p:nvPr>
        </p:nvSpPr>
        <p:spPr>
          <a:xfrm>
            <a:off x="7925000" y="3049567"/>
            <a:ext cx="3758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333">
                <a:solidFill>
                  <a:schemeClr val="dk2"/>
                </a:solidFill>
              </a:defRPr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333">
                <a:solidFill>
                  <a:schemeClr val="dk2"/>
                </a:solidFill>
              </a:defRPr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333">
                <a:solidFill>
                  <a:schemeClr val="dk2"/>
                </a:solidFill>
              </a:defRPr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333">
                <a:solidFill>
                  <a:schemeClr val="dk2"/>
                </a:solidFill>
              </a:defRPr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333">
                <a:solidFill>
                  <a:schemeClr val="dk2"/>
                </a:solidFill>
              </a:defRPr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333">
                <a:solidFill>
                  <a:schemeClr val="dk2"/>
                </a:solidFill>
              </a:defRPr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333">
                <a:solidFill>
                  <a:schemeClr val="dk2"/>
                </a:solidFill>
              </a:defRPr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333">
                <a:solidFill>
                  <a:schemeClr val="dk2"/>
                </a:solidFill>
              </a:defRPr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3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28"/>
          <p:cNvSpPr txBox="1">
            <a:spLocks noGrp="1"/>
          </p:cNvSpPr>
          <p:nvPr>
            <p:ph type="subTitle" idx="5"/>
          </p:nvPr>
        </p:nvSpPr>
        <p:spPr>
          <a:xfrm>
            <a:off x="7925000" y="4176200"/>
            <a:ext cx="3994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3" name="Google Shape;353;p28"/>
          <p:cNvSpPr txBox="1">
            <a:spLocks noGrp="1"/>
          </p:cNvSpPr>
          <p:nvPr>
            <p:ph type="body" idx="6"/>
          </p:nvPr>
        </p:nvSpPr>
        <p:spPr>
          <a:xfrm>
            <a:off x="7925000" y="4488400"/>
            <a:ext cx="3758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333">
                <a:solidFill>
                  <a:schemeClr val="dk2"/>
                </a:solidFill>
              </a:defRPr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333">
                <a:solidFill>
                  <a:schemeClr val="dk2"/>
                </a:solidFill>
              </a:defRPr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333">
                <a:solidFill>
                  <a:schemeClr val="dk2"/>
                </a:solidFill>
              </a:defRPr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333">
                <a:solidFill>
                  <a:schemeClr val="dk2"/>
                </a:solidFill>
              </a:defRPr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333">
                <a:solidFill>
                  <a:schemeClr val="dk2"/>
                </a:solidFill>
              </a:defRPr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333">
                <a:solidFill>
                  <a:schemeClr val="dk2"/>
                </a:solidFill>
              </a:defRPr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333">
                <a:solidFill>
                  <a:schemeClr val="dk2"/>
                </a:solidFill>
              </a:defRPr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333">
                <a:solidFill>
                  <a:schemeClr val="dk2"/>
                </a:solidFill>
              </a:defRPr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3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28"/>
          <p:cNvSpPr txBox="1">
            <a:spLocks noGrp="1"/>
          </p:cNvSpPr>
          <p:nvPr>
            <p:ph type="subTitle" idx="7"/>
          </p:nvPr>
        </p:nvSpPr>
        <p:spPr>
          <a:xfrm>
            <a:off x="7925000" y="5615033"/>
            <a:ext cx="3994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28"/>
          <p:cNvSpPr txBox="1">
            <a:spLocks noGrp="1"/>
          </p:cNvSpPr>
          <p:nvPr>
            <p:ph type="body" idx="8"/>
          </p:nvPr>
        </p:nvSpPr>
        <p:spPr>
          <a:xfrm>
            <a:off x="7925000" y="5927233"/>
            <a:ext cx="3758800" cy="2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333">
                <a:solidFill>
                  <a:schemeClr val="dk2"/>
                </a:solidFill>
              </a:defRPr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333">
                <a:solidFill>
                  <a:schemeClr val="dk2"/>
                </a:solidFill>
              </a:defRPr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333">
                <a:solidFill>
                  <a:schemeClr val="dk2"/>
                </a:solidFill>
              </a:defRPr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333">
                <a:solidFill>
                  <a:schemeClr val="dk2"/>
                </a:solidFill>
              </a:defRPr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333">
                <a:solidFill>
                  <a:schemeClr val="dk2"/>
                </a:solidFill>
              </a:defRPr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333">
                <a:solidFill>
                  <a:schemeClr val="dk2"/>
                </a:solidFill>
              </a:defRPr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333">
                <a:solidFill>
                  <a:schemeClr val="dk2"/>
                </a:solidFill>
              </a:defRPr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333">
                <a:solidFill>
                  <a:schemeClr val="dk2"/>
                </a:solidFill>
              </a:defRPr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333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6" name="Google Shape;356;p28"/>
          <p:cNvSpPr txBox="1">
            <a:spLocks noGrp="1"/>
          </p:cNvSpPr>
          <p:nvPr>
            <p:ph type="subTitle" idx="9"/>
          </p:nvPr>
        </p:nvSpPr>
        <p:spPr>
          <a:xfrm>
            <a:off x="303967" y="3659100"/>
            <a:ext cx="4762800" cy="5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7" name="Google Shape;357;p28"/>
          <p:cNvSpPr txBox="1">
            <a:spLocks noGrp="1"/>
          </p:cNvSpPr>
          <p:nvPr>
            <p:ph type="body" idx="13"/>
          </p:nvPr>
        </p:nvSpPr>
        <p:spPr>
          <a:xfrm>
            <a:off x="303833" y="4611667"/>
            <a:ext cx="5716000" cy="19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8" name="Google Shape;358;p28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13042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Milestones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9"/>
          <p:cNvSpPr txBox="1">
            <a:spLocks noGrp="1"/>
          </p:cNvSpPr>
          <p:nvPr>
            <p:ph type="subTitle" idx="1"/>
          </p:nvPr>
        </p:nvSpPr>
        <p:spPr>
          <a:xfrm>
            <a:off x="1136100" y="2837385"/>
            <a:ext cx="2785200" cy="22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1" name="Google Shape;361;p29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95836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2" name="Google Shape;362;p29"/>
          <p:cNvSpPr txBox="1">
            <a:spLocks noGrp="1"/>
          </p:cNvSpPr>
          <p:nvPr>
            <p:ph type="subTitle" idx="2"/>
          </p:nvPr>
        </p:nvSpPr>
        <p:spPr>
          <a:xfrm>
            <a:off x="4062433" y="2837385"/>
            <a:ext cx="2785200" cy="22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3" name="Google Shape;363;p29"/>
          <p:cNvSpPr txBox="1">
            <a:spLocks noGrp="1"/>
          </p:cNvSpPr>
          <p:nvPr>
            <p:ph type="subTitle" idx="3"/>
          </p:nvPr>
        </p:nvSpPr>
        <p:spPr>
          <a:xfrm>
            <a:off x="6893167" y="2837385"/>
            <a:ext cx="2785200" cy="22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133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4" name="Google Shape;364;p29"/>
          <p:cNvSpPr txBox="1">
            <a:spLocks noGrp="1"/>
          </p:cNvSpPr>
          <p:nvPr>
            <p:ph type="subTitle" idx="4"/>
          </p:nvPr>
        </p:nvSpPr>
        <p:spPr>
          <a:xfrm>
            <a:off x="1136100" y="2425379"/>
            <a:ext cx="2785200" cy="22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65" name="Google Shape;365;p29"/>
          <p:cNvSpPr txBox="1">
            <a:spLocks noGrp="1"/>
          </p:cNvSpPr>
          <p:nvPr>
            <p:ph type="subTitle" idx="5"/>
          </p:nvPr>
        </p:nvSpPr>
        <p:spPr>
          <a:xfrm>
            <a:off x="4062433" y="2425379"/>
            <a:ext cx="2785200" cy="22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66" name="Google Shape;366;p29"/>
          <p:cNvSpPr txBox="1">
            <a:spLocks noGrp="1"/>
          </p:cNvSpPr>
          <p:nvPr>
            <p:ph type="subTitle" idx="6"/>
          </p:nvPr>
        </p:nvSpPr>
        <p:spPr>
          <a:xfrm>
            <a:off x="6893167" y="2425379"/>
            <a:ext cx="2785200" cy="22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67" name="Google Shape;367;p29"/>
          <p:cNvSpPr txBox="1">
            <a:spLocks noGrp="1"/>
          </p:cNvSpPr>
          <p:nvPr>
            <p:ph type="subTitle" idx="7"/>
          </p:nvPr>
        </p:nvSpPr>
        <p:spPr>
          <a:xfrm>
            <a:off x="2615233" y="4980821"/>
            <a:ext cx="2785200" cy="2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68" name="Google Shape;368;p29"/>
          <p:cNvSpPr txBox="1">
            <a:spLocks noGrp="1"/>
          </p:cNvSpPr>
          <p:nvPr>
            <p:ph type="subTitle" idx="8"/>
          </p:nvPr>
        </p:nvSpPr>
        <p:spPr>
          <a:xfrm>
            <a:off x="5541567" y="4980821"/>
            <a:ext cx="2785200" cy="2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69" name="Google Shape;369;p29"/>
          <p:cNvSpPr txBox="1">
            <a:spLocks noGrp="1"/>
          </p:cNvSpPr>
          <p:nvPr>
            <p:ph type="subTitle" idx="9"/>
          </p:nvPr>
        </p:nvSpPr>
        <p:spPr>
          <a:xfrm>
            <a:off x="8372300" y="4980821"/>
            <a:ext cx="2785200" cy="2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sz="48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70" name="Google Shape;370;p29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91101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Plan Roadmap">
  <p:cSld name="Product Plan Roadmap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0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9522400" cy="7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73" name="Google Shape;373;p3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49480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sk &amp; Opportunity">
  <p:cSld name="Risk &amp; Opportunity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1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5875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31"/>
          <p:cNvSpPr txBox="1">
            <a:spLocks noGrp="1"/>
          </p:cNvSpPr>
          <p:nvPr>
            <p:ph type="title" idx="2"/>
          </p:nvPr>
        </p:nvSpPr>
        <p:spPr>
          <a:xfrm>
            <a:off x="6019633" y="609600"/>
            <a:ext cx="5867600" cy="16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>
            <a:endParaRPr/>
          </a:p>
        </p:txBody>
      </p:sp>
      <p:cxnSp>
        <p:nvCxnSpPr>
          <p:cNvPr id="377" name="Google Shape;377;p31"/>
          <p:cNvCxnSpPr/>
          <p:nvPr/>
        </p:nvCxnSpPr>
        <p:spPr>
          <a:xfrm>
            <a:off x="307867" y="6560000"/>
            <a:ext cx="115792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8" name="Google Shape;378;p31"/>
          <p:cNvSpPr txBox="1">
            <a:spLocks noGrp="1"/>
          </p:cNvSpPr>
          <p:nvPr>
            <p:ph type="subTitle" idx="1"/>
          </p:nvPr>
        </p:nvSpPr>
        <p:spPr>
          <a:xfrm>
            <a:off x="1896033" y="2211900"/>
            <a:ext cx="40448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79" name="Google Shape;379;p31"/>
          <p:cNvSpPr txBox="1">
            <a:spLocks noGrp="1"/>
          </p:cNvSpPr>
          <p:nvPr>
            <p:ph type="subTitle" idx="3"/>
          </p:nvPr>
        </p:nvSpPr>
        <p:spPr>
          <a:xfrm>
            <a:off x="302789" y="2211900"/>
            <a:ext cx="15960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380" name="Google Shape;380;p31"/>
          <p:cNvSpPr txBox="1">
            <a:spLocks noGrp="1"/>
          </p:cNvSpPr>
          <p:nvPr>
            <p:ph type="subTitle" idx="4"/>
          </p:nvPr>
        </p:nvSpPr>
        <p:spPr>
          <a:xfrm>
            <a:off x="1894267" y="3262000"/>
            <a:ext cx="40448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81" name="Google Shape;381;p31"/>
          <p:cNvSpPr txBox="1">
            <a:spLocks noGrp="1"/>
          </p:cNvSpPr>
          <p:nvPr>
            <p:ph type="subTitle" idx="5"/>
          </p:nvPr>
        </p:nvSpPr>
        <p:spPr>
          <a:xfrm>
            <a:off x="301040" y="3261984"/>
            <a:ext cx="15960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382" name="Google Shape;382;p31"/>
          <p:cNvSpPr txBox="1">
            <a:spLocks noGrp="1"/>
          </p:cNvSpPr>
          <p:nvPr>
            <p:ph type="subTitle" idx="6"/>
          </p:nvPr>
        </p:nvSpPr>
        <p:spPr>
          <a:xfrm>
            <a:off x="1890467" y="4312300"/>
            <a:ext cx="40932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83" name="Google Shape;383;p31"/>
          <p:cNvSpPr txBox="1">
            <a:spLocks noGrp="1"/>
          </p:cNvSpPr>
          <p:nvPr>
            <p:ph type="subTitle" idx="7"/>
          </p:nvPr>
        </p:nvSpPr>
        <p:spPr>
          <a:xfrm>
            <a:off x="297240" y="4312300"/>
            <a:ext cx="15960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384" name="Google Shape;384;p31"/>
          <p:cNvSpPr txBox="1">
            <a:spLocks noGrp="1"/>
          </p:cNvSpPr>
          <p:nvPr>
            <p:ph type="subTitle" idx="8"/>
          </p:nvPr>
        </p:nvSpPr>
        <p:spPr>
          <a:xfrm>
            <a:off x="1890467" y="5436033"/>
            <a:ext cx="40448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85" name="Google Shape;385;p31"/>
          <p:cNvSpPr txBox="1">
            <a:spLocks noGrp="1"/>
          </p:cNvSpPr>
          <p:nvPr>
            <p:ph type="subTitle" idx="9"/>
          </p:nvPr>
        </p:nvSpPr>
        <p:spPr>
          <a:xfrm>
            <a:off x="297240" y="5436033"/>
            <a:ext cx="15960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386" name="Google Shape;386;p31"/>
          <p:cNvSpPr txBox="1">
            <a:spLocks noGrp="1"/>
          </p:cNvSpPr>
          <p:nvPr>
            <p:ph type="subTitle" idx="13"/>
          </p:nvPr>
        </p:nvSpPr>
        <p:spPr>
          <a:xfrm>
            <a:off x="7776300" y="2213067"/>
            <a:ext cx="40448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87" name="Google Shape;387;p31"/>
          <p:cNvSpPr txBox="1">
            <a:spLocks noGrp="1"/>
          </p:cNvSpPr>
          <p:nvPr>
            <p:ph type="subTitle" idx="14"/>
          </p:nvPr>
        </p:nvSpPr>
        <p:spPr>
          <a:xfrm>
            <a:off x="6183056" y="2213067"/>
            <a:ext cx="15960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388" name="Google Shape;388;p31"/>
          <p:cNvSpPr txBox="1">
            <a:spLocks noGrp="1"/>
          </p:cNvSpPr>
          <p:nvPr>
            <p:ph type="subTitle" idx="15"/>
          </p:nvPr>
        </p:nvSpPr>
        <p:spPr>
          <a:xfrm>
            <a:off x="7776300" y="3261400"/>
            <a:ext cx="40448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6"/>
          </p:nvPr>
        </p:nvSpPr>
        <p:spPr>
          <a:xfrm>
            <a:off x="6183056" y="3261400"/>
            <a:ext cx="15960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17"/>
          </p:nvPr>
        </p:nvSpPr>
        <p:spPr>
          <a:xfrm>
            <a:off x="7765667" y="4312300"/>
            <a:ext cx="40448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18"/>
          </p:nvPr>
        </p:nvSpPr>
        <p:spPr>
          <a:xfrm>
            <a:off x="6172440" y="4312300"/>
            <a:ext cx="15960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19"/>
          </p:nvPr>
        </p:nvSpPr>
        <p:spPr>
          <a:xfrm>
            <a:off x="7765667" y="5436033"/>
            <a:ext cx="40448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333"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20"/>
          </p:nvPr>
        </p:nvSpPr>
        <p:spPr>
          <a:xfrm>
            <a:off x="6172440" y="5436033"/>
            <a:ext cx="1596000" cy="10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54957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Updates / Weekly">
  <p:cSld name="Project Updates / Weekly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6" name="Google Shape;396;p32"/>
          <p:cNvGraphicFramePr/>
          <p:nvPr/>
        </p:nvGraphicFramePr>
        <p:xfrm>
          <a:off x="301751" y="1894567"/>
          <a:ext cx="11588500" cy="1316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1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7" name="Google Shape;397;p32"/>
          <p:cNvGraphicFramePr/>
          <p:nvPr/>
        </p:nvGraphicFramePr>
        <p:xfrm>
          <a:off x="301734" y="3543417"/>
          <a:ext cx="11588500" cy="1316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1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8" name="Google Shape;398;p32"/>
          <p:cNvGraphicFramePr/>
          <p:nvPr/>
        </p:nvGraphicFramePr>
        <p:xfrm>
          <a:off x="301734" y="5192667"/>
          <a:ext cx="11588500" cy="1316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1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121900" marR="121900" marT="121900" marB="121900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9" name="Google Shape;399;p32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5875200" cy="7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00" name="Google Shape;400;p32"/>
          <p:cNvSpPr txBox="1">
            <a:spLocks noGrp="1"/>
          </p:cNvSpPr>
          <p:nvPr>
            <p:ph type="subTitle" idx="1"/>
          </p:nvPr>
        </p:nvSpPr>
        <p:spPr>
          <a:xfrm>
            <a:off x="307867" y="1894367"/>
            <a:ext cx="2853600" cy="13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2"/>
          <p:cNvSpPr txBox="1">
            <a:spLocks noGrp="1"/>
          </p:cNvSpPr>
          <p:nvPr>
            <p:ph type="subTitle" idx="2"/>
          </p:nvPr>
        </p:nvSpPr>
        <p:spPr>
          <a:xfrm>
            <a:off x="307867" y="3543517"/>
            <a:ext cx="2853600" cy="13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2"/>
          <p:cNvSpPr txBox="1">
            <a:spLocks noGrp="1"/>
          </p:cNvSpPr>
          <p:nvPr>
            <p:ph type="subTitle" idx="3"/>
          </p:nvPr>
        </p:nvSpPr>
        <p:spPr>
          <a:xfrm>
            <a:off x="307867" y="5192700"/>
            <a:ext cx="2853600" cy="13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32"/>
          <p:cNvSpPr txBox="1">
            <a:spLocks noGrp="1"/>
          </p:cNvSpPr>
          <p:nvPr>
            <p:ph type="body" idx="4"/>
          </p:nvPr>
        </p:nvSpPr>
        <p:spPr>
          <a:xfrm>
            <a:off x="4501583" y="1894633"/>
            <a:ext cx="7233200" cy="13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404" name="Google Shape;404;p32"/>
          <p:cNvSpPr txBox="1">
            <a:spLocks noGrp="1"/>
          </p:cNvSpPr>
          <p:nvPr>
            <p:ph type="body" idx="5"/>
          </p:nvPr>
        </p:nvSpPr>
        <p:spPr>
          <a:xfrm>
            <a:off x="4501583" y="3543717"/>
            <a:ext cx="7233200" cy="13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405" name="Google Shape;405;p32"/>
          <p:cNvSpPr txBox="1">
            <a:spLocks noGrp="1"/>
          </p:cNvSpPr>
          <p:nvPr>
            <p:ph type="body" idx="6"/>
          </p:nvPr>
        </p:nvSpPr>
        <p:spPr>
          <a:xfrm>
            <a:off x="4501267" y="5192700"/>
            <a:ext cx="7233200" cy="13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406" name="Google Shape;406;p32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10227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Release">
  <p:cSld name="Product Release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"/>
          <p:cNvSpPr txBox="1">
            <a:spLocks noGrp="1"/>
          </p:cNvSpPr>
          <p:nvPr>
            <p:ph type="title"/>
          </p:nvPr>
        </p:nvSpPr>
        <p:spPr>
          <a:xfrm>
            <a:off x="307867" y="609600"/>
            <a:ext cx="6664400" cy="9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9" name="Google Shape;409;p3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10162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ape Appendix">
  <p:cSld name="Shape Appendix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4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1626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5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414" name="Google Shape;414;p35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415" name="Google Shape;415;p3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14836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18" name="Google Shape;418;p3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87114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3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2" name="Google Shape;422;p3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05361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3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6" name="Google Shape;426;p3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27" name="Google Shape;427;p3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41382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3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16652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33" name="Google Shape;433;p4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4" name="Google Shape;434;p4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28645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1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4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10506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0" name="Google Shape;440;p42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41" name="Google Shape;441;p42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42" name="Google Shape;442;p42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3" name="Google Shape;443;p4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952676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3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46" name="Google Shape;446;p4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504874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4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49" name="Google Shape;449;p44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0" name="Google Shape;450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29197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315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6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600" cy="19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4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56" name="Google Shape;456;p46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57" name="Google Shape;457;p46"/>
          <p:cNvSpPr txBox="1">
            <a:spLocks noGrp="1"/>
          </p:cNvSpPr>
          <p:nvPr>
            <p:ph type="subTitle" idx="2"/>
          </p:nvPr>
        </p:nvSpPr>
        <p:spPr>
          <a:xfrm>
            <a:off x="5875533" y="1535607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58" name="Google Shape;458;p46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59" name="Google Shape;459;p46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60" name="Google Shape;460;p46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61" name="Google Shape;461;p46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054029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4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965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5" name="Google Shape;465;p47"/>
          <p:cNvSpPr>
            <a:spLocks noGrp="1"/>
          </p:cNvSpPr>
          <p:nvPr>
            <p:ph type="pic" idx="2"/>
          </p:nvPr>
        </p:nvSpPr>
        <p:spPr>
          <a:xfrm>
            <a:off x="6656032" y="1537033"/>
            <a:ext cx="51204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4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288841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69" name="Google Shape;469;p48"/>
          <p:cNvSpPr txBox="1">
            <a:spLocks noGrp="1"/>
          </p:cNvSpPr>
          <p:nvPr>
            <p:ph type="title"/>
          </p:nvPr>
        </p:nvSpPr>
        <p:spPr>
          <a:xfrm>
            <a:off x="644233" y="600033"/>
            <a:ext cx="10912800" cy="10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470" name="Google Shape;470;p48"/>
          <p:cNvSpPr txBox="1">
            <a:spLocks noGrp="1"/>
          </p:cNvSpPr>
          <p:nvPr>
            <p:ph type="body" idx="1"/>
          </p:nvPr>
        </p:nvSpPr>
        <p:spPr>
          <a:xfrm>
            <a:off x="644200" y="2983717"/>
            <a:ext cx="4826400" cy="3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1" name="Google Shape;471;p48"/>
          <p:cNvSpPr txBox="1">
            <a:spLocks noGrp="1"/>
          </p:cNvSpPr>
          <p:nvPr>
            <p:ph type="body" idx="2"/>
          </p:nvPr>
        </p:nvSpPr>
        <p:spPr>
          <a:xfrm>
            <a:off x="6730667" y="2983717"/>
            <a:ext cx="4826400" cy="3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2" name="Google Shape;472;p48"/>
          <p:cNvSpPr txBox="1">
            <a:spLocks noGrp="1"/>
          </p:cNvSpPr>
          <p:nvPr>
            <p:ph type="subTitle" idx="3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73" name="Google Shape;473;p48"/>
          <p:cNvSpPr txBox="1">
            <a:spLocks noGrp="1"/>
          </p:cNvSpPr>
          <p:nvPr>
            <p:ph type="subTitle" idx="4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0019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76" name="Google Shape;476;p49"/>
          <p:cNvSpPr txBox="1">
            <a:spLocks noGrp="1"/>
          </p:cNvSpPr>
          <p:nvPr>
            <p:ph type="body" idx="1"/>
          </p:nvPr>
        </p:nvSpPr>
        <p:spPr>
          <a:xfrm>
            <a:off x="644233" y="3223333"/>
            <a:ext cx="3274000" cy="3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7" name="Google Shape;477;p49"/>
          <p:cNvSpPr txBox="1">
            <a:spLocks noGrp="1"/>
          </p:cNvSpPr>
          <p:nvPr>
            <p:ph type="body" idx="2"/>
          </p:nvPr>
        </p:nvSpPr>
        <p:spPr>
          <a:xfrm>
            <a:off x="4463633" y="3223333"/>
            <a:ext cx="3274000" cy="3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8" name="Google Shape;478;p49"/>
          <p:cNvSpPr txBox="1">
            <a:spLocks noGrp="1"/>
          </p:cNvSpPr>
          <p:nvPr>
            <p:ph type="body" idx="3"/>
          </p:nvPr>
        </p:nvSpPr>
        <p:spPr>
          <a:xfrm>
            <a:off x="8283033" y="3223333"/>
            <a:ext cx="3274000" cy="3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9" name="Google Shape;479;p49"/>
          <p:cNvSpPr txBox="1">
            <a:spLocks noGrp="1"/>
          </p:cNvSpPr>
          <p:nvPr>
            <p:ph type="title"/>
          </p:nvPr>
        </p:nvSpPr>
        <p:spPr>
          <a:xfrm>
            <a:off x="644233" y="600033"/>
            <a:ext cx="10912800" cy="10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480" name="Google Shape;480;p49"/>
          <p:cNvSpPr txBox="1">
            <a:spLocks noGrp="1"/>
          </p:cNvSpPr>
          <p:nvPr>
            <p:ph type="subTitle" idx="4"/>
          </p:nvPr>
        </p:nvSpPr>
        <p:spPr>
          <a:xfrm>
            <a:off x="644233" y="1781533"/>
            <a:ext cx="3274000" cy="10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81" name="Google Shape;481;p49"/>
          <p:cNvSpPr txBox="1">
            <a:spLocks noGrp="1"/>
          </p:cNvSpPr>
          <p:nvPr>
            <p:ph type="subTitle" idx="5"/>
          </p:nvPr>
        </p:nvSpPr>
        <p:spPr>
          <a:xfrm>
            <a:off x="4463633" y="1781533"/>
            <a:ext cx="3274000" cy="10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82" name="Google Shape;482;p49"/>
          <p:cNvSpPr txBox="1">
            <a:spLocks noGrp="1"/>
          </p:cNvSpPr>
          <p:nvPr>
            <p:ph type="subTitle" idx="6"/>
          </p:nvPr>
        </p:nvSpPr>
        <p:spPr>
          <a:xfrm>
            <a:off x="8283033" y="1781533"/>
            <a:ext cx="3274000" cy="10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684472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85" name="Google Shape;485;p50"/>
          <p:cNvSpPr txBox="1">
            <a:spLocks noGrp="1"/>
          </p:cNvSpPr>
          <p:nvPr>
            <p:ph type="body" idx="1"/>
          </p:nvPr>
        </p:nvSpPr>
        <p:spPr>
          <a:xfrm>
            <a:off x="488967" y="2345457"/>
            <a:ext cx="5118000" cy="15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6" name="Google Shape;486;p50"/>
          <p:cNvSpPr txBox="1">
            <a:spLocks noGrp="1"/>
          </p:cNvSpPr>
          <p:nvPr>
            <p:ph type="body" idx="2"/>
          </p:nvPr>
        </p:nvSpPr>
        <p:spPr>
          <a:xfrm>
            <a:off x="6584967" y="2345457"/>
            <a:ext cx="5118000" cy="15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7" name="Google Shape;487;p50"/>
          <p:cNvSpPr txBox="1">
            <a:spLocks noGrp="1"/>
          </p:cNvSpPr>
          <p:nvPr>
            <p:ph type="body" idx="3"/>
          </p:nvPr>
        </p:nvSpPr>
        <p:spPr>
          <a:xfrm>
            <a:off x="489000" y="4864767"/>
            <a:ext cx="5118000" cy="15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8" name="Google Shape;488;p50"/>
          <p:cNvSpPr txBox="1">
            <a:spLocks noGrp="1"/>
          </p:cNvSpPr>
          <p:nvPr>
            <p:ph type="body" idx="4"/>
          </p:nvPr>
        </p:nvSpPr>
        <p:spPr>
          <a:xfrm>
            <a:off x="6585000" y="4864767"/>
            <a:ext cx="5118000" cy="15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89" name="Google Shape;489;p50"/>
          <p:cNvSpPr txBox="1">
            <a:spLocks noGrp="1"/>
          </p:cNvSpPr>
          <p:nvPr>
            <p:ph type="title"/>
          </p:nvPr>
        </p:nvSpPr>
        <p:spPr>
          <a:xfrm>
            <a:off x="489000" y="600033"/>
            <a:ext cx="10912800" cy="10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490" name="Google Shape;490;p50"/>
          <p:cNvSpPr txBox="1">
            <a:spLocks noGrp="1"/>
          </p:cNvSpPr>
          <p:nvPr>
            <p:ph type="subTitle" idx="5"/>
          </p:nvPr>
        </p:nvSpPr>
        <p:spPr>
          <a:xfrm>
            <a:off x="489017" y="1703876"/>
            <a:ext cx="51180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91" name="Google Shape;491;p50"/>
          <p:cNvSpPr txBox="1">
            <a:spLocks noGrp="1"/>
          </p:cNvSpPr>
          <p:nvPr>
            <p:ph type="subTitle" idx="6"/>
          </p:nvPr>
        </p:nvSpPr>
        <p:spPr>
          <a:xfrm>
            <a:off x="6584984" y="1703876"/>
            <a:ext cx="51180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92" name="Google Shape;492;p50"/>
          <p:cNvSpPr txBox="1">
            <a:spLocks noGrp="1"/>
          </p:cNvSpPr>
          <p:nvPr>
            <p:ph type="subTitle" idx="7"/>
          </p:nvPr>
        </p:nvSpPr>
        <p:spPr>
          <a:xfrm>
            <a:off x="6585015" y="4223151"/>
            <a:ext cx="51180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93" name="Google Shape;493;p50"/>
          <p:cNvSpPr txBox="1">
            <a:spLocks noGrp="1"/>
          </p:cNvSpPr>
          <p:nvPr>
            <p:ph type="subTitle" idx="8"/>
          </p:nvPr>
        </p:nvSpPr>
        <p:spPr>
          <a:xfrm>
            <a:off x="489000" y="4223151"/>
            <a:ext cx="51180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56868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5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97" name="Google Shape;497;p51"/>
          <p:cNvSpPr>
            <a:spLocks noGrp="1"/>
          </p:cNvSpPr>
          <p:nvPr>
            <p:ph type="pic" idx="2"/>
          </p:nvPr>
        </p:nvSpPr>
        <p:spPr>
          <a:xfrm>
            <a:off x="415600" y="1560567"/>
            <a:ext cx="11360800" cy="46572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7966326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2"/>
          <p:cNvSpPr txBox="1">
            <a:spLocks noGrp="1"/>
          </p:cNvSpPr>
          <p:nvPr>
            <p:ph type="body" idx="1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00" name="Google Shape;500;p52"/>
          <p:cNvSpPr>
            <a:spLocks noGrp="1"/>
          </p:cNvSpPr>
          <p:nvPr>
            <p:ph type="pic" idx="2"/>
          </p:nvPr>
        </p:nvSpPr>
        <p:spPr>
          <a:xfrm>
            <a:off x="6406433" y="1511067"/>
            <a:ext cx="5370000" cy="31904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52"/>
          <p:cNvSpPr>
            <a:spLocks noGrp="1"/>
          </p:cNvSpPr>
          <p:nvPr>
            <p:ph type="pic" idx="3"/>
          </p:nvPr>
        </p:nvSpPr>
        <p:spPr>
          <a:xfrm>
            <a:off x="415633" y="1511067"/>
            <a:ext cx="5370000" cy="31904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52"/>
          <p:cNvSpPr txBox="1">
            <a:spLocks noGrp="1"/>
          </p:cNvSpPr>
          <p:nvPr>
            <p:ph type="body" idx="4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03" name="Google Shape;503;p5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504" name="Google Shape;504;p5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52"/>
          <p:cNvSpPr txBox="1">
            <a:spLocks noGrp="1"/>
          </p:cNvSpPr>
          <p:nvPr>
            <p:ph type="subTitle" idx="5"/>
          </p:nvPr>
        </p:nvSpPr>
        <p:spPr>
          <a:xfrm>
            <a:off x="415633" y="4777200"/>
            <a:ext cx="53700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506" name="Google Shape;506;p52"/>
          <p:cNvSpPr txBox="1">
            <a:spLocks noGrp="1"/>
          </p:cNvSpPr>
          <p:nvPr>
            <p:ph type="subTitle" idx="6"/>
          </p:nvPr>
        </p:nvSpPr>
        <p:spPr>
          <a:xfrm>
            <a:off x="6406433" y="4777200"/>
            <a:ext cx="53700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810927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3"/>
          <p:cNvSpPr txBox="1">
            <a:spLocks noGrp="1"/>
          </p:cNvSpPr>
          <p:nvPr>
            <p:ph type="body" idx="1"/>
          </p:nvPr>
        </p:nvSpPr>
        <p:spPr>
          <a:xfrm>
            <a:off x="415600" y="5215600"/>
            <a:ext cx="3502800" cy="13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09" name="Google Shape;509;p53"/>
          <p:cNvSpPr>
            <a:spLocks noGrp="1"/>
          </p:cNvSpPr>
          <p:nvPr>
            <p:ph type="pic" idx="2"/>
          </p:nvPr>
        </p:nvSpPr>
        <p:spPr>
          <a:xfrm>
            <a:off x="8273633" y="1504433"/>
            <a:ext cx="3502800" cy="30308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53"/>
          <p:cNvSpPr>
            <a:spLocks noGrp="1"/>
          </p:cNvSpPr>
          <p:nvPr>
            <p:ph type="pic" idx="3"/>
          </p:nvPr>
        </p:nvSpPr>
        <p:spPr>
          <a:xfrm>
            <a:off x="415633" y="1504433"/>
            <a:ext cx="3502800" cy="30308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53"/>
          <p:cNvSpPr txBox="1">
            <a:spLocks noGrp="1"/>
          </p:cNvSpPr>
          <p:nvPr>
            <p:ph type="body" idx="4"/>
          </p:nvPr>
        </p:nvSpPr>
        <p:spPr>
          <a:xfrm>
            <a:off x="8273633" y="5215600"/>
            <a:ext cx="3502800" cy="13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12" name="Google Shape;512;p53"/>
          <p:cNvSpPr>
            <a:spLocks noGrp="1"/>
          </p:cNvSpPr>
          <p:nvPr>
            <p:ph type="pic" idx="5"/>
          </p:nvPr>
        </p:nvSpPr>
        <p:spPr>
          <a:xfrm>
            <a:off x="4340333" y="1504433"/>
            <a:ext cx="3502800" cy="30308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53"/>
          <p:cNvSpPr txBox="1">
            <a:spLocks noGrp="1"/>
          </p:cNvSpPr>
          <p:nvPr>
            <p:ph type="body" idx="6"/>
          </p:nvPr>
        </p:nvSpPr>
        <p:spPr>
          <a:xfrm>
            <a:off x="4340333" y="5215600"/>
            <a:ext cx="3502800" cy="13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514" name="Google Shape;514;p5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515" name="Google Shape;515;p5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53"/>
          <p:cNvSpPr txBox="1">
            <a:spLocks noGrp="1"/>
          </p:cNvSpPr>
          <p:nvPr>
            <p:ph type="subTitle" idx="7"/>
          </p:nvPr>
        </p:nvSpPr>
        <p:spPr>
          <a:xfrm>
            <a:off x="415633" y="4574000"/>
            <a:ext cx="35028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517" name="Google Shape;517;p53"/>
          <p:cNvSpPr txBox="1">
            <a:spLocks noGrp="1"/>
          </p:cNvSpPr>
          <p:nvPr>
            <p:ph type="subTitle" idx="8"/>
          </p:nvPr>
        </p:nvSpPr>
        <p:spPr>
          <a:xfrm>
            <a:off x="8273633" y="4574000"/>
            <a:ext cx="35028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518" name="Google Shape;518;p53"/>
          <p:cNvSpPr txBox="1">
            <a:spLocks noGrp="1"/>
          </p:cNvSpPr>
          <p:nvPr>
            <p:ph type="subTitle" idx="9"/>
          </p:nvPr>
        </p:nvSpPr>
        <p:spPr>
          <a:xfrm>
            <a:off x="4340333" y="4574000"/>
            <a:ext cx="35028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66299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4"/>
          <p:cNvSpPr>
            <a:spLocks noGrp="1"/>
          </p:cNvSpPr>
          <p:nvPr>
            <p:ph type="pic" idx="2"/>
          </p:nvPr>
        </p:nvSpPr>
        <p:spPr>
          <a:xfrm>
            <a:off x="415600" y="593367"/>
            <a:ext cx="113608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5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99151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524" name="Google Shape;524;p55"/>
          <p:cNvSpPr>
            <a:spLocks noGrp="1"/>
          </p:cNvSpPr>
          <p:nvPr>
            <p:ph type="pic" idx="2"/>
          </p:nvPr>
        </p:nvSpPr>
        <p:spPr>
          <a:xfrm>
            <a:off x="4519467" y="158551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55"/>
          <p:cNvSpPr>
            <a:spLocks noGrp="1"/>
          </p:cNvSpPr>
          <p:nvPr>
            <p:ph type="pic" idx="3"/>
          </p:nvPr>
        </p:nvSpPr>
        <p:spPr>
          <a:xfrm>
            <a:off x="6927913" y="158551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55"/>
          <p:cNvSpPr>
            <a:spLocks noGrp="1"/>
          </p:cNvSpPr>
          <p:nvPr>
            <p:ph type="pic" idx="4"/>
          </p:nvPr>
        </p:nvSpPr>
        <p:spPr>
          <a:xfrm>
            <a:off x="9336360" y="158551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55"/>
          <p:cNvSpPr>
            <a:spLocks noGrp="1"/>
          </p:cNvSpPr>
          <p:nvPr>
            <p:ph type="pic" idx="5"/>
          </p:nvPr>
        </p:nvSpPr>
        <p:spPr>
          <a:xfrm>
            <a:off x="4519451" y="2405616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55"/>
          <p:cNvSpPr>
            <a:spLocks noGrp="1"/>
          </p:cNvSpPr>
          <p:nvPr>
            <p:ph type="pic" idx="6"/>
          </p:nvPr>
        </p:nvSpPr>
        <p:spPr>
          <a:xfrm>
            <a:off x="6927896" y="2405616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529" name="Google Shape;529;p55"/>
          <p:cNvSpPr>
            <a:spLocks noGrp="1"/>
          </p:cNvSpPr>
          <p:nvPr>
            <p:ph type="pic" idx="7"/>
          </p:nvPr>
        </p:nvSpPr>
        <p:spPr>
          <a:xfrm>
            <a:off x="9336343" y="2405616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530" name="Google Shape;530;p55"/>
          <p:cNvSpPr txBox="1">
            <a:spLocks noGrp="1"/>
          </p:cNvSpPr>
          <p:nvPr>
            <p:ph type="title"/>
          </p:nvPr>
        </p:nvSpPr>
        <p:spPr>
          <a:xfrm>
            <a:off x="468733" y="593367"/>
            <a:ext cx="3462400" cy="22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31" name="Google Shape;531;p55"/>
          <p:cNvSpPr>
            <a:spLocks noGrp="1"/>
          </p:cNvSpPr>
          <p:nvPr>
            <p:ph type="pic" idx="8"/>
          </p:nvPr>
        </p:nvSpPr>
        <p:spPr>
          <a:xfrm>
            <a:off x="4519451" y="4652649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532" name="Google Shape;532;p55"/>
          <p:cNvSpPr>
            <a:spLocks noGrp="1"/>
          </p:cNvSpPr>
          <p:nvPr>
            <p:ph type="pic" idx="9"/>
          </p:nvPr>
        </p:nvSpPr>
        <p:spPr>
          <a:xfrm>
            <a:off x="6927896" y="4652649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533" name="Google Shape;533;p55"/>
          <p:cNvSpPr>
            <a:spLocks noGrp="1"/>
          </p:cNvSpPr>
          <p:nvPr>
            <p:ph type="pic" idx="13"/>
          </p:nvPr>
        </p:nvSpPr>
        <p:spPr>
          <a:xfrm>
            <a:off x="9336343" y="4652649"/>
            <a:ext cx="2191600" cy="20468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0024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19" userDrawn="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9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48.xml"/><Relationship Id="rId42" Type="http://schemas.openxmlformats.org/officeDocument/2006/relationships/slideLayout" Target="../slideLayouts/slideLayout56.xml"/><Relationship Id="rId47" Type="http://schemas.openxmlformats.org/officeDocument/2006/relationships/slideLayout" Target="../slideLayouts/slideLayout61.xml"/><Relationship Id="rId50" Type="http://schemas.openxmlformats.org/officeDocument/2006/relationships/slideLayout" Target="../slideLayouts/slideLayout64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4.xml"/><Relationship Id="rId45" Type="http://schemas.openxmlformats.org/officeDocument/2006/relationships/slideLayout" Target="../slideLayouts/slideLayout59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50.xml"/><Relationship Id="rId49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58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9.xml"/><Relationship Id="rId43" Type="http://schemas.openxmlformats.org/officeDocument/2006/relationships/slideLayout" Target="../slideLayouts/slideLayout57.xml"/><Relationship Id="rId48" Type="http://schemas.openxmlformats.org/officeDocument/2006/relationships/slideLayout" Target="../slideLayouts/slideLayout62.xml"/><Relationship Id="rId8" Type="http://schemas.openxmlformats.org/officeDocument/2006/relationships/slideLayout" Target="../slideLayouts/slideLayout22.xml"/><Relationship Id="rId51" Type="http://schemas.openxmlformats.org/officeDocument/2006/relationships/slideLayout" Target="../slideLayouts/slideLayout65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52.xml"/><Relationship Id="rId4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34.xml"/><Relationship Id="rId41" Type="http://schemas.openxmlformats.org/officeDocument/2006/relationships/slideLayout" Target="../slideLayouts/slideLayout55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9E7B24-FB92-613B-C870-CFD5BD1E4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81C951-2AC7-DFFB-F8EA-C4B512E45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E4B363-650A-32ED-7930-40008EA54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D99D5-256D-4319-8ECA-2CBF12F3A282}" type="datetimeFigureOut">
              <a:rPr lang="es-ES" smtClean="0"/>
              <a:t>29/09/2026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D82271-EF93-DE95-87F4-E540BA793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7E2512-7FAF-4FF4-514F-F389FDA74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0AE1D2-8B12-4D87-AF89-238E1AE12B3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989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C5B8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609600"/>
            <a:ext cx="6827600" cy="1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4800" y="4240700"/>
            <a:ext cx="11582400" cy="2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983014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  <p:sldLayoutId id="2147483744" r:id="rId28"/>
    <p:sldLayoutId id="2147483745" r:id="rId29"/>
    <p:sldLayoutId id="2147483746" r:id="rId30"/>
    <p:sldLayoutId id="2147483747" r:id="rId31"/>
    <p:sldLayoutId id="2147483748" r:id="rId32"/>
    <p:sldLayoutId id="2147483749" r:id="rId33"/>
    <p:sldLayoutId id="2147483750" r:id="rId34"/>
    <p:sldLayoutId id="2147483751" r:id="rId35"/>
    <p:sldLayoutId id="2147483752" r:id="rId36"/>
    <p:sldLayoutId id="2147483753" r:id="rId37"/>
    <p:sldLayoutId id="2147483754" r:id="rId38"/>
    <p:sldLayoutId id="2147483755" r:id="rId39"/>
    <p:sldLayoutId id="2147483756" r:id="rId40"/>
    <p:sldLayoutId id="2147483757" r:id="rId41"/>
    <p:sldLayoutId id="2147483758" r:id="rId42"/>
    <p:sldLayoutId id="2147483759" r:id="rId43"/>
    <p:sldLayoutId id="2147483760" r:id="rId44"/>
    <p:sldLayoutId id="2147483761" r:id="rId45"/>
    <p:sldLayoutId id="2147483762" r:id="rId46"/>
    <p:sldLayoutId id="2147483763" r:id="rId47"/>
    <p:sldLayoutId id="2147483764" r:id="rId48"/>
    <p:sldLayoutId id="2147483765" r:id="rId49"/>
    <p:sldLayoutId id="2147483766" r:id="rId50"/>
    <p:sldLayoutId id="2147483767" r:id="rId5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32" userDrawn="1">
          <p15:clr>
            <a:srgbClr val="E46962"/>
          </p15:clr>
        </p15:guide>
        <p15:guide id="2" pos="4992" userDrawn="1">
          <p15:clr>
            <a:srgbClr val="E46962"/>
          </p15:clr>
        </p15:guide>
        <p15:guide id="3" pos="192" userDrawn="1">
          <p15:clr>
            <a:srgbClr val="E46962"/>
          </p15:clr>
        </p15:guide>
        <p15:guide id="4" pos="288" userDrawn="1">
          <p15:clr>
            <a:srgbClr val="E46962"/>
          </p15:clr>
        </p15:guide>
        <p15:guide id="5" pos="791" userDrawn="1">
          <p15:clr>
            <a:srgbClr val="E46962"/>
          </p15:clr>
        </p15:guide>
        <p15:guide id="6" pos="892" userDrawn="1">
          <p15:clr>
            <a:srgbClr val="E46962"/>
          </p15:clr>
        </p15:guide>
        <p15:guide id="7" pos="1392" userDrawn="1">
          <p15:clr>
            <a:srgbClr val="E46962"/>
          </p15:clr>
        </p15:guide>
        <p15:guide id="8" pos="1492" userDrawn="1">
          <p15:clr>
            <a:srgbClr val="E46962"/>
          </p15:clr>
        </p15:guide>
        <p15:guide id="9" pos="1992" userDrawn="1">
          <p15:clr>
            <a:srgbClr val="E46962"/>
          </p15:clr>
        </p15:guide>
        <p15:guide id="10" pos="2092" userDrawn="1">
          <p15:clr>
            <a:srgbClr val="E46962"/>
          </p15:clr>
        </p15:guide>
        <p15:guide id="11" pos="2592" userDrawn="1">
          <p15:clr>
            <a:srgbClr val="E46962"/>
          </p15:clr>
        </p15:guide>
        <p15:guide id="12" pos="2692" userDrawn="1">
          <p15:clr>
            <a:srgbClr val="E46962"/>
          </p15:clr>
        </p15:guide>
        <p15:guide id="13" pos="3192" userDrawn="1">
          <p15:clr>
            <a:srgbClr val="E46962"/>
          </p15:clr>
        </p15:guide>
        <p15:guide id="14" pos="3292" userDrawn="1">
          <p15:clr>
            <a:srgbClr val="E46962"/>
          </p15:clr>
        </p15:guide>
        <p15:guide id="15" pos="3792" userDrawn="1">
          <p15:clr>
            <a:srgbClr val="E46962"/>
          </p15:clr>
        </p15:guide>
        <p15:guide id="16" pos="3892" userDrawn="1">
          <p15:clr>
            <a:srgbClr val="E46962"/>
          </p15:clr>
        </p15:guide>
        <p15:guide id="17" pos="4392" userDrawn="1">
          <p15:clr>
            <a:srgbClr val="E46962"/>
          </p15:clr>
        </p15:guide>
        <p15:guide id="18" pos="4493" userDrawn="1">
          <p15:clr>
            <a:srgbClr val="E46962"/>
          </p15:clr>
        </p15:guide>
        <p15:guide id="19" pos="5088" userDrawn="1">
          <p15:clr>
            <a:srgbClr val="E46962"/>
          </p15:clr>
        </p15:guide>
        <p15:guide id="20" pos="5592" userDrawn="1">
          <p15:clr>
            <a:srgbClr val="E46962"/>
          </p15:clr>
        </p15:guide>
        <p15:guide id="21" pos="5693" userDrawn="1">
          <p15:clr>
            <a:srgbClr val="E46962"/>
          </p15:clr>
        </p15:guide>
        <p15:guide id="22" pos="6192" userDrawn="1">
          <p15:clr>
            <a:srgbClr val="E46962"/>
          </p15:clr>
        </p15:guide>
        <p15:guide id="23" pos="6293" userDrawn="1">
          <p15:clr>
            <a:srgbClr val="E46962"/>
          </p15:clr>
        </p15:guide>
        <p15:guide id="24" pos="6792" userDrawn="1">
          <p15:clr>
            <a:srgbClr val="E46962"/>
          </p15:clr>
        </p15:guide>
        <p15:guide id="25" pos="6893" userDrawn="1">
          <p15:clr>
            <a:srgbClr val="E46962"/>
          </p15:clr>
        </p15:guide>
        <p15:guide id="26" pos="7392" userDrawn="1">
          <p15:clr>
            <a:srgbClr val="E46962"/>
          </p15:clr>
        </p15:guide>
        <p15:guide id="27" pos="7488" userDrawn="1">
          <p15:clr>
            <a:srgbClr val="E46962"/>
          </p15:clr>
        </p15:guide>
        <p15:guide id="28" orient="horz" pos="188" userDrawn="1">
          <p15:clr>
            <a:srgbClr val="E46962"/>
          </p15:clr>
        </p15:guide>
        <p15:guide id="29" orient="horz" pos="384" userDrawn="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chart" Target="../charts/chart1.xml"/><Relationship Id="rId5" Type="http://schemas.openxmlformats.org/officeDocument/2006/relationships/image" Target="../media/image13.svg"/><Relationship Id="rId4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image" Target="../media/image14.sv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16.png"/><Relationship Id="rId2" Type="http://schemas.openxmlformats.org/officeDocument/2006/relationships/tags" Target="../tags/tag3.xml"/><Relationship Id="rId16" Type="http://schemas.openxmlformats.org/officeDocument/2006/relationships/notesSlide" Target="../notesSlides/notesSlide1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1.xml"/><Relationship Id="rId19" Type="http://schemas.openxmlformats.org/officeDocument/2006/relationships/chart" Target="../charts/chart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6"/>
          <p:cNvSpPr txBox="1">
            <a:spLocks noGrp="1"/>
          </p:cNvSpPr>
          <p:nvPr>
            <p:ph type="title"/>
          </p:nvPr>
        </p:nvSpPr>
        <p:spPr>
          <a:xfrm>
            <a:off x="6912334" y="4387493"/>
            <a:ext cx="4679625" cy="1492415"/>
          </a:xfrm>
          <a:prstGeom prst="rect">
            <a:avLst/>
          </a:prstGeom>
        </p:spPr>
        <p:txBody>
          <a:bodyPr spcFirstLastPara="1" vert="horz" wrap="square" lIns="121900" tIns="0" rIns="121900" bIns="121900" rtlCol="0" anchor="t" anchorCtr="0">
            <a:noAutofit/>
          </a:bodyPr>
          <a:lstStyle/>
          <a:p>
            <a:pPr marL="16933" algn="r">
              <a:lnSpc>
                <a:spcPct val="115000"/>
              </a:lnSpc>
              <a:spcBef>
                <a:spcPts val="800"/>
              </a:spcBef>
              <a:buClr>
                <a:schemeClr val="accent1"/>
              </a:buClr>
              <a:buSzPts val="1100"/>
            </a:pPr>
            <a:r>
              <a:rPr lang="es-ES" sz="2667">
                <a:latin typeface="Fahkwang" pitchFamily="2" charset="-34"/>
                <a:ea typeface="Source Sans 3 Light"/>
                <a:cs typeface="Fahkwang" pitchFamily="2" charset="-34"/>
                <a:sym typeface="Source Sans 3 Light"/>
              </a:rPr>
              <a:t>TÍTULO </a:t>
            </a:r>
            <a:br>
              <a:rPr lang="es-ES" sz="2667">
                <a:latin typeface="Fahkwang" pitchFamily="2" charset="-34"/>
                <a:ea typeface="Source Sans 3 Light"/>
                <a:cs typeface="Fahkwang" pitchFamily="2" charset="-34"/>
                <a:sym typeface="Source Sans 3 Light"/>
              </a:rPr>
            </a:br>
            <a:r>
              <a:rPr lang="es-ES" sz="3733">
                <a:latin typeface="Fahkwang" pitchFamily="2" charset="-34"/>
                <a:ea typeface="Source Sans 3 Light"/>
                <a:cs typeface="Fahkwang" pitchFamily="2" charset="-34"/>
                <a:sym typeface="Source Sans 3 Light"/>
              </a:rPr>
              <a:t>2026</a:t>
            </a:r>
            <a:br>
              <a:rPr lang="es-ES" sz="3733">
                <a:solidFill>
                  <a:srgbClr val="FFFFFF"/>
                </a:solidFill>
                <a:latin typeface="Fahkwang" pitchFamily="2" charset="-34"/>
                <a:ea typeface="Source Sans 3 Light"/>
                <a:cs typeface="Fahkwang" pitchFamily="2" charset="-34"/>
                <a:sym typeface="Source Sans 3 Light"/>
              </a:rPr>
            </a:br>
            <a:endParaRPr sz="3733">
              <a:solidFill>
                <a:srgbClr val="CDC6B9"/>
              </a:solidFill>
              <a:latin typeface="Source Sans 3 Light"/>
              <a:ea typeface="Source Sans 3 Light"/>
              <a:cs typeface="Source Sans 3 Light"/>
              <a:sym typeface="Source Sans 3 Light"/>
            </a:endParaRPr>
          </a:p>
        </p:txBody>
      </p:sp>
      <p:sp>
        <p:nvSpPr>
          <p:cNvPr id="14" name="Forma libre 13">
            <a:extLst>
              <a:ext uri="{FF2B5EF4-FFF2-40B4-BE49-F238E27FC236}">
                <a16:creationId xmlns:a16="http://schemas.microsoft.com/office/drawing/2014/main" id="{3C482711-B1CA-4B60-0864-4A9633FC9014}"/>
              </a:ext>
            </a:extLst>
          </p:cNvPr>
          <p:cNvSpPr/>
          <p:nvPr/>
        </p:nvSpPr>
        <p:spPr>
          <a:xfrm>
            <a:off x="0" y="-70337"/>
            <a:ext cx="9690995" cy="5951764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732249"/>
              <a:gd name="connsiteY0" fmla="*/ 709576 h 4859633"/>
              <a:gd name="connsiteX1" fmla="*/ 390922 w 6732249"/>
              <a:gd name="connsiteY1" fmla="*/ 4859633 h 4859633"/>
              <a:gd name="connsiteX2" fmla="*/ 4680424 w 6732249"/>
              <a:gd name="connsiteY2" fmla="*/ 4859633 h 4859633"/>
              <a:gd name="connsiteX3" fmla="*/ 6732249 w 6732249"/>
              <a:gd name="connsiteY3" fmla="*/ 0 h 4859633"/>
              <a:gd name="connsiteX4" fmla="*/ 0 w 6732249"/>
              <a:gd name="connsiteY4" fmla="*/ 709576 h 4859633"/>
              <a:gd name="connsiteX0" fmla="*/ 0 w 6439402"/>
              <a:gd name="connsiteY0" fmla="*/ 7190 h 4157247"/>
              <a:gd name="connsiteX1" fmla="*/ 390922 w 6439402"/>
              <a:gd name="connsiteY1" fmla="*/ 4157247 h 4157247"/>
              <a:gd name="connsiteX2" fmla="*/ 4680424 w 6439402"/>
              <a:gd name="connsiteY2" fmla="*/ 4157247 h 4157247"/>
              <a:gd name="connsiteX3" fmla="*/ 6439402 w 6439402"/>
              <a:gd name="connsiteY3" fmla="*/ 0 h 4157247"/>
              <a:gd name="connsiteX4" fmla="*/ 0 w 6439402"/>
              <a:gd name="connsiteY4" fmla="*/ 7190 h 4157247"/>
              <a:gd name="connsiteX0" fmla="*/ 0 w 6439402"/>
              <a:gd name="connsiteY0" fmla="*/ 7190 h 4164271"/>
              <a:gd name="connsiteX1" fmla="*/ 14405 w 6439402"/>
              <a:gd name="connsiteY1" fmla="*/ 4164271 h 4164271"/>
              <a:gd name="connsiteX2" fmla="*/ 4680424 w 6439402"/>
              <a:gd name="connsiteY2" fmla="*/ 4157247 h 4164271"/>
              <a:gd name="connsiteX3" fmla="*/ 6439402 w 6439402"/>
              <a:gd name="connsiteY3" fmla="*/ 0 h 4164271"/>
              <a:gd name="connsiteX4" fmla="*/ 0 w 6439402"/>
              <a:gd name="connsiteY4" fmla="*/ 7190 h 4164271"/>
              <a:gd name="connsiteX0" fmla="*/ 0 w 6439402"/>
              <a:gd name="connsiteY0" fmla="*/ 7190 h 4157247"/>
              <a:gd name="connsiteX1" fmla="*/ 404868 w 6439402"/>
              <a:gd name="connsiteY1" fmla="*/ 4136175 h 4157247"/>
              <a:gd name="connsiteX2" fmla="*/ 4680424 w 6439402"/>
              <a:gd name="connsiteY2" fmla="*/ 4157247 h 4157247"/>
              <a:gd name="connsiteX3" fmla="*/ 6439402 w 6439402"/>
              <a:gd name="connsiteY3" fmla="*/ 0 h 4157247"/>
              <a:gd name="connsiteX4" fmla="*/ 0 w 6439402"/>
              <a:gd name="connsiteY4" fmla="*/ 7190 h 4157247"/>
              <a:gd name="connsiteX0" fmla="*/ 132016 w 6034534"/>
              <a:gd name="connsiteY0" fmla="*/ 14214 h 4157247"/>
              <a:gd name="connsiteX1" fmla="*/ 0 w 6034534"/>
              <a:gd name="connsiteY1" fmla="*/ 4136175 h 4157247"/>
              <a:gd name="connsiteX2" fmla="*/ 4275556 w 6034534"/>
              <a:gd name="connsiteY2" fmla="*/ 4157247 h 4157247"/>
              <a:gd name="connsiteX3" fmla="*/ 6034534 w 6034534"/>
              <a:gd name="connsiteY3" fmla="*/ 0 h 4157247"/>
              <a:gd name="connsiteX4" fmla="*/ 132016 w 6034534"/>
              <a:gd name="connsiteY4" fmla="*/ 14214 h 4157247"/>
              <a:gd name="connsiteX0" fmla="*/ 0 w 6041969"/>
              <a:gd name="connsiteY0" fmla="*/ 14214 h 4157247"/>
              <a:gd name="connsiteX1" fmla="*/ 7435 w 6041969"/>
              <a:gd name="connsiteY1" fmla="*/ 4136175 h 4157247"/>
              <a:gd name="connsiteX2" fmla="*/ 4282991 w 6041969"/>
              <a:gd name="connsiteY2" fmla="*/ 4157247 h 4157247"/>
              <a:gd name="connsiteX3" fmla="*/ 6041969 w 6041969"/>
              <a:gd name="connsiteY3" fmla="*/ 0 h 4157247"/>
              <a:gd name="connsiteX4" fmla="*/ 0 w 6041969"/>
              <a:gd name="connsiteY4" fmla="*/ 14214 h 4157247"/>
              <a:gd name="connsiteX0" fmla="*/ 445780 w 6487749"/>
              <a:gd name="connsiteY0" fmla="*/ 14214 h 4157247"/>
              <a:gd name="connsiteX1" fmla="*/ 0 w 6487749"/>
              <a:gd name="connsiteY1" fmla="*/ 4136175 h 4157247"/>
              <a:gd name="connsiteX2" fmla="*/ 4728771 w 6487749"/>
              <a:gd name="connsiteY2" fmla="*/ 4157247 h 4157247"/>
              <a:gd name="connsiteX3" fmla="*/ 6487749 w 6487749"/>
              <a:gd name="connsiteY3" fmla="*/ 0 h 4157247"/>
              <a:gd name="connsiteX4" fmla="*/ 445780 w 6487749"/>
              <a:gd name="connsiteY4" fmla="*/ 14214 h 4157247"/>
              <a:gd name="connsiteX0" fmla="*/ 0 w 6523074"/>
              <a:gd name="connsiteY0" fmla="*/ 21238 h 4157247"/>
              <a:gd name="connsiteX1" fmla="*/ 35325 w 6523074"/>
              <a:gd name="connsiteY1" fmla="*/ 4136175 h 4157247"/>
              <a:gd name="connsiteX2" fmla="*/ 4764096 w 6523074"/>
              <a:gd name="connsiteY2" fmla="*/ 4157247 h 4157247"/>
              <a:gd name="connsiteX3" fmla="*/ 6523074 w 6523074"/>
              <a:gd name="connsiteY3" fmla="*/ 0 h 4157247"/>
              <a:gd name="connsiteX4" fmla="*/ 0 w 6523074"/>
              <a:gd name="connsiteY4" fmla="*/ 21238 h 4157247"/>
              <a:gd name="connsiteX0" fmla="*/ 0 w 6509129"/>
              <a:gd name="connsiteY0" fmla="*/ 21238 h 4157247"/>
              <a:gd name="connsiteX1" fmla="*/ 35325 w 6509129"/>
              <a:gd name="connsiteY1" fmla="*/ 4136175 h 4157247"/>
              <a:gd name="connsiteX2" fmla="*/ 4764096 w 6509129"/>
              <a:gd name="connsiteY2" fmla="*/ 4157247 h 4157247"/>
              <a:gd name="connsiteX3" fmla="*/ 6509129 w 6509129"/>
              <a:gd name="connsiteY3" fmla="*/ 0 h 4157247"/>
              <a:gd name="connsiteX4" fmla="*/ 0 w 6509129"/>
              <a:gd name="connsiteY4" fmla="*/ 21238 h 4157247"/>
              <a:gd name="connsiteX0" fmla="*/ 0 w 6502156"/>
              <a:gd name="connsiteY0" fmla="*/ 167 h 4157247"/>
              <a:gd name="connsiteX1" fmla="*/ 28352 w 6502156"/>
              <a:gd name="connsiteY1" fmla="*/ 4136175 h 4157247"/>
              <a:gd name="connsiteX2" fmla="*/ 4757123 w 6502156"/>
              <a:gd name="connsiteY2" fmla="*/ 4157247 h 4157247"/>
              <a:gd name="connsiteX3" fmla="*/ 6502156 w 6502156"/>
              <a:gd name="connsiteY3" fmla="*/ 0 h 4157247"/>
              <a:gd name="connsiteX4" fmla="*/ 0 w 6502156"/>
              <a:gd name="connsiteY4" fmla="*/ 167 h 4157247"/>
              <a:gd name="connsiteX0" fmla="*/ 27428 w 6529584"/>
              <a:gd name="connsiteY0" fmla="*/ 167 h 4157247"/>
              <a:gd name="connsiteX1" fmla="*/ 0 w 6529584"/>
              <a:gd name="connsiteY1" fmla="*/ 4150223 h 4157247"/>
              <a:gd name="connsiteX2" fmla="*/ 4784551 w 6529584"/>
              <a:gd name="connsiteY2" fmla="*/ 4157247 h 4157247"/>
              <a:gd name="connsiteX3" fmla="*/ 6529584 w 6529584"/>
              <a:gd name="connsiteY3" fmla="*/ 0 h 4157247"/>
              <a:gd name="connsiteX4" fmla="*/ 27428 w 6529584"/>
              <a:gd name="connsiteY4" fmla="*/ 167 h 4157247"/>
              <a:gd name="connsiteX0" fmla="*/ 320274 w 6822430"/>
              <a:gd name="connsiteY0" fmla="*/ 167 h 4164271"/>
              <a:gd name="connsiteX1" fmla="*/ 0 w 6822430"/>
              <a:gd name="connsiteY1" fmla="*/ 4164271 h 4164271"/>
              <a:gd name="connsiteX2" fmla="*/ 5077397 w 6822430"/>
              <a:gd name="connsiteY2" fmla="*/ 4157247 h 4164271"/>
              <a:gd name="connsiteX3" fmla="*/ 6822430 w 6822430"/>
              <a:gd name="connsiteY3" fmla="*/ 0 h 4164271"/>
              <a:gd name="connsiteX4" fmla="*/ 320274 w 6822430"/>
              <a:gd name="connsiteY4" fmla="*/ 167 h 4164271"/>
              <a:gd name="connsiteX0" fmla="*/ 0 w 6822891"/>
              <a:gd name="connsiteY0" fmla="*/ 21239 h 4164271"/>
              <a:gd name="connsiteX1" fmla="*/ 461 w 6822891"/>
              <a:gd name="connsiteY1" fmla="*/ 4164271 h 4164271"/>
              <a:gd name="connsiteX2" fmla="*/ 5077858 w 6822891"/>
              <a:gd name="connsiteY2" fmla="*/ 4157247 h 4164271"/>
              <a:gd name="connsiteX3" fmla="*/ 6822891 w 6822891"/>
              <a:gd name="connsiteY3" fmla="*/ 0 h 4164271"/>
              <a:gd name="connsiteX4" fmla="*/ 0 w 6822891"/>
              <a:gd name="connsiteY4" fmla="*/ 21239 h 4164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2891" h="4164271">
                <a:moveTo>
                  <a:pt x="0" y="21239"/>
                </a:moveTo>
                <a:cubicBezTo>
                  <a:pt x="0" y="1643558"/>
                  <a:pt x="461" y="2541952"/>
                  <a:pt x="461" y="4164271"/>
                </a:cubicBezTo>
                <a:lnTo>
                  <a:pt x="5077858" y="4157247"/>
                </a:lnTo>
                <a:lnTo>
                  <a:pt x="6822891" y="0"/>
                </a:lnTo>
                <a:lnTo>
                  <a:pt x="0" y="21239"/>
                </a:lnTo>
                <a:close/>
              </a:path>
            </a:pathLst>
          </a:custGeom>
          <a:solidFill>
            <a:srgbClr val="CAC5B8">
              <a:alpha val="329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>
              <a:solidFill>
                <a:srgbClr val="CAC5B8"/>
              </a:solidFill>
            </a:endParaRPr>
          </a:p>
        </p:txBody>
      </p:sp>
      <p:sp>
        <p:nvSpPr>
          <p:cNvPr id="18" name="Google Shape;542;p56">
            <a:extLst>
              <a:ext uri="{FF2B5EF4-FFF2-40B4-BE49-F238E27FC236}">
                <a16:creationId xmlns:a16="http://schemas.microsoft.com/office/drawing/2014/main" id="{4F3CC425-E16D-9B31-899E-8182025BDBC1}"/>
              </a:ext>
            </a:extLst>
          </p:cNvPr>
          <p:cNvSpPr txBox="1">
            <a:spLocks/>
          </p:cNvSpPr>
          <p:nvPr/>
        </p:nvSpPr>
        <p:spPr>
          <a:xfrm>
            <a:off x="7913366" y="6061570"/>
            <a:ext cx="3678593" cy="641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16933" algn="r">
              <a:lnSpc>
                <a:spcPct val="115000"/>
              </a:lnSpc>
              <a:spcBef>
                <a:spcPts val="800"/>
              </a:spcBef>
              <a:buClr>
                <a:schemeClr val="accent1"/>
              </a:buClr>
              <a:buSzPts val="1100"/>
            </a:pPr>
            <a:r>
              <a:rPr lang="es-ES" sz="2133" b="0">
                <a:solidFill>
                  <a:srgbClr val="25252B"/>
                </a:solidFill>
                <a:latin typeface="Fahkwang" pitchFamily="2" charset="-34"/>
                <a:ea typeface="Source Sans 3 Light"/>
                <a:cs typeface="Fahkwang" pitchFamily="2" charset="-34"/>
                <a:sym typeface="Source Sans 3 Light"/>
              </a:rPr>
              <a:t>Fecha </a:t>
            </a:r>
          </a:p>
          <a:p>
            <a:pPr algn="r">
              <a:lnSpc>
                <a:spcPct val="115000"/>
              </a:lnSpc>
              <a:spcBef>
                <a:spcPts val="133"/>
              </a:spcBef>
              <a:buClr>
                <a:schemeClr val="accent1"/>
              </a:buClr>
              <a:buSzPts val="1100"/>
            </a:pPr>
            <a:endParaRPr lang="es-ES" sz="3200" b="0">
              <a:solidFill>
                <a:srgbClr val="CDC6B9"/>
              </a:solidFill>
              <a:latin typeface="Source Sans 3 Light"/>
              <a:ea typeface="Source Sans 3 Light"/>
              <a:cs typeface="Source Sans 3 Light"/>
              <a:sym typeface="Source Sans 3 Light"/>
            </a:endParaRPr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7F0B5F98-30E0-0653-F789-A4C503EA43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00663" y="648564"/>
            <a:ext cx="868975" cy="630109"/>
          </a:xfrm>
          <a:prstGeom prst="rect">
            <a:avLst/>
          </a:prstGeom>
        </p:spPr>
      </p:pic>
      <p:sp>
        <p:nvSpPr>
          <p:cNvPr id="2" name="Forma libre 1">
            <a:extLst>
              <a:ext uri="{FF2B5EF4-FFF2-40B4-BE49-F238E27FC236}">
                <a16:creationId xmlns:a16="http://schemas.microsoft.com/office/drawing/2014/main" id="{A7A21C29-8C4C-1198-1330-8832D386B677}"/>
              </a:ext>
            </a:extLst>
          </p:cNvPr>
          <p:cNvSpPr/>
          <p:nvPr/>
        </p:nvSpPr>
        <p:spPr>
          <a:xfrm>
            <a:off x="0" y="376473"/>
            <a:ext cx="8881327" cy="6105053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4612501">
                <a:moveTo>
                  <a:pt x="7434" y="7652"/>
                </a:moveTo>
                <a:lnTo>
                  <a:pt x="0" y="4612501"/>
                </a:lnTo>
                <a:lnTo>
                  <a:pt x="4728116" y="4597523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0067909-99B8-0411-27D0-23D6CDCC1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46261" y="2596623"/>
            <a:ext cx="4634884" cy="1308347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1C33DB65-30B6-F8D0-EA9B-27265AC44D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9242" y="3833145"/>
            <a:ext cx="4452265" cy="4074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>
          <a:extLst>
            <a:ext uri="{FF2B5EF4-FFF2-40B4-BE49-F238E27FC236}">
              <a16:creationId xmlns:a16="http://schemas.microsoft.com/office/drawing/2014/main" id="{34F34BAD-42D9-5BF8-128D-D4438D2C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bre 8">
            <a:extLst>
              <a:ext uri="{FF2B5EF4-FFF2-40B4-BE49-F238E27FC236}">
                <a16:creationId xmlns:a16="http://schemas.microsoft.com/office/drawing/2014/main" id="{1F161551-95EB-2F40-8FFD-48CD0945691F}"/>
              </a:ext>
            </a:extLst>
          </p:cNvPr>
          <p:cNvSpPr/>
          <p:nvPr/>
        </p:nvSpPr>
        <p:spPr>
          <a:xfrm>
            <a:off x="-16305" y="356452"/>
            <a:ext cx="8881327" cy="6105053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4612501">
                <a:moveTo>
                  <a:pt x="7434" y="7652"/>
                </a:moveTo>
                <a:lnTo>
                  <a:pt x="0" y="4612501"/>
                </a:lnTo>
                <a:lnTo>
                  <a:pt x="4728116" y="4597523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rgbClr val="DDD9CF">
              <a:alpha val="3156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s-ES" sz="2400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2890070A-8FD0-FA47-9678-4374CB5D1C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3890" y="5874502"/>
            <a:ext cx="2045748" cy="577479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E3A12FD1-B909-4573-D4B8-0B57E51C96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0663" y="648564"/>
            <a:ext cx="868975" cy="63010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AB28E15-1A58-651E-32BE-88F21764696F}"/>
              </a:ext>
            </a:extLst>
          </p:cNvPr>
          <p:cNvSpPr txBox="1"/>
          <p:nvPr/>
        </p:nvSpPr>
        <p:spPr>
          <a:xfrm>
            <a:off x="928066" y="921470"/>
            <a:ext cx="67191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/>
            </a:pPr>
            <a:r>
              <a:rPr lang="en" sz="4000" b="1">
                <a:solidFill>
                  <a:srgbClr val="7F8768"/>
                </a:solidFill>
                <a:latin typeface="Fahkwang"/>
                <a:cs typeface="Fahkwang"/>
                <a:sym typeface="Fahkwang"/>
              </a:rPr>
              <a:t>INDEX</a:t>
            </a:r>
            <a:endParaRPr lang="es-ES" sz="4000" b="1">
              <a:solidFill>
                <a:srgbClr val="7F8768"/>
              </a:solidFill>
              <a:latin typeface="Fahkwang"/>
              <a:cs typeface="Fahkwang"/>
              <a:sym typeface="Fahkwang"/>
            </a:endParaRPr>
          </a:p>
        </p:txBody>
      </p:sp>
      <p:sp>
        <p:nvSpPr>
          <p:cNvPr id="4" name="Google Shape;648;p67">
            <a:extLst>
              <a:ext uri="{FF2B5EF4-FFF2-40B4-BE49-F238E27FC236}">
                <a16:creationId xmlns:a16="http://schemas.microsoft.com/office/drawing/2014/main" id="{5DD41BEE-6C10-7354-3BEF-42A1EF606FB5}"/>
              </a:ext>
            </a:extLst>
          </p:cNvPr>
          <p:cNvSpPr txBox="1"/>
          <p:nvPr/>
        </p:nvSpPr>
        <p:spPr>
          <a:xfrm>
            <a:off x="2168145" y="2106452"/>
            <a:ext cx="7141268" cy="444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  <a:defRPr/>
            </a:pPr>
            <a:r>
              <a:rPr lang="es-ES" sz="2600" b="1">
                <a:solidFill>
                  <a:srgbClr val="25252B"/>
                </a:solidFill>
                <a:latin typeface="Fahkwang"/>
                <a:cs typeface="Fahkwang"/>
                <a:sym typeface="Source Sans 3"/>
              </a:rPr>
              <a:t>XXXXXXXXXX</a:t>
            </a:r>
            <a:endParaRPr lang="es-ES" sz="2600"/>
          </a:p>
          <a:p>
            <a:pPr defTabSz="1219170">
              <a:lnSpc>
                <a:spcPct val="150000"/>
              </a:lnSpc>
              <a:defRPr/>
            </a:pPr>
            <a:r>
              <a:rPr lang="es-ES" sz="2600" b="1" kern="0">
                <a:solidFill>
                  <a:srgbClr val="25252B"/>
                </a:solidFill>
                <a:latin typeface="Fahkwang"/>
                <a:ea typeface="Source Sans 3 Light"/>
                <a:cs typeface="Fahkwang"/>
                <a:sym typeface="Source Sans 3 Light"/>
              </a:rPr>
              <a:t>XXXXXXXXXX</a:t>
            </a:r>
            <a:endParaRPr lang="es-ES" sz="2600" b="1" kern="0">
              <a:solidFill>
                <a:srgbClr val="25252B"/>
              </a:solidFill>
              <a:latin typeface="Fahkwang"/>
              <a:ea typeface="Source Sans 3 Light"/>
              <a:cs typeface="Fahkwang"/>
            </a:endParaRPr>
          </a:p>
          <a:p>
            <a:pPr defTabSz="1219170">
              <a:lnSpc>
                <a:spcPct val="150000"/>
              </a:lnSpc>
              <a:defRPr/>
            </a:pPr>
            <a:r>
              <a:rPr lang="es-ES" sz="2600" b="1" kern="0">
                <a:solidFill>
                  <a:srgbClr val="25252B"/>
                </a:solidFill>
                <a:latin typeface="Fahkwang"/>
                <a:ea typeface="Source Sans 3 Light"/>
                <a:cs typeface="Fahkwang"/>
              </a:rPr>
              <a:t>XXXXXXXXXX</a:t>
            </a:r>
          </a:p>
          <a:p>
            <a:pPr defTabSz="1219170">
              <a:lnSpc>
                <a:spcPct val="150000"/>
              </a:lnSpc>
              <a:defRPr/>
            </a:pPr>
            <a:r>
              <a:rPr lang="es-ES" sz="2600" b="1" kern="0">
                <a:solidFill>
                  <a:srgbClr val="25252B"/>
                </a:solidFill>
                <a:latin typeface="Fahkwang"/>
                <a:ea typeface="Source Sans 3 Light"/>
                <a:cs typeface="Fahkwang"/>
              </a:rPr>
              <a:t>XXXXXXXXXX</a:t>
            </a:r>
            <a:endParaRPr lang="es-ES" sz="2600" b="1" kern="0">
              <a:solidFill>
                <a:srgbClr val="25252B"/>
              </a:solidFill>
              <a:latin typeface="Fahkwang" pitchFamily="2" charset="-34"/>
              <a:ea typeface="Source Sans 3 Light"/>
              <a:cs typeface="Fahkwang" pitchFamily="2" charset="-34"/>
            </a:endParaRPr>
          </a:p>
          <a:p>
            <a:pPr defTabSz="1219170">
              <a:lnSpc>
                <a:spcPct val="150000"/>
              </a:lnSpc>
              <a:defRPr/>
            </a:pPr>
            <a:r>
              <a:rPr lang="es-ES" sz="2600" b="1" kern="0">
                <a:solidFill>
                  <a:srgbClr val="25252B"/>
                </a:solidFill>
                <a:latin typeface="Fahkwang"/>
                <a:ea typeface="Source Sans 3 Light"/>
                <a:cs typeface="Fahkwang"/>
              </a:rPr>
              <a:t>XXXXXXXXXX</a:t>
            </a:r>
          </a:p>
          <a:p>
            <a:pPr defTabSz="1219170">
              <a:lnSpc>
                <a:spcPct val="150000"/>
              </a:lnSpc>
              <a:defRPr/>
            </a:pPr>
            <a:r>
              <a:rPr lang="es-ES" sz="2600" b="1" kern="0">
                <a:solidFill>
                  <a:srgbClr val="25252B"/>
                </a:solidFill>
                <a:latin typeface="Fahkwang"/>
                <a:ea typeface="Source Sans 3 Light"/>
                <a:cs typeface="Fahkwang"/>
              </a:rPr>
              <a:t>XXXXXXXXXX</a:t>
            </a:r>
          </a:p>
          <a:p>
            <a:pPr defTabSz="1219170">
              <a:lnSpc>
                <a:spcPct val="150000"/>
              </a:lnSpc>
              <a:defRPr/>
            </a:pPr>
            <a:r>
              <a:rPr lang="es-ES" sz="2600" b="1" kern="0">
                <a:solidFill>
                  <a:srgbClr val="25252B"/>
                </a:solidFill>
                <a:latin typeface="Fahkwang"/>
                <a:ea typeface="Source Sans 3 Light"/>
                <a:cs typeface="Fahkwang"/>
              </a:rPr>
              <a:t>XXXXXXXXXX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C809802-AC9A-655F-E236-FE2B899E1EAB}"/>
              </a:ext>
            </a:extLst>
          </p:cNvPr>
          <p:cNvSpPr txBox="1"/>
          <p:nvPr/>
        </p:nvSpPr>
        <p:spPr>
          <a:xfrm>
            <a:off x="1171732" y="2146749"/>
            <a:ext cx="55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>
                <a:solidFill>
                  <a:srgbClr val="B04B36"/>
                </a:solidFill>
                <a:latin typeface="Fahkwang"/>
                <a:cs typeface="Fahkwang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ADDBF3-F9BA-CBEF-E635-D4D4BB15ADC3}"/>
              </a:ext>
            </a:extLst>
          </p:cNvPr>
          <p:cNvSpPr txBox="1"/>
          <p:nvPr/>
        </p:nvSpPr>
        <p:spPr>
          <a:xfrm>
            <a:off x="1171732" y="2767973"/>
            <a:ext cx="55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>
                <a:solidFill>
                  <a:srgbClr val="B04B36"/>
                </a:solidFill>
                <a:latin typeface="Fahkwang"/>
                <a:cs typeface="Fahkwang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6AEF87D-499D-838C-7B52-5AB5D84A7CD1}"/>
              </a:ext>
            </a:extLst>
          </p:cNvPr>
          <p:cNvSpPr txBox="1"/>
          <p:nvPr/>
        </p:nvSpPr>
        <p:spPr>
          <a:xfrm>
            <a:off x="1171732" y="3426167"/>
            <a:ext cx="55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>
                <a:solidFill>
                  <a:srgbClr val="B04B36"/>
                </a:solidFill>
                <a:latin typeface="Fahkwang"/>
                <a:cs typeface="Fahkwang"/>
              </a:rPr>
              <a:t>3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6CD436F-D5B8-48B9-958A-B40DB3DCD0D4}"/>
              </a:ext>
            </a:extLst>
          </p:cNvPr>
          <p:cNvSpPr txBox="1"/>
          <p:nvPr/>
        </p:nvSpPr>
        <p:spPr>
          <a:xfrm>
            <a:off x="1171732" y="4002889"/>
            <a:ext cx="55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>
                <a:solidFill>
                  <a:srgbClr val="B04B36"/>
                </a:solidFill>
                <a:latin typeface="Fahkwang"/>
                <a:cs typeface="Fahkwang"/>
              </a:rPr>
              <a:t>4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C1ACC96-A2A9-631B-5B19-1D5A5C32D7DF}"/>
              </a:ext>
            </a:extLst>
          </p:cNvPr>
          <p:cNvSpPr txBox="1"/>
          <p:nvPr/>
        </p:nvSpPr>
        <p:spPr>
          <a:xfrm>
            <a:off x="1171732" y="4605884"/>
            <a:ext cx="55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>
                <a:solidFill>
                  <a:srgbClr val="B04B36"/>
                </a:solidFill>
                <a:latin typeface="Fahkwang"/>
                <a:cs typeface="Fahkwang"/>
              </a:rPr>
              <a:t>5</a:t>
            </a:r>
          </a:p>
        </p:txBody>
      </p:sp>
      <p:cxnSp>
        <p:nvCxnSpPr>
          <p:cNvPr id="13" name="Google Shape;1016;p65">
            <a:extLst>
              <a:ext uri="{FF2B5EF4-FFF2-40B4-BE49-F238E27FC236}">
                <a16:creationId xmlns:a16="http://schemas.microsoft.com/office/drawing/2014/main" id="{28F49407-01DF-871D-650E-2C2E89E20708}"/>
              </a:ext>
            </a:extLst>
          </p:cNvPr>
          <p:cNvCxnSpPr>
            <a:cxnSpLocks/>
          </p:cNvCxnSpPr>
          <p:nvPr/>
        </p:nvCxnSpPr>
        <p:spPr>
          <a:xfrm>
            <a:off x="1945949" y="2340244"/>
            <a:ext cx="0" cy="4111737"/>
          </a:xfrm>
          <a:prstGeom prst="straightConnector1">
            <a:avLst/>
          </a:prstGeom>
          <a:noFill/>
          <a:ln w="50800" cap="flat" cmpd="sng">
            <a:solidFill>
              <a:srgbClr val="B04B3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AD55DE4-E557-8D05-F4A2-73610FAE3694}"/>
              </a:ext>
            </a:extLst>
          </p:cNvPr>
          <p:cNvSpPr txBox="1"/>
          <p:nvPr/>
        </p:nvSpPr>
        <p:spPr>
          <a:xfrm>
            <a:off x="1171732" y="5228722"/>
            <a:ext cx="552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>
                <a:solidFill>
                  <a:srgbClr val="B04B36"/>
                </a:solidFill>
                <a:latin typeface="Fahkwang"/>
                <a:cs typeface="Fahkwang"/>
              </a:rPr>
              <a:t>6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F33AE67-F04D-EC15-CFFA-E3C2BD263660}"/>
              </a:ext>
            </a:extLst>
          </p:cNvPr>
          <p:cNvSpPr txBox="1"/>
          <p:nvPr/>
        </p:nvSpPr>
        <p:spPr>
          <a:xfrm>
            <a:off x="1171731" y="5838321"/>
            <a:ext cx="55202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3600">
                <a:solidFill>
                  <a:srgbClr val="B04B36"/>
                </a:solidFill>
                <a:latin typeface="Fahkwang"/>
                <a:cs typeface="Fahkwang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27851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>
          <a:extLst>
            <a:ext uri="{FF2B5EF4-FFF2-40B4-BE49-F238E27FC236}">
              <a16:creationId xmlns:a16="http://schemas.microsoft.com/office/drawing/2014/main" id="{55B73C31-EB9F-70C3-52C1-1DD9BEC6F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00A264D-BA22-7821-8C3E-1298E77EF7B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642"/>
          <a:stretch/>
        </p:blipFill>
        <p:spPr>
          <a:xfrm>
            <a:off x="-16305" y="28642"/>
            <a:ext cx="12192000" cy="6858000"/>
          </a:xfrm>
          <a:prstGeom prst="rect">
            <a:avLst/>
          </a:prstGeom>
        </p:spPr>
      </p:pic>
      <p:sp>
        <p:nvSpPr>
          <p:cNvPr id="16" name="Google Shape;548;p57">
            <a:extLst>
              <a:ext uri="{FF2B5EF4-FFF2-40B4-BE49-F238E27FC236}">
                <a16:creationId xmlns:a16="http://schemas.microsoft.com/office/drawing/2014/main" id="{619A795E-562D-FC40-9156-C84886C1B471}"/>
              </a:ext>
            </a:extLst>
          </p:cNvPr>
          <p:cNvSpPr/>
          <p:nvPr/>
        </p:nvSpPr>
        <p:spPr>
          <a:xfrm>
            <a:off x="0" y="1"/>
            <a:ext cx="12192000" cy="1040780"/>
          </a:xfrm>
          <a:prstGeom prst="rect">
            <a:avLst/>
          </a:prstGeom>
          <a:solidFill>
            <a:srgbClr val="F0F1F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defRPr/>
            </a:pPr>
            <a:endParaRPr sz="2400">
              <a:solidFill>
                <a:prstClr val="black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" name="Forma libre 16">
            <a:extLst>
              <a:ext uri="{FF2B5EF4-FFF2-40B4-BE49-F238E27FC236}">
                <a16:creationId xmlns:a16="http://schemas.microsoft.com/office/drawing/2014/main" id="{D0A9CCF8-06D4-A35E-96ED-370D483F1E33}"/>
              </a:ext>
            </a:extLst>
          </p:cNvPr>
          <p:cNvSpPr/>
          <p:nvPr/>
        </p:nvSpPr>
        <p:spPr>
          <a:xfrm>
            <a:off x="-16305" y="346927"/>
            <a:ext cx="8881327" cy="6105053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4612501">
                <a:moveTo>
                  <a:pt x="7434" y="7652"/>
                </a:moveTo>
                <a:lnTo>
                  <a:pt x="0" y="4612501"/>
                </a:lnTo>
                <a:lnTo>
                  <a:pt x="4728116" y="4597523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rgbClr val="DDD9CF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s-E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" name="Google Shape;542;p56">
            <a:extLst>
              <a:ext uri="{FF2B5EF4-FFF2-40B4-BE49-F238E27FC236}">
                <a16:creationId xmlns:a16="http://schemas.microsoft.com/office/drawing/2014/main" id="{5530DC52-CDA9-D0F2-48C4-60DB26D9CCBC}"/>
              </a:ext>
            </a:extLst>
          </p:cNvPr>
          <p:cNvSpPr txBox="1">
            <a:spLocks/>
          </p:cNvSpPr>
          <p:nvPr/>
        </p:nvSpPr>
        <p:spPr>
          <a:xfrm>
            <a:off x="1694988" y="2301974"/>
            <a:ext cx="2785675" cy="641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algn="r" defTabSz="1219170">
              <a:lnSpc>
                <a:spcPct val="115000"/>
              </a:lnSpc>
              <a:spcBef>
                <a:spcPts val="133"/>
              </a:spcBef>
              <a:buClr>
                <a:srgbClr val="156082"/>
              </a:buClr>
              <a:buSzPts val="1100"/>
              <a:defRPr/>
            </a:pPr>
            <a:endParaRPr lang="es-ES" sz="3200">
              <a:solidFill>
                <a:srgbClr val="25252B"/>
              </a:solidFill>
              <a:latin typeface="Source Sans 3 Light"/>
              <a:ea typeface="Source Sans 3 Light"/>
              <a:cs typeface="Source Sans 3 Light"/>
              <a:sym typeface="Source Sans 3 Light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BB337B95-5004-047B-0E8D-B604DCEDE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3890" y="5874502"/>
            <a:ext cx="2045748" cy="577479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560B5480-BF33-6E1A-0B7D-CAA1C72D9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03414" y="388675"/>
            <a:ext cx="466223" cy="338067"/>
          </a:xfrm>
          <a:prstGeom prst="rect">
            <a:avLst/>
          </a:prstGeom>
        </p:spPr>
      </p:pic>
      <p:sp>
        <p:nvSpPr>
          <p:cNvPr id="21" name="Google Shape;542;p56">
            <a:extLst>
              <a:ext uri="{FF2B5EF4-FFF2-40B4-BE49-F238E27FC236}">
                <a16:creationId xmlns:a16="http://schemas.microsoft.com/office/drawing/2014/main" id="{EB9191CD-0743-6774-6A7D-72616B39E2E4}"/>
              </a:ext>
            </a:extLst>
          </p:cNvPr>
          <p:cNvSpPr txBox="1">
            <a:spLocks/>
          </p:cNvSpPr>
          <p:nvPr/>
        </p:nvSpPr>
        <p:spPr>
          <a:xfrm>
            <a:off x="822363" y="520389"/>
            <a:ext cx="6518792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16933" defTabSz="1219170">
              <a:lnSpc>
                <a:spcPct val="115000"/>
              </a:lnSpc>
              <a:spcBef>
                <a:spcPts val="800"/>
              </a:spcBef>
              <a:buClr>
                <a:srgbClr val="156082"/>
              </a:buClr>
              <a:buSzPts val="1100"/>
              <a:defRPr/>
            </a:pPr>
            <a:r>
              <a:rPr lang="es-ES" sz="1600" b="0">
                <a:solidFill>
                  <a:srgbClr val="25252B"/>
                </a:solidFill>
                <a:latin typeface="Fahkwang" pitchFamily="2" charset="-34"/>
                <a:ea typeface="Source Sans 3 Light"/>
                <a:cs typeface="Fahkwang" pitchFamily="2" charset="-34"/>
                <a:sym typeface="Source Sans 3 Light"/>
              </a:rPr>
              <a:t>TÍTULO SECCIÓN</a:t>
            </a:r>
            <a:br>
              <a:rPr lang="es-ES" sz="1600" b="0">
                <a:solidFill>
                  <a:srgbClr val="25252B"/>
                </a:solidFill>
                <a:latin typeface="Fahkwang" pitchFamily="2" charset="-34"/>
                <a:ea typeface="Source Sans 3 Light"/>
                <a:cs typeface="Fahkwang" pitchFamily="2" charset="-34"/>
                <a:sym typeface="Source Sans 3 Light"/>
              </a:rPr>
            </a:br>
            <a:endParaRPr lang="es-ES" sz="1600" b="0">
              <a:solidFill>
                <a:srgbClr val="25252B"/>
              </a:solidFill>
              <a:latin typeface="Source Sans 3 Light"/>
              <a:ea typeface="Source Sans 3 Light"/>
              <a:cs typeface="Source Sans 3 Light"/>
              <a:sym typeface="Source Sans 3 Light"/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0ED610D-7C6F-7D34-5A97-A8998920F277}"/>
              </a:ext>
            </a:extLst>
          </p:cNvPr>
          <p:cNvCxnSpPr>
            <a:cxnSpLocks/>
          </p:cNvCxnSpPr>
          <p:nvPr/>
        </p:nvCxnSpPr>
        <p:spPr>
          <a:xfrm>
            <a:off x="-16305" y="1032863"/>
            <a:ext cx="8607856" cy="0"/>
          </a:xfrm>
          <a:prstGeom prst="line">
            <a:avLst/>
          </a:prstGeom>
          <a:ln w="15875">
            <a:solidFill>
              <a:srgbClr val="F0F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DD387D9A-93D2-3263-9023-B03A9A4490F6}"/>
              </a:ext>
            </a:extLst>
          </p:cNvPr>
          <p:cNvSpPr txBox="1"/>
          <p:nvPr/>
        </p:nvSpPr>
        <p:spPr>
          <a:xfrm>
            <a:off x="928066" y="3357715"/>
            <a:ext cx="67191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/>
            </a:pPr>
            <a:r>
              <a:rPr lang="en" sz="4800" b="1">
                <a:latin typeface="Fahkwang"/>
                <a:cs typeface="Fahkwang"/>
                <a:sym typeface="Fahkwang"/>
              </a:rPr>
              <a:t>TÍTULO</a:t>
            </a:r>
            <a:endParaRPr lang="es-ES" sz="4800" b="1">
              <a:latin typeface="Fahkwang"/>
              <a:cs typeface="Fahkwang"/>
              <a:sym typeface="Fahkwang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E7F67E-F5B5-89FF-CBFD-31EFE9AF8EDF}"/>
              </a:ext>
            </a:extLst>
          </p:cNvPr>
          <p:cNvSpPr txBox="1"/>
          <p:nvPr/>
        </p:nvSpPr>
        <p:spPr>
          <a:xfrm>
            <a:off x="822363" y="1963681"/>
            <a:ext cx="5520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600">
                <a:solidFill>
                  <a:schemeClr val="bg1"/>
                </a:solidFill>
                <a:latin typeface="Fahkwang"/>
                <a:cs typeface="Fahkwang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7900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>
          <a:extLst>
            <a:ext uri="{FF2B5EF4-FFF2-40B4-BE49-F238E27FC236}">
              <a16:creationId xmlns:a16="http://schemas.microsoft.com/office/drawing/2014/main" id="{34F34BAD-42D9-5BF8-128D-D4438D2C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bre 8">
            <a:extLst>
              <a:ext uri="{FF2B5EF4-FFF2-40B4-BE49-F238E27FC236}">
                <a16:creationId xmlns:a16="http://schemas.microsoft.com/office/drawing/2014/main" id="{1F161551-95EB-2F40-8FFD-48CD0945691F}"/>
              </a:ext>
            </a:extLst>
          </p:cNvPr>
          <p:cNvSpPr/>
          <p:nvPr/>
        </p:nvSpPr>
        <p:spPr>
          <a:xfrm>
            <a:off x="-16305" y="346927"/>
            <a:ext cx="8881327" cy="6105053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4612501">
                <a:moveTo>
                  <a:pt x="7434" y="7652"/>
                </a:moveTo>
                <a:lnTo>
                  <a:pt x="0" y="4612501"/>
                </a:lnTo>
                <a:lnTo>
                  <a:pt x="4728116" y="4597523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rgbClr val="DDD9CF">
              <a:alpha val="3156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s-ES" sz="2400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2890070A-8FD0-FA47-9678-4374CB5D1C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3890" y="5874502"/>
            <a:ext cx="2045748" cy="577479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E3A12FD1-B909-4573-D4B8-0B57E51C96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0663" y="648564"/>
            <a:ext cx="868975" cy="630109"/>
          </a:xfrm>
          <a:prstGeom prst="rect">
            <a:avLst/>
          </a:prstGeom>
        </p:spPr>
      </p:pic>
      <p:sp>
        <p:nvSpPr>
          <p:cNvPr id="6" name="Google Shape;648;p67">
            <a:extLst>
              <a:ext uri="{FF2B5EF4-FFF2-40B4-BE49-F238E27FC236}">
                <a16:creationId xmlns:a16="http://schemas.microsoft.com/office/drawing/2014/main" id="{D8070DB4-DDB9-7CEF-F518-3C095C2EEACB}"/>
              </a:ext>
            </a:extLst>
          </p:cNvPr>
          <p:cNvSpPr txBox="1"/>
          <p:nvPr/>
        </p:nvSpPr>
        <p:spPr>
          <a:xfrm>
            <a:off x="1123235" y="3361271"/>
            <a:ext cx="7199189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342900" indent="-342900" defTabSz="121917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000" b="1">
                <a:solidFill>
                  <a:srgbClr val="25252B"/>
                </a:solidFill>
                <a:latin typeface="Fahkwang"/>
                <a:cs typeface="Fahkwang"/>
              </a:rPr>
              <a:t>Sección 1</a:t>
            </a:r>
            <a:endParaRPr lang="es-ES"/>
          </a:p>
          <a:p>
            <a:pPr defTabSz="1219170">
              <a:lnSpc>
                <a:spcPct val="150000"/>
              </a:lnSpc>
              <a:defRPr/>
            </a:pPr>
            <a:r>
              <a:rPr lang="es-ES" sz="2000" b="1" i="1">
                <a:solidFill>
                  <a:srgbClr val="25252B"/>
                </a:solidFill>
                <a:latin typeface="Fahkwang"/>
                <a:ea typeface="Source Sans 3 Light"/>
                <a:cs typeface="Fahkwang"/>
              </a:rPr>
              <a:t>     </a:t>
            </a:r>
            <a:r>
              <a:rPr lang="es-ES" sz="2000" i="1">
                <a:solidFill>
                  <a:srgbClr val="25252B"/>
                </a:solidFill>
                <a:latin typeface="Fahkwang"/>
                <a:ea typeface="Source Sans 3 Light"/>
                <a:cs typeface="Fahkwang"/>
              </a:rPr>
              <a:t>Subtítulo1</a:t>
            </a:r>
            <a:endParaRPr lang="es-ES" i="1"/>
          </a:p>
          <a:p>
            <a:pPr marL="342900" indent="-342900" defTabSz="121917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000" b="1">
                <a:solidFill>
                  <a:srgbClr val="25252B"/>
                </a:solidFill>
                <a:latin typeface="Fahkwang"/>
                <a:ea typeface="Source Sans 3 Light"/>
                <a:cs typeface="Fahkwang"/>
              </a:rPr>
              <a:t>Sección 2</a:t>
            </a:r>
          </a:p>
          <a:p>
            <a:pPr defTabSz="1219170">
              <a:lnSpc>
                <a:spcPct val="150000"/>
              </a:lnSpc>
              <a:defRPr/>
            </a:pPr>
            <a:r>
              <a:rPr lang="es-ES" sz="2000" b="1" i="1">
                <a:solidFill>
                  <a:srgbClr val="25252B"/>
                </a:solidFill>
                <a:latin typeface="Fahkwang"/>
                <a:ea typeface="Source Sans 3 Light"/>
                <a:cs typeface="Fahkwang"/>
              </a:rPr>
              <a:t>    </a:t>
            </a:r>
            <a:r>
              <a:rPr lang="es-ES" sz="2000" i="1">
                <a:solidFill>
                  <a:srgbClr val="25252B"/>
                </a:solidFill>
                <a:latin typeface="Fahkwang"/>
                <a:ea typeface="Source Sans 3 Light"/>
                <a:cs typeface="Fahkwang"/>
              </a:rPr>
              <a:t>Subtítulo 2</a:t>
            </a:r>
          </a:p>
          <a:p>
            <a:pPr marL="342900" indent="-342900" defTabSz="121917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000" b="1">
                <a:solidFill>
                  <a:srgbClr val="25252B"/>
                </a:solidFill>
                <a:latin typeface="Fahkwang"/>
                <a:ea typeface="Source Sans 3 Light"/>
                <a:cs typeface="Fahkwang"/>
              </a:rPr>
              <a:t>Sección 3</a:t>
            </a:r>
          </a:p>
          <a:p>
            <a:pPr marL="342900" indent="-342900" defTabSz="121917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2000" b="1">
                <a:solidFill>
                  <a:srgbClr val="25252B"/>
                </a:solidFill>
                <a:latin typeface="Fahkwang"/>
                <a:cs typeface="Fahkwang"/>
              </a:rPr>
              <a:t>Sección 4</a:t>
            </a:r>
          </a:p>
          <a:p>
            <a:pPr defTabSz="1219170">
              <a:lnSpc>
                <a:spcPct val="150000"/>
              </a:lnSpc>
              <a:defRPr/>
            </a:pPr>
            <a:endParaRPr lang="es-ES" sz="2000" b="1">
              <a:solidFill>
                <a:srgbClr val="25252B"/>
              </a:solidFill>
              <a:latin typeface="Fahkwang"/>
              <a:cs typeface="Fahkwang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AB28E15-1A58-651E-32BE-88F21764696F}"/>
              </a:ext>
            </a:extLst>
          </p:cNvPr>
          <p:cNvSpPr txBox="1"/>
          <p:nvPr/>
        </p:nvSpPr>
        <p:spPr>
          <a:xfrm>
            <a:off x="928066" y="921470"/>
            <a:ext cx="67191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/>
            </a:pPr>
            <a:r>
              <a:rPr lang="en" sz="4000" b="1">
                <a:solidFill>
                  <a:srgbClr val="B04B36"/>
                </a:solidFill>
                <a:latin typeface="Fahkwang"/>
                <a:cs typeface="Fahkwang"/>
                <a:sym typeface="Fahkwang"/>
              </a:rPr>
              <a:t>INDEX</a:t>
            </a:r>
          </a:p>
          <a:p>
            <a:pPr>
              <a:buFont typeface="Arial"/>
            </a:pPr>
            <a:r>
              <a:rPr lang="en" sz="4000" b="1">
                <a:solidFill>
                  <a:srgbClr val="B04B36"/>
                </a:solidFill>
                <a:latin typeface="Fahkwang"/>
                <a:cs typeface="Fahkwang"/>
                <a:sym typeface="Fahkwang"/>
              </a:rPr>
              <a:t>DE SECCIÓN</a:t>
            </a:r>
            <a:endParaRPr lang="es-ES" sz="4000" b="1">
              <a:solidFill>
                <a:srgbClr val="B04B36"/>
              </a:solidFill>
              <a:latin typeface="Fahkwang"/>
              <a:cs typeface="Fahkwang"/>
              <a:sym typeface="Fahkwang"/>
            </a:endParaRPr>
          </a:p>
        </p:txBody>
      </p:sp>
      <p:cxnSp>
        <p:nvCxnSpPr>
          <p:cNvPr id="3" name="Google Shape;1016;p65">
            <a:extLst>
              <a:ext uri="{FF2B5EF4-FFF2-40B4-BE49-F238E27FC236}">
                <a16:creationId xmlns:a16="http://schemas.microsoft.com/office/drawing/2014/main" id="{F53783FE-2E39-B805-7F6C-854FAF59E05D}"/>
              </a:ext>
            </a:extLst>
          </p:cNvPr>
          <p:cNvCxnSpPr>
            <a:cxnSpLocks/>
          </p:cNvCxnSpPr>
          <p:nvPr/>
        </p:nvCxnSpPr>
        <p:spPr>
          <a:xfrm>
            <a:off x="1109042" y="3113268"/>
            <a:ext cx="0" cy="3338713"/>
          </a:xfrm>
          <a:prstGeom prst="straightConnector1">
            <a:avLst/>
          </a:prstGeom>
          <a:noFill/>
          <a:ln w="50800" cap="flat" cmpd="sng">
            <a:solidFill>
              <a:srgbClr val="B04B36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69636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D"/>
        </a:solidFill>
        <a:effectLst/>
      </p:bgPr>
    </p:bg>
    <p:spTree>
      <p:nvGrpSpPr>
        <p:cNvPr id="1" name="Shape 997">
          <a:extLst>
            <a:ext uri="{FF2B5EF4-FFF2-40B4-BE49-F238E27FC236}">
              <a16:creationId xmlns:a16="http://schemas.microsoft.com/office/drawing/2014/main" id="{A90D3703-98EC-6E82-4E9E-9416F2D2A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pequeño, tabla, altavoz, par&#10;&#10;El contenido generado por IA puede ser incorrecto.">
            <a:extLst>
              <a:ext uri="{FF2B5EF4-FFF2-40B4-BE49-F238E27FC236}">
                <a16:creationId xmlns:a16="http://schemas.microsoft.com/office/drawing/2014/main" id="{61AC1353-F354-BD62-831E-12F181D6FD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10" r="3546" b="5161"/>
          <a:stretch>
            <a:fillRect/>
          </a:stretch>
        </p:blipFill>
        <p:spPr>
          <a:xfrm>
            <a:off x="97446" y="2791703"/>
            <a:ext cx="2971694" cy="3206074"/>
          </a:xfrm>
          <a:prstGeom prst="rect">
            <a:avLst/>
          </a:prstGeom>
          <a:solidFill>
            <a:srgbClr val="F1EFED"/>
          </a:solidFill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E6A3962-9FCA-EBBB-EAF2-345038001529}"/>
              </a:ext>
            </a:extLst>
          </p:cNvPr>
          <p:cNvSpPr/>
          <p:nvPr/>
        </p:nvSpPr>
        <p:spPr>
          <a:xfrm>
            <a:off x="3417215" y="1734243"/>
            <a:ext cx="8973034" cy="4808434"/>
          </a:xfrm>
          <a:prstGeom prst="rect">
            <a:avLst/>
          </a:prstGeom>
          <a:solidFill>
            <a:srgbClr val="C9C4B8">
              <a:alpha val="4373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FF57FCCF-DFD1-46CA-7A0E-E309549EA8F8}"/>
              </a:ext>
            </a:extLst>
          </p:cNvPr>
          <p:cNvSpPr/>
          <p:nvPr/>
        </p:nvSpPr>
        <p:spPr>
          <a:xfrm>
            <a:off x="-1226258" y="330308"/>
            <a:ext cx="6414114" cy="500482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6445404 w 6660995"/>
              <a:gd name="connsiteY2" fmla="*/ 516084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523573"/>
              <a:gd name="connsiteX1" fmla="*/ 0 w 6660995"/>
              <a:gd name="connsiteY1" fmla="*/ 523573 h 523573"/>
              <a:gd name="connsiteX2" fmla="*/ 6445404 w 6660995"/>
              <a:gd name="connsiteY2" fmla="*/ 516084 h 523573"/>
              <a:gd name="connsiteX3" fmla="*/ 6660995 w 6660995"/>
              <a:gd name="connsiteY3" fmla="*/ 0 h 523573"/>
              <a:gd name="connsiteX4" fmla="*/ 7434 w 6660995"/>
              <a:gd name="connsiteY4" fmla="*/ 7652 h 52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523573">
                <a:moveTo>
                  <a:pt x="7434" y="7652"/>
                </a:moveTo>
                <a:lnTo>
                  <a:pt x="0" y="523573"/>
                </a:lnTo>
                <a:lnTo>
                  <a:pt x="6445404" y="516084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rgbClr val="C9C4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93607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36" name="Gráfico 35">
            <a:extLst>
              <a:ext uri="{FF2B5EF4-FFF2-40B4-BE49-F238E27FC236}">
                <a16:creationId xmlns:a16="http://schemas.microsoft.com/office/drawing/2014/main" id="{C6558AE8-639B-2F65-28CF-2213CC116A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8248" y="315323"/>
            <a:ext cx="1399683" cy="39720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FEBDFFD-7515-AFF0-9D5A-D1317F4D0018}"/>
              </a:ext>
            </a:extLst>
          </p:cNvPr>
          <p:cNvSpPr txBox="1"/>
          <p:nvPr/>
        </p:nvSpPr>
        <p:spPr>
          <a:xfrm>
            <a:off x="665049" y="847017"/>
            <a:ext cx="10846909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200" b="1">
                <a:latin typeface="Fahkwang"/>
                <a:cs typeface="Fahkwang"/>
              </a:rPr>
              <a:t>Título </a:t>
            </a:r>
            <a:r>
              <a:rPr lang="es-ES" sz="3200" b="1" err="1">
                <a:latin typeface="Fahkwang"/>
                <a:cs typeface="Fahkwang"/>
              </a:rPr>
              <a:t>Slide</a:t>
            </a:r>
            <a:endParaRPr lang="es-ES" sz="3200" b="1">
              <a:latin typeface="Fahkwang"/>
              <a:cs typeface="Fahkwang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8CA89B6-CC28-EF8B-E9AA-562D15DA67AD}"/>
              </a:ext>
            </a:extLst>
          </p:cNvPr>
          <p:cNvSpPr txBox="1"/>
          <p:nvPr/>
        </p:nvSpPr>
        <p:spPr>
          <a:xfrm>
            <a:off x="4022902" y="1981630"/>
            <a:ext cx="8238011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914377">
              <a:buClr>
                <a:srgbClr val="6E8C37"/>
              </a:buClr>
              <a:defRPr/>
            </a:pPr>
            <a:r>
              <a:rPr lang="es-ES" sz="1600" b="1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Título</a:t>
            </a:r>
          </a:p>
          <a:p>
            <a:pPr marL="285750" indent="-285750" defTabSz="914377">
              <a:buFont typeface="Calibri"/>
              <a:buChar char="-"/>
              <a:defRPr/>
            </a:pPr>
            <a:r>
              <a:rPr lang="es-ES" sz="1400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Contenido</a:t>
            </a:r>
          </a:p>
          <a:p>
            <a:pPr marL="285750" indent="-285750" defTabSz="914377">
              <a:buFont typeface="Calibri"/>
              <a:buChar char="-"/>
              <a:defRPr/>
            </a:pPr>
            <a:r>
              <a:rPr lang="es-ES" sz="1400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Contenido</a:t>
            </a:r>
            <a:endParaRPr lang="es-ES" sz="1400">
              <a:solidFill>
                <a:prstClr val="black"/>
              </a:solidFill>
              <a:latin typeface="Aptos Light" panose="020B0004020202020204" pitchFamily="34" charset="0"/>
            </a:endParaRPr>
          </a:p>
          <a:p>
            <a:pPr marL="285750" indent="-285750" defTabSz="914377">
              <a:buFont typeface="Calibri"/>
              <a:buChar char="-"/>
              <a:defRPr/>
            </a:pPr>
            <a:r>
              <a:rPr lang="es-ES" sz="1400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Contenido</a:t>
            </a:r>
            <a:endParaRPr lang="es-ES" sz="1400">
              <a:solidFill>
                <a:prstClr val="black"/>
              </a:solidFill>
              <a:latin typeface="Aptos Light" panose="020B0004020202020204" pitchFamily="34" charset="0"/>
            </a:endParaRPr>
          </a:p>
          <a:p>
            <a:pPr marL="285750" indent="-285750" defTabSz="914377">
              <a:buFont typeface="Calibri"/>
              <a:buChar char="-"/>
              <a:defRPr/>
            </a:pPr>
            <a:endParaRPr lang="es-ES" sz="1400">
              <a:solidFill>
                <a:prstClr val="black"/>
              </a:solidFill>
              <a:latin typeface="Aptos Light" panose="020B00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A063FFA-885C-1B84-91FC-2658E90FF31E}"/>
              </a:ext>
            </a:extLst>
          </p:cNvPr>
          <p:cNvSpPr txBox="1"/>
          <p:nvPr/>
        </p:nvSpPr>
        <p:spPr>
          <a:xfrm>
            <a:off x="4013377" y="3113711"/>
            <a:ext cx="773121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914377">
              <a:buClr>
                <a:srgbClr val="6E8C37"/>
              </a:buClr>
              <a:defRPr/>
            </a:pPr>
            <a:r>
              <a:rPr lang="es-ES" sz="1600" b="1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Título</a:t>
            </a:r>
          </a:p>
          <a:p>
            <a:pPr marL="285750" indent="-285750" defTabSz="914377">
              <a:buFont typeface="Calibri"/>
              <a:buChar char="-"/>
              <a:defRPr/>
            </a:pPr>
            <a:r>
              <a:rPr lang="es-ES" sz="1400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Contenido</a:t>
            </a:r>
          </a:p>
          <a:p>
            <a:pPr marL="285750" indent="-285750" defTabSz="914377">
              <a:buFont typeface="Calibri"/>
              <a:buChar char="-"/>
              <a:defRPr/>
            </a:pPr>
            <a:r>
              <a:rPr lang="es-ES" sz="1400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Contenido</a:t>
            </a:r>
          </a:p>
          <a:p>
            <a:pPr marL="285750" indent="-285750" defTabSz="914377">
              <a:buFont typeface="Calibri"/>
              <a:buChar char="-"/>
              <a:defRPr/>
            </a:pPr>
            <a:r>
              <a:rPr lang="es-ES" sz="1400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Contenido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2F82E9E-F35F-1A3D-53F1-F960B7ECF46B}"/>
              </a:ext>
            </a:extLst>
          </p:cNvPr>
          <p:cNvSpPr txBox="1"/>
          <p:nvPr/>
        </p:nvSpPr>
        <p:spPr>
          <a:xfrm>
            <a:off x="4051477" y="5585066"/>
            <a:ext cx="9234466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914377">
              <a:buClr>
                <a:srgbClr val="6E8C37"/>
              </a:buClr>
              <a:defRPr/>
            </a:pPr>
            <a:r>
              <a:rPr lang="es-ES" sz="1600" b="1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Título</a:t>
            </a:r>
          </a:p>
          <a:p>
            <a:pPr marL="285750" indent="-285750" defTabSz="914377">
              <a:buFont typeface="Calibri"/>
              <a:buChar char="-"/>
              <a:defRPr/>
            </a:pPr>
            <a:r>
              <a:rPr lang="es-ES" sz="1400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Contenido</a:t>
            </a:r>
          </a:p>
          <a:p>
            <a:pPr marL="285750" indent="-285750" defTabSz="914377">
              <a:buFont typeface="Calibri"/>
              <a:buChar char="-"/>
              <a:defRPr/>
            </a:pPr>
            <a:r>
              <a:rPr lang="es-ES" sz="1400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Contenido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571E8C52-DC68-AF59-4E94-1B4F17BBDAF0}"/>
              </a:ext>
            </a:extLst>
          </p:cNvPr>
          <p:cNvSpPr txBox="1"/>
          <p:nvPr/>
        </p:nvSpPr>
        <p:spPr>
          <a:xfrm>
            <a:off x="2800" y="1571509"/>
            <a:ext cx="3150293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2800" b="1">
                <a:solidFill>
                  <a:srgbClr val="C2803B"/>
                </a:solidFill>
                <a:latin typeface="Fahkwang"/>
                <a:cs typeface="Fahkwang"/>
              </a:rPr>
              <a:t>Subtítulo</a:t>
            </a:r>
            <a:endParaRPr lang="es-ES" sz="2800">
              <a:solidFill>
                <a:srgbClr val="C2803B"/>
              </a:solidFill>
            </a:endParaRP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3D64E611-7197-A765-73A0-A82B7DE30C61}"/>
              </a:ext>
            </a:extLst>
          </p:cNvPr>
          <p:cNvSpPr/>
          <p:nvPr/>
        </p:nvSpPr>
        <p:spPr>
          <a:xfrm>
            <a:off x="3783253" y="3217002"/>
            <a:ext cx="168680" cy="168680"/>
          </a:xfrm>
          <a:prstGeom prst="ellipse">
            <a:avLst/>
          </a:prstGeom>
          <a:solidFill>
            <a:srgbClr val="C28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F61FB250-F9C1-1DB2-348A-53C73DD640C5}"/>
              </a:ext>
            </a:extLst>
          </p:cNvPr>
          <p:cNvSpPr/>
          <p:nvPr/>
        </p:nvSpPr>
        <p:spPr>
          <a:xfrm>
            <a:off x="3783253" y="2090392"/>
            <a:ext cx="168680" cy="168680"/>
          </a:xfrm>
          <a:prstGeom prst="ellipse">
            <a:avLst/>
          </a:prstGeom>
          <a:solidFill>
            <a:srgbClr val="C28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D9D00584-9053-1E86-9A17-D1FB2EF06421}"/>
              </a:ext>
            </a:extLst>
          </p:cNvPr>
          <p:cNvSpPr/>
          <p:nvPr/>
        </p:nvSpPr>
        <p:spPr>
          <a:xfrm>
            <a:off x="3773728" y="5687675"/>
            <a:ext cx="168680" cy="168680"/>
          </a:xfrm>
          <a:prstGeom prst="ellipse">
            <a:avLst/>
          </a:prstGeom>
          <a:solidFill>
            <a:srgbClr val="C28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43A5A2-2CA4-8BC7-26F5-B90086451CE5}"/>
              </a:ext>
            </a:extLst>
          </p:cNvPr>
          <p:cNvSpPr txBox="1"/>
          <p:nvPr/>
        </p:nvSpPr>
        <p:spPr>
          <a:xfrm>
            <a:off x="4032427" y="4218611"/>
            <a:ext cx="773121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914377">
              <a:buClr>
                <a:srgbClr val="6E8C37"/>
              </a:buClr>
              <a:defRPr/>
            </a:pPr>
            <a:r>
              <a:rPr lang="es-ES" sz="1600" b="1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Título</a:t>
            </a:r>
          </a:p>
          <a:p>
            <a:pPr marL="285750" indent="-285750" defTabSz="914377">
              <a:buFont typeface="Calibri"/>
              <a:buChar char="-"/>
              <a:defRPr/>
            </a:pPr>
            <a:r>
              <a:rPr lang="es-ES" sz="1400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Contenido</a:t>
            </a:r>
          </a:p>
          <a:p>
            <a:pPr marL="285750" indent="-285750" defTabSz="914377">
              <a:buFont typeface="Calibri"/>
              <a:buChar char="-"/>
              <a:defRPr/>
            </a:pPr>
            <a:r>
              <a:rPr lang="es-ES" sz="1400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Contenido</a:t>
            </a:r>
          </a:p>
          <a:p>
            <a:pPr marL="285750" indent="-285750" defTabSz="914377">
              <a:buFont typeface="Calibri"/>
              <a:buChar char="-"/>
              <a:defRPr/>
            </a:pPr>
            <a:r>
              <a:rPr lang="es-ES" sz="1400" kern="0">
                <a:solidFill>
                  <a:prstClr val="black"/>
                </a:solidFill>
                <a:latin typeface="Aptos Light" panose="020B0004020202020204" pitchFamily="34" charset="0"/>
                <a:ea typeface="Source Sans Pro"/>
                <a:cs typeface="Arial"/>
              </a:rPr>
              <a:t>Contenido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505714B-11C7-CA78-6E34-B0F66183521F}"/>
              </a:ext>
            </a:extLst>
          </p:cNvPr>
          <p:cNvSpPr/>
          <p:nvPr/>
        </p:nvSpPr>
        <p:spPr>
          <a:xfrm>
            <a:off x="3773728" y="4350477"/>
            <a:ext cx="168680" cy="168680"/>
          </a:xfrm>
          <a:prstGeom prst="ellipse">
            <a:avLst/>
          </a:prstGeom>
          <a:solidFill>
            <a:srgbClr val="C280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EFC9D70-0254-331A-7219-9CDE9E8ABD87}"/>
              </a:ext>
            </a:extLst>
          </p:cNvPr>
          <p:cNvSpPr txBox="1"/>
          <p:nvPr/>
        </p:nvSpPr>
        <p:spPr>
          <a:xfrm>
            <a:off x="564196" y="429552"/>
            <a:ext cx="6096000" cy="293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6510" defTabSz="1219170">
              <a:lnSpc>
                <a:spcPct val="115000"/>
              </a:lnSpc>
              <a:spcBef>
                <a:spcPts val="133"/>
              </a:spcBef>
              <a:buClr>
                <a:srgbClr val="000000"/>
              </a:buClr>
              <a:buSzPts val="1100"/>
              <a:defRPr/>
            </a:pPr>
            <a:r>
              <a:rPr lang="es-ES" sz="1200">
                <a:latin typeface="Fahkwang"/>
                <a:cs typeface="Fahkwang"/>
                <a:sym typeface="Fahkwang"/>
              </a:rPr>
              <a:t>TÍTULO SECCIÓN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5587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997">
          <a:extLst>
            <a:ext uri="{FF2B5EF4-FFF2-40B4-BE49-F238E27FC236}">
              <a16:creationId xmlns:a16="http://schemas.microsoft.com/office/drawing/2014/main" id="{15E99297-727B-35D1-B741-C5C64A97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10128306-668C-4356-2A28-23E4B3017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25" y="2448"/>
            <a:ext cx="12201525" cy="6853104"/>
          </a:xfrm>
          <a:prstGeom prst="rect">
            <a:avLst/>
          </a:prstGeom>
        </p:spPr>
      </p:pic>
      <p:sp>
        <p:nvSpPr>
          <p:cNvPr id="8" name="Forma libre 4">
            <a:extLst>
              <a:ext uri="{FF2B5EF4-FFF2-40B4-BE49-F238E27FC236}">
                <a16:creationId xmlns:a16="http://schemas.microsoft.com/office/drawing/2014/main" id="{88A44B78-073B-DB0C-F271-3DED07699804}"/>
              </a:ext>
            </a:extLst>
          </p:cNvPr>
          <p:cNvSpPr/>
          <p:nvPr/>
        </p:nvSpPr>
        <p:spPr>
          <a:xfrm>
            <a:off x="-1226258" y="332990"/>
            <a:ext cx="6414114" cy="500482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6445404 w 6660995"/>
              <a:gd name="connsiteY2" fmla="*/ 516084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523573"/>
              <a:gd name="connsiteX1" fmla="*/ 0 w 6660995"/>
              <a:gd name="connsiteY1" fmla="*/ 523573 h 523573"/>
              <a:gd name="connsiteX2" fmla="*/ 6445404 w 6660995"/>
              <a:gd name="connsiteY2" fmla="*/ 516084 h 523573"/>
              <a:gd name="connsiteX3" fmla="*/ 6660995 w 6660995"/>
              <a:gd name="connsiteY3" fmla="*/ 0 h 523573"/>
              <a:gd name="connsiteX4" fmla="*/ 7434 w 6660995"/>
              <a:gd name="connsiteY4" fmla="*/ 7652 h 52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523573">
                <a:moveTo>
                  <a:pt x="7434" y="7652"/>
                </a:moveTo>
                <a:lnTo>
                  <a:pt x="0" y="523573"/>
                </a:lnTo>
                <a:lnTo>
                  <a:pt x="6445404" y="516084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rgbClr val="C9C4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93607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36" name="Gráfico 35">
            <a:extLst>
              <a:ext uri="{FF2B5EF4-FFF2-40B4-BE49-F238E27FC236}">
                <a16:creationId xmlns:a16="http://schemas.microsoft.com/office/drawing/2014/main" id="{4A0B1CCF-DA5F-9ECA-1B48-5273DC5615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8248" y="315323"/>
            <a:ext cx="1399683" cy="397208"/>
          </a:xfrm>
          <a:prstGeom prst="rect">
            <a:avLst/>
          </a:prstGeo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98070EB-1A9F-5FF1-DBC4-69C71A693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083421"/>
              </p:ext>
            </p:extLst>
          </p:nvPr>
        </p:nvGraphicFramePr>
        <p:xfrm>
          <a:off x="208490" y="1007533"/>
          <a:ext cx="11825915" cy="56029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25598">
                  <a:extLst>
                    <a:ext uri="{9D8B030D-6E8A-4147-A177-3AD203B41FA5}">
                      <a16:colId xmlns:a16="http://schemas.microsoft.com/office/drawing/2014/main" val="1192637193"/>
                    </a:ext>
                  </a:extLst>
                </a:gridCol>
                <a:gridCol w="8800317">
                  <a:extLst>
                    <a:ext uri="{9D8B030D-6E8A-4147-A177-3AD203B41FA5}">
                      <a16:colId xmlns:a16="http://schemas.microsoft.com/office/drawing/2014/main" val="2468162935"/>
                    </a:ext>
                  </a:extLst>
                </a:gridCol>
              </a:tblGrid>
              <a:tr h="3386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b="1" kern="0">
                          <a:solidFill>
                            <a:prstClr val="black"/>
                          </a:solidFill>
                          <a:latin typeface="Source Sans Pro"/>
                          <a:ea typeface="Source Sans Pro"/>
                          <a:cs typeface="Arial"/>
                        </a:rPr>
                        <a:t>EJE ESTRATÉGICO</a:t>
                      </a:r>
                    </a:p>
                  </a:txBody>
                  <a:tcPr anchor="ctr">
                    <a:lnL w="57150">
                      <a:solidFill>
                        <a:schemeClr val="bg1"/>
                      </a:solidFill>
                    </a:lnL>
                    <a:lnR w="57150">
                      <a:solidFill>
                        <a:schemeClr val="bg1"/>
                      </a:solidFill>
                    </a:lnR>
                    <a:lnT w="57150">
                      <a:solidFill>
                        <a:schemeClr val="bg1"/>
                      </a:solidFill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b="1" kern="0">
                          <a:solidFill>
                            <a:prstClr val="black"/>
                          </a:solidFill>
                          <a:latin typeface="Source Sans Pro"/>
                          <a:ea typeface="Source Sans Pro"/>
                          <a:cs typeface="Arial"/>
                        </a:rPr>
                        <a:t>BATALLAS CLAVE 2026</a:t>
                      </a:r>
                    </a:p>
                  </a:txBody>
                  <a:tcPr anchor="ctr">
                    <a:lnL w="57150">
                      <a:solidFill>
                        <a:schemeClr val="bg1"/>
                      </a:solidFill>
                    </a:lnL>
                    <a:lnR w="57150">
                      <a:solidFill>
                        <a:schemeClr val="bg1"/>
                      </a:solidFill>
                    </a:lnR>
                    <a:lnT w="57150">
                      <a:solidFill>
                        <a:schemeClr val="bg1"/>
                      </a:solidFill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992659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s-ES" sz="2400" b="1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 </a:t>
                      </a:r>
                      <a:r>
                        <a:rPr lang="es-ES" sz="2000" b="1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1. </a:t>
                      </a:r>
                      <a:r>
                        <a:rPr lang="es-ES" sz="2000" b="0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CATEGORIA 1</a:t>
                      </a:r>
                      <a:endParaRPr lang="es-ES" sz="2000" b="0">
                        <a:solidFill>
                          <a:schemeClr val="bg1"/>
                        </a:solidFill>
                        <a:latin typeface="Aptos Light" panose="020B0004020202020204" pitchFamily="34" charset="0"/>
                      </a:endParaRPr>
                    </a:p>
                    <a:p>
                      <a:pPr lvl="2">
                        <a:buNone/>
                      </a:pPr>
                      <a:r>
                        <a:rPr lang="es-ES" sz="1400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Subtítulo</a:t>
                      </a:r>
                    </a:p>
                  </a:txBody>
                  <a:tcPr anchor="ctr">
                    <a:lnL w="57150">
                      <a:solidFill>
                        <a:schemeClr val="bg1"/>
                      </a:solidFill>
                    </a:lnL>
                    <a:lnR w="57150">
                      <a:solidFill>
                        <a:schemeClr val="bg1"/>
                      </a:solidFill>
                    </a:lnR>
                    <a:lnT w="57150">
                      <a:solidFill>
                        <a:schemeClr val="bg1"/>
                      </a:solidFill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rgbClr val="C280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8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  <a:p>
                      <a:pPr marL="0" lvl="0" indent="0" algn="l" defTabSz="914377" rtl="0" eaLnBrk="1" latinLnBrk="0" hangingPunct="1">
                        <a:buFont typeface="Calibri"/>
                        <a:buNone/>
                        <a:defRPr/>
                      </a:pPr>
                      <a:r>
                        <a:rPr lang="es-ES" sz="1400" kern="0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• </a:t>
                      </a:r>
                      <a:r>
                        <a:rPr lang="es-ES" sz="1400" kern="0" err="1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xxxxxxxxxxxxxxxxxxxxxxxxxxxx</a:t>
                      </a:r>
                      <a:endParaRPr lang="es-ES" sz="14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  <a:p>
                      <a:pPr marL="0" lvl="0" indent="0" algn="l" defTabSz="914377" rtl="0" eaLnBrk="1" latinLnBrk="0" hangingPunct="1">
                        <a:buFont typeface="Calibri"/>
                        <a:buNone/>
                        <a:defRPr/>
                      </a:pPr>
                      <a:r>
                        <a:rPr lang="es-ES" sz="1400" kern="0" noProof="0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• </a:t>
                      </a:r>
                      <a:r>
                        <a:rPr lang="es-ES" sz="1400" kern="0" noProof="0" err="1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xxxxxxxxxxxxxxxxxxxxxxxxxxxx</a:t>
                      </a:r>
                      <a:endParaRPr lang="es-ES" sz="1400" kern="0" noProof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  <a:p>
                      <a:pPr marL="0" lvl="0" indent="0" algn="l" defTabSz="914377" rtl="0" eaLnBrk="1" latinLnBrk="0" hangingPunct="1">
                        <a:buFont typeface="Calibri"/>
                        <a:buNone/>
                        <a:defRPr/>
                      </a:pPr>
                      <a:r>
                        <a:rPr lang="es-ES" sz="1400" kern="0" noProof="0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• </a:t>
                      </a:r>
                      <a:r>
                        <a:rPr lang="es-ES" sz="1400" kern="0" noProof="0" err="1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xxxxxxxxxxxxxxxxxxxxxxxxxxxx</a:t>
                      </a:r>
                      <a:endParaRPr lang="es-ES" sz="14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  <a:p>
                      <a:pPr marL="0" lvl="0" indent="0">
                        <a:buNone/>
                      </a:pPr>
                      <a:endParaRPr lang="es-ES" sz="1400" b="0" i="0" u="none" strike="noStrike" kern="0" noProof="0">
                        <a:solidFill>
                          <a:srgbClr val="000000"/>
                        </a:solidFill>
                        <a:latin typeface="Aptos Light" panose="020B0004020202020204" pitchFamily="34" charset="0"/>
                      </a:endParaRPr>
                    </a:p>
                  </a:txBody>
                  <a:tcPr anchor="ctr">
                    <a:lnL w="57150">
                      <a:solidFill>
                        <a:schemeClr val="bg1"/>
                      </a:solidFill>
                    </a:lnL>
                    <a:lnR w="57150">
                      <a:solidFill>
                        <a:schemeClr val="bg1"/>
                      </a:solidFill>
                    </a:lnR>
                    <a:lnT w="57150">
                      <a:solidFill>
                        <a:schemeClr val="bg1"/>
                      </a:solidFill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rgbClr val="E1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45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s-ES" sz="2000" b="1" kern="0" noProof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2. </a:t>
                      </a:r>
                      <a:r>
                        <a:rPr lang="es-ES" sz="2000" b="0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CATEGORIA 2</a:t>
                      </a:r>
                      <a:endParaRPr lang="es-ES" sz="2000" b="0">
                        <a:solidFill>
                          <a:schemeClr val="bg1"/>
                        </a:solidFill>
                        <a:latin typeface="Aptos Light" panose="020B0004020202020204" pitchFamily="34" charset="0"/>
                      </a:endParaRPr>
                    </a:p>
                    <a:p>
                      <a:pPr lvl="2">
                        <a:buNone/>
                      </a:pPr>
                      <a:r>
                        <a:rPr lang="es-ES" sz="1400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Subtítulo</a:t>
                      </a:r>
                    </a:p>
                  </a:txBody>
                  <a:tcPr anchor="ctr">
                    <a:lnL w="57150">
                      <a:solidFill>
                        <a:schemeClr val="bg1"/>
                      </a:solidFill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rgbClr val="C378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8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es-ES" sz="1400" kern="0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• </a:t>
                      </a:r>
                      <a:r>
                        <a:rPr lang="es-ES" sz="1400" kern="0" err="1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xxxxxxxxxxxxxxxxxxxxxxxxxxx</a:t>
                      </a:r>
                      <a:br>
                        <a:rPr lang="es-ES" sz="1400" kern="0">
                          <a:solidFill>
                            <a:srgbClr val="000000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</a:br>
                      <a:r>
                        <a:rPr lang="es-ES" sz="1400" kern="0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• </a:t>
                      </a:r>
                      <a:r>
                        <a:rPr lang="es-ES" sz="1400" b="0" kern="0" err="1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xxxxxxxxxxxxxxxxxxxxxxxxxxx</a:t>
                      </a:r>
                      <a:br>
                        <a:rPr lang="es-ES" sz="1400" i="1" kern="0">
                          <a:solidFill>
                            <a:srgbClr val="000000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</a:br>
                      <a:endParaRPr lang="es-ES" sz="8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>
                      <a:solidFill>
                        <a:schemeClr val="bg1"/>
                      </a:solidFill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rgbClr val="E1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72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s-ES" sz="2000" b="1" i="0" u="none" strike="noStrike" kern="0" noProof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3. </a:t>
                      </a:r>
                      <a:r>
                        <a:rPr lang="es-ES" sz="2000" b="0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CATEGORIA 3</a:t>
                      </a:r>
                      <a:endParaRPr lang="es-ES" sz="2000" b="0">
                        <a:solidFill>
                          <a:schemeClr val="bg1"/>
                        </a:solidFill>
                        <a:latin typeface="Aptos Light" panose="020B0004020202020204" pitchFamily="34" charset="0"/>
                      </a:endParaRPr>
                    </a:p>
                    <a:p>
                      <a:pPr lvl="2">
                        <a:buNone/>
                      </a:pPr>
                      <a:r>
                        <a:rPr lang="es-ES" sz="1400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Subtítulo</a:t>
                      </a:r>
                    </a:p>
                  </a:txBody>
                  <a:tcPr anchor="ctr">
                    <a:lnL w="57150">
                      <a:solidFill>
                        <a:schemeClr val="bg1"/>
                      </a:solidFill>
                    </a:lnL>
                    <a:lnR w="57150">
                      <a:solidFill>
                        <a:schemeClr val="bg1"/>
                      </a:solidFill>
                    </a:lnR>
                    <a:lnT w="57150">
                      <a:solidFill>
                        <a:schemeClr val="bg1"/>
                      </a:solidFill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rgbClr val="BFC4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8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es-ES" sz="1400" kern="0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• </a:t>
                      </a:r>
                      <a:r>
                        <a:rPr lang="es-ES" sz="1400" kern="0" err="1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xxxxxxxxxxxxxxxxxxxxxxxxxxx</a:t>
                      </a:r>
                      <a:br>
                        <a:rPr lang="es-ES" sz="1400" kern="0">
                          <a:solidFill>
                            <a:srgbClr val="000000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</a:br>
                      <a:r>
                        <a:rPr lang="es-ES" sz="1400" kern="0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• </a:t>
                      </a:r>
                      <a:r>
                        <a:rPr lang="es-ES" sz="1400" b="0" kern="0" err="1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xxxxxxxxxxxxxxxxxxxxxxxxxxx</a:t>
                      </a:r>
                      <a:br>
                        <a:rPr lang="es-ES" sz="1400" i="1" kern="0">
                          <a:solidFill>
                            <a:srgbClr val="000000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</a:br>
                      <a:r>
                        <a:rPr lang="es-ES" sz="1400" kern="0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• </a:t>
                      </a:r>
                      <a:r>
                        <a:rPr lang="es-ES" sz="1400" kern="0" err="1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xxxxxxxxxxxxxxxxxxxxxxxxxxx</a:t>
                      </a:r>
                      <a:endParaRPr lang="es-ES" sz="14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  <a:p>
                      <a:pPr lvl="0">
                        <a:buNone/>
                      </a:pPr>
                      <a:endParaRPr lang="es-ES" sz="14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</a:txBody>
                  <a:tcPr anchor="ctr">
                    <a:lnL w="57150">
                      <a:solidFill>
                        <a:schemeClr val="bg1"/>
                      </a:solidFill>
                    </a:lnL>
                    <a:lnR w="57150">
                      <a:solidFill>
                        <a:schemeClr val="bg1"/>
                      </a:solidFill>
                    </a:lnR>
                    <a:lnT w="57150">
                      <a:solidFill>
                        <a:schemeClr val="bg1"/>
                      </a:solidFill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rgbClr val="E1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384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s-ES" sz="2000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 </a:t>
                      </a:r>
                      <a:r>
                        <a:rPr lang="es-ES" sz="2000" b="1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4. </a:t>
                      </a:r>
                      <a:r>
                        <a:rPr lang="es-ES" sz="2000" b="0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CATEGORIA 4</a:t>
                      </a:r>
                      <a:endParaRPr lang="es-ES" sz="2000" b="0">
                        <a:solidFill>
                          <a:schemeClr val="bg1"/>
                        </a:solidFill>
                        <a:latin typeface="Aptos Light" panose="020B0004020202020204" pitchFamily="34" charset="0"/>
                      </a:endParaRPr>
                    </a:p>
                    <a:p>
                      <a:pPr lvl="2">
                        <a:buNone/>
                      </a:pPr>
                      <a:r>
                        <a:rPr lang="es-ES" sz="1400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Subtítulo</a:t>
                      </a:r>
                      <a:endParaRPr lang="es-ES" sz="2000" b="0" kern="0">
                        <a:solidFill>
                          <a:schemeClr val="bg1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</a:txBody>
                  <a:tcPr anchor="ctr">
                    <a:lnL w="57150">
                      <a:solidFill>
                        <a:schemeClr val="bg1"/>
                      </a:solidFill>
                    </a:lnL>
                    <a:lnR w="57150">
                      <a:solidFill>
                        <a:schemeClr val="bg1"/>
                      </a:solidFill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rgbClr val="7F8768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s-ES" sz="8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es-ES" sz="1400" kern="0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• </a:t>
                      </a:r>
                      <a:r>
                        <a:rPr lang="es-ES" sz="1400" kern="0" err="1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xxxxxxxxxxxxxxxxxxxxxxxxxxx</a:t>
                      </a:r>
                      <a:br>
                        <a:rPr lang="es-ES" sz="1400" kern="0">
                          <a:solidFill>
                            <a:srgbClr val="000000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</a:br>
                      <a:r>
                        <a:rPr lang="es-ES" sz="1400" kern="0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• </a:t>
                      </a:r>
                      <a:r>
                        <a:rPr lang="es-ES" sz="1400" b="0" kern="0" err="1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xxxxxxxxxxxxxxxxxxxxxxxxxxx</a:t>
                      </a:r>
                      <a:endParaRPr lang="es-ES" sz="1400" b="0" i="1" kern="0">
                        <a:solidFill>
                          <a:srgbClr val="000000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  <a:p>
                      <a:pPr lvl="0">
                        <a:buNone/>
                      </a:pPr>
                      <a:endParaRPr lang="es-ES" sz="14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</a:txBody>
                  <a:tcPr anchor="ctr">
                    <a:lnL w="57150">
                      <a:solidFill>
                        <a:schemeClr val="bg1"/>
                      </a:solidFill>
                    </a:lnL>
                    <a:lnR w="57150">
                      <a:solidFill>
                        <a:schemeClr val="bg1"/>
                      </a:solidFill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rgbClr val="E1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601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s-ES" sz="2000" b="1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 5. </a:t>
                      </a:r>
                      <a:r>
                        <a:rPr lang="es-ES" sz="2000" b="0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CATEGORIA 5</a:t>
                      </a:r>
                      <a:endParaRPr lang="es-ES" sz="2000" b="0">
                        <a:solidFill>
                          <a:schemeClr val="bg1"/>
                        </a:solidFill>
                        <a:latin typeface="Aptos Light" panose="020B0004020202020204" pitchFamily="34" charset="0"/>
                      </a:endParaRPr>
                    </a:p>
                    <a:p>
                      <a:pPr lvl="2">
                        <a:buNone/>
                      </a:pPr>
                      <a:r>
                        <a:rPr lang="es-ES" sz="1400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Subtítulo</a:t>
                      </a:r>
                    </a:p>
                  </a:txBody>
                  <a:tcPr anchor="ctr">
                    <a:lnL w="57150">
                      <a:solidFill>
                        <a:schemeClr val="bg1"/>
                      </a:solidFill>
                    </a:lnL>
                    <a:lnR w="57150">
                      <a:solidFill>
                        <a:schemeClr val="bg1"/>
                      </a:solidFill>
                    </a:lnR>
                    <a:lnT w="57150">
                      <a:solidFill>
                        <a:schemeClr val="bg1"/>
                      </a:solidFill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rgbClr val="D2A0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8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es-ES" sz="1400" kern="0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• </a:t>
                      </a:r>
                      <a:r>
                        <a:rPr lang="es-ES" sz="1400" kern="0" err="1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xxxxxxxxxxxxxxxxxxxxxxxxxxx</a:t>
                      </a:r>
                      <a:endParaRPr lang="es-ES" sz="1400" kern="0">
                        <a:solidFill>
                          <a:srgbClr val="000000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  <a:p>
                      <a:pPr lvl="0">
                        <a:buNone/>
                      </a:pPr>
                      <a:endParaRPr lang="es-ES" sz="14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</a:txBody>
                  <a:tcPr anchor="ctr">
                    <a:lnL w="57150">
                      <a:solidFill>
                        <a:schemeClr val="bg1"/>
                      </a:solidFill>
                    </a:lnL>
                    <a:lnR w="57150">
                      <a:solidFill>
                        <a:schemeClr val="bg1"/>
                      </a:solidFill>
                    </a:lnR>
                    <a:lnT w="57150">
                      <a:solidFill>
                        <a:schemeClr val="bg1"/>
                      </a:solidFill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rgbClr val="E1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552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s-ES" sz="2000" b="1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 6. </a:t>
                      </a:r>
                      <a:r>
                        <a:rPr lang="es-ES" sz="2000" b="0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CATEGORIA 6</a:t>
                      </a:r>
                      <a:endParaRPr lang="es-ES" sz="2000" b="0">
                        <a:solidFill>
                          <a:schemeClr val="bg1"/>
                        </a:solidFill>
                        <a:latin typeface="Aptos Light" panose="020B0004020202020204" pitchFamily="34" charset="0"/>
                      </a:endParaRPr>
                    </a:p>
                    <a:p>
                      <a:pPr lvl="2">
                        <a:buNone/>
                      </a:pPr>
                      <a:r>
                        <a:rPr lang="es-ES" sz="1400" kern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Subtítulo</a:t>
                      </a:r>
                    </a:p>
                  </a:txBody>
                  <a:tcPr anchor="ctr">
                    <a:lnL w="57150">
                      <a:solidFill>
                        <a:schemeClr val="bg1"/>
                      </a:solidFill>
                    </a:lnL>
                    <a:lnR w="57150">
                      <a:solidFill>
                        <a:schemeClr val="bg1"/>
                      </a:solidFill>
                    </a:lnR>
                    <a:lnT w="57150">
                      <a:solidFill>
                        <a:schemeClr val="bg1"/>
                      </a:solidFill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rgbClr val="C1A5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8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es-ES" sz="1400" kern="0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• </a:t>
                      </a:r>
                      <a:r>
                        <a:rPr lang="es-ES" sz="1400" kern="0" err="1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xxxxxxxxxxxxxxxxxxxxxxxxxxx</a:t>
                      </a:r>
                      <a:br>
                        <a:rPr lang="es-ES" sz="1400" kern="0">
                          <a:solidFill>
                            <a:srgbClr val="000000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</a:br>
                      <a:r>
                        <a:rPr lang="es-ES" sz="1400" kern="0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• </a:t>
                      </a:r>
                      <a:r>
                        <a:rPr lang="es-ES" sz="1400" b="0" kern="0" err="1">
                          <a:solidFill>
                            <a:prstClr val="black"/>
                          </a:solidFill>
                          <a:latin typeface="Aptos Light" panose="020B0004020202020204" pitchFamily="34" charset="0"/>
                          <a:ea typeface="Source Sans Pro"/>
                          <a:cs typeface="Arial"/>
                        </a:rPr>
                        <a:t>xxxxxxxxxxxxxxxxxxxxxxxxxxx</a:t>
                      </a:r>
                      <a:endParaRPr lang="es-ES" sz="1400" b="0" i="1" kern="0">
                        <a:solidFill>
                          <a:srgbClr val="000000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  <a:p>
                      <a:pPr lvl="0">
                        <a:buNone/>
                      </a:pPr>
                      <a:endParaRPr lang="es-ES" sz="1400" kern="0">
                        <a:solidFill>
                          <a:prstClr val="black"/>
                        </a:solidFill>
                        <a:latin typeface="Aptos Light" panose="020B0004020202020204" pitchFamily="34" charset="0"/>
                        <a:ea typeface="Source Sans Pro"/>
                        <a:cs typeface="Arial"/>
                      </a:endParaRPr>
                    </a:p>
                  </a:txBody>
                  <a:tcPr anchor="ctr">
                    <a:lnL w="57150">
                      <a:solidFill>
                        <a:schemeClr val="bg1"/>
                      </a:solidFill>
                    </a:lnL>
                    <a:lnR w="57150">
                      <a:solidFill>
                        <a:schemeClr val="bg1"/>
                      </a:solidFill>
                    </a:lnR>
                    <a:lnT w="57150">
                      <a:solidFill>
                        <a:schemeClr val="bg1"/>
                      </a:solidFill>
                    </a:lnT>
                    <a:lnB w="57150">
                      <a:solidFill>
                        <a:schemeClr val="bg1"/>
                      </a:solidFill>
                    </a:lnB>
                    <a:solidFill>
                      <a:srgbClr val="E1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271923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08DAC488-C39E-2DAD-1E43-0B9E37529991}"/>
              </a:ext>
            </a:extLst>
          </p:cNvPr>
          <p:cNvSpPr txBox="1"/>
          <p:nvPr/>
        </p:nvSpPr>
        <p:spPr>
          <a:xfrm>
            <a:off x="564196" y="429552"/>
            <a:ext cx="6096000" cy="293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6510" defTabSz="1219170">
              <a:lnSpc>
                <a:spcPct val="115000"/>
              </a:lnSpc>
              <a:spcBef>
                <a:spcPts val="133"/>
              </a:spcBef>
              <a:buClr>
                <a:srgbClr val="000000"/>
              </a:buClr>
              <a:buSzPts val="1100"/>
              <a:defRPr/>
            </a:pPr>
            <a:r>
              <a:rPr lang="es-ES" sz="1200">
                <a:latin typeface="Fahkwang"/>
                <a:cs typeface="Fahkwang"/>
                <a:sym typeface="Fahkwang"/>
              </a:rPr>
              <a:t>TÍTULO SECCIÓN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362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>
          <a:extLst>
            <a:ext uri="{FF2B5EF4-FFF2-40B4-BE49-F238E27FC236}">
              <a16:creationId xmlns:a16="http://schemas.microsoft.com/office/drawing/2014/main" id="{DCA15793-B90E-3FE1-8CFC-312C9C61E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8">
            <a:extLst>
              <a:ext uri="{FF2B5EF4-FFF2-40B4-BE49-F238E27FC236}">
                <a16:creationId xmlns:a16="http://schemas.microsoft.com/office/drawing/2014/main" id="{E99E4D48-C01B-886D-6527-E999C86AA8D7}"/>
              </a:ext>
            </a:extLst>
          </p:cNvPr>
          <p:cNvSpPr/>
          <p:nvPr/>
        </p:nvSpPr>
        <p:spPr>
          <a:xfrm>
            <a:off x="379107" y="1432734"/>
            <a:ext cx="11635660" cy="413797"/>
          </a:xfrm>
          <a:prstGeom prst="roundRect">
            <a:avLst>
              <a:gd name="adj" fmla="val 0"/>
            </a:avLst>
          </a:prstGeom>
          <a:solidFill>
            <a:srgbClr val="7F8768"/>
          </a:solidFill>
          <a:ln w="25400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algn="ctr" defTabSz="914377">
              <a:defRPr/>
            </a:pPr>
            <a:r>
              <a:rPr lang="es-ES" sz="1400" kern="0">
                <a:solidFill>
                  <a:schemeClr val="bg1"/>
                </a:solidFill>
                <a:latin typeface="Aptos Light" panose="020B0004020202020204" pitchFamily="34" charset="0"/>
              </a:rPr>
              <a:t>SUBTÍTULO</a:t>
            </a:r>
          </a:p>
        </p:txBody>
      </p:sp>
      <p:sp>
        <p:nvSpPr>
          <p:cNvPr id="7" name="Rectángulo: esquinas redondeadas 9">
            <a:extLst>
              <a:ext uri="{FF2B5EF4-FFF2-40B4-BE49-F238E27FC236}">
                <a16:creationId xmlns:a16="http://schemas.microsoft.com/office/drawing/2014/main" id="{C26B123E-B66E-ED3C-D290-9D30E29732DC}"/>
              </a:ext>
            </a:extLst>
          </p:cNvPr>
          <p:cNvSpPr/>
          <p:nvPr/>
        </p:nvSpPr>
        <p:spPr>
          <a:xfrm>
            <a:off x="379108" y="2130684"/>
            <a:ext cx="1424192" cy="414806"/>
          </a:xfrm>
          <a:prstGeom prst="roundRect">
            <a:avLst>
              <a:gd name="adj" fmla="val 0"/>
            </a:avLst>
          </a:prstGeom>
          <a:solidFill>
            <a:srgbClr val="DDD9CF"/>
          </a:solidFill>
          <a:ln w="25400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s-ES" sz="1000" b="1" kern="0">
                <a:solidFill>
                  <a:srgbClr val="000000"/>
                </a:solidFill>
                <a:latin typeface="Aptos Light" panose="020B0004020202020204" pitchFamily="34" charset="0"/>
              </a:rPr>
              <a:t>CATEGORIA</a:t>
            </a:r>
          </a:p>
        </p:txBody>
      </p:sp>
      <p:sp>
        <p:nvSpPr>
          <p:cNvPr id="8" name="Rectángulo: esquinas redondeadas 15">
            <a:extLst>
              <a:ext uri="{FF2B5EF4-FFF2-40B4-BE49-F238E27FC236}">
                <a16:creationId xmlns:a16="http://schemas.microsoft.com/office/drawing/2014/main" id="{7B5DC14D-7332-B978-8C6B-6B8716914453}"/>
              </a:ext>
            </a:extLst>
          </p:cNvPr>
          <p:cNvSpPr/>
          <p:nvPr/>
        </p:nvSpPr>
        <p:spPr>
          <a:xfrm>
            <a:off x="379107" y="5097600"/>
            <a:ext cx="1405140" cy="381991"/>
          </a:xfrm>
          <a:prstGeom prst="roundRect">
            <a:avLst>
              <a:gd name="adj" fmla="val 0"/>
            </a:avLst>
          </a:prstGeom>
          <a:solidFill>
            <a:srgbClr val="DDD9CF"/>
          </a:solidFill>
          <a:ln w="25400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s-ES" sz="1000" b="1" kern="0">
                <a:solidFill>
                  <a:srgbClr val="000000"/>
                </a:solidFill>
                <a:latin typeface="Aptos Light" panose="020B0004020202020204" pitchFamily="34" charset="0"/>
              </a:rPr>
              <a:t>CATEGORIA</a:t>
            </a:r>
          </a:p>
        </p:txBody>
      </p:sp>
      <p:sp>
        <p:nvSpPr>
          <p:cNvPr id="9" name="Rectángulo: esquinas redondeadas 19">
            <a:extLst>
              <a:ext uri="{FF2B5EF4-FFF2-40B4-BE49-F238E27FC236}">
                <a16:creationId xmlns:a16="http://schemas.microsoft.com/office/drawing/2014/main" id="{21A4B91E-D0F6-C4D1-8C86-879E9B5079D2}"/>
              </a:ext>
            </a:extLst>
          </p:cNvPr>
          <p:cNvSpPr/>
          <p:nvPr/>
        </p:nvSpPr>
        <p:spPr>
          <a:xfrm>
            <a:off x="6352150" y="4327940"/>
            <a:ext cx="1405140" cy="374066"/>
          </a:xfrm>
          <a:prstGeom prst="roundRect">
            <a:avLst>
              <a:gd name="adj" fmla="val 0"/>
            </a:avLst>
          </a:prstGeom>
          <a:solidFill>
            <a:srgbClr val="DDD9CF"/>
          </a:solidFill>
          <a:ln w="25400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s-ES" sz="1000" b="1" kern="0">
                <a:solidFill>
                  <a:srgbClr val="000000"/>
                </a:solidFill>
                <a:latin typeface="Aptos Light" panose="020B0004020202020204" pitchFamily="34" charset="0"/>
              </a:rPr>
              <a:t>CATEGORIA</a:t>
            </a:r>
          </a:p>
        </p:txBody>
      </p:sp>
      <p:sp>
        <p:nvSpPr>
          <p:cNvPr id="10" name="Rectángulo: esquinas redondeadas 21">
            <a:extLst>
              <a:ext uri="{FF2B5EF4-FFF2-40B4-BE49-F238E27FC236}">
                <a16:creationId xmlns:a16="http://schemas.microsoft.com/office/drawing/2014/main" id="{05068C95-895F-C06D-8276-EADF65FF19A0}"/>
              </a:ext>
            </a:extLst>
          </p:cNvPr>
          <p:cNvSpPr/>
          <p:nvPr/>
        </p:nvSpPr>
        <p:spPr>
          <a:xfrm>
            <a:off x="6352149" y="5286898"/>
            <a:ext cx="1405140" cy="374066"/>
          </a:xfrm>
          <a:prstGeom prst="roundRect">
            <a:avLst>
              <a:gd name="adj" fmla="val 0"/>
            </a:avLst>
          </a:prstGeom>
          <a:solidFill>
            <a:srgbClr val="DDD9CF"/>
          </a:solidFill>
          <a:ln w="25400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s-ES" sz="1000" b="1" kern="0">
                <a:solidFill>
                  <a:srgbClr val="000000"/>
                </a:solidFill>
                <a:latin typeface="Aptos Light" panose="020B0004020202020204" pitchFamily="34" charset="0"/>
              </a:rPr>
              <a:t>CATEGORIA</a:t>
            </a:r>
          </a:p>
        </p:txBody>
      </p:sp>
      <p:sp>
        <p:nvSpPr>
          <p:cNvPr id="11" name="Tekstvak 6">
            <a:extLst>
              <a:ext uri="{FF2B5EF4-FFF2-40B4-BE49-F238E27FC236}">
                <a16:creationId xmlns:a16="http://schemas.microsoft.com/office/drawing/2014/main" id="{40C98788-DBDD-1CA1-1F3F-1336BD3F3BD2}"/>
              </a:ext>
            </a:extLst>
          </p:cNvPr>
          <p:cNvSpPr txBox="1"/>
          <p:nvPr/>
        </p:nvSpPr>
        <p:spPr>
          <a:xfrm>
            <a:off x="1545150" y="5011469"/>
            <a:ext cx="5008071" cy="620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914377">
              <a:buSzPct val="100000"/>
            </a:pPr>
            <a:endParaRPr lang="es-ES" sz="120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kstvak 6">
            <a:extLst>
              <a:ext uri="{FF2B5EF4-FFF2-40B4-BE49-F238E27FC236}">
                <a16:creationId xmlns:a16="http://schemas.microsoft.com/office/drawing/2014/main" id="{3F508EC7-6C8A-0BE4-2217-2F2CFF945BD8}"/>
              </a:ext>
            </a:extLst>
          </p:cNvPr>
          <p:cNvSpPr txBox="1"/>
          <p:nvPr/>
        </p:nvSpPr>
        <p:spPr>
          <a:xfrm>
            <a:off x="7757289" y="3229515"/>
            <a:ext cx="4434711" cy="67535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s-ES" sz="1200">
              <a:latin typeface="Aptos Light" panose="020B00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: esquinas redondeadas 24">
            <a:extLst>
              <a:ext uri="{FF2B5EF4-FFF2-40B4-BE49-F238E27FC236}">
                <a16:creationId xmlns:a16="http://schemas.microsoft.com/office/drawing/2014/main" id="{2F18C670-BE9A-004F-F778-854E004D0737}"/>
              </a:ext>
            </a:extLst>
          </p:cNvPr>
          <p:cNvSpPr/>
          <p:nvPr/>
        </p:nvSpPr>
        <p:spPr>
          <a:xfrm>
            <a:off x="6352150" y="3296563"/>
            <a:ext cx="1405140" cy="367448"/>
          </a:xfrm>
          <a:prstGeom prst="roundRect">
            <a:avLst>
              <a:gd name="adj" fmla="val 0"/>
            </a:avLst>
          </a:prstGeom>
          <a:solidFill>
            <a:srgbClr val="DDD9CF"/>
          </a:solidFill>
          <a:ln w="25400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s-ES" sz="1000" b="1" kern="0">
                <a:solidFill>
                  <a:srgbClr val="000000"/>
                </a:solidFill>
                <a:latin typeface="Aptos Light" panose="020B0004020202020204" pitchFamily="34" charset="0"/>
              </a:rPr>
              <a:t>CATEGORIA</a:t>
            </a:r>
          </a:p>
        </p:txBody>
      </p:sp>
      <p:sp>
        <p:nvSpPr>
          <p:cNvPr id="14" name="Rectángulo: esquinas redondeadas 4">
            <a:extLst>
              <a:ext uri="{FF2B5EF4-FFF2-40B4-BE49-F238E27FC236}">
                <a16:creationId xmlns:a16="http://schemas.microsoft.com/office/drawing/2014/main" id="{4A1B00DE-5732-F1AE-69EF-86598020B720}"/>
              </a:ext>
            </a:extLst>
          </p:cNvPr>
          <p:cNvSpPr/>
          <p:nvPr/>
        </p:nvSpPr>
        <p:spPr>
          <a:xfrm>
            <a:off x="379108" y="2880053"/>
            <a:ext cx="1424193" cy="414806"/>
          </a:xfrm>
          <a:prstGeom prst="roundRect">
            <a:avLst>
              <a:gd name="adj" fmla="val 0"/>
            </a:avLst>
          </a:prstGeom>
          <a:solidFill>
            <a:srgbClr val="DDD9CF"/>
          </a:solidFill>
          <a:ln w="25400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s-ES" sz="1000" b="1" kern="0">
                <a:solidFill>
                  <a:srgbClr val="000000"/>
                </a:solidFill>
                <a:latin typeface="Aptos Light" panose="020B0004020202020204" pitchFamily="34" charset="0"/>
              </a:rPr>
              <a:t>CATEGORIA</a:t>
            </a:r>
          </a:p>
        </p:txBody>
      </p:sp>
      <p:sp>
        <p:nvSpPr>
          <p:cNvPr id="15" name="Rectángulo: esquinas redondeadas 24">
            <a:extLst>
              <a:ext uri="{FF2B5EF4-FFF2-40B4-BE49-F238E27FC236}">
                <a16:creationId xmlns:a16="http://schemas.microsoft.com/office/drawing/2014/main" id="{14FA31DC-6C11-8B20-F010-BE03E36BABE6}"/>
              </a:ext>
            </a:extLst>
          </p:cNvPr>
          <p:cNvSpPr/>
          <p:nvPr/>
        </p:nvSpPr>
        <p:spPr>
          <a:xfrm>
            <a:off x="6352150" y="2167210"/>
            <a:ext cx="1405140" cy="378280"/>
          </a:xfrm>
          <a:prstGeom prst="roundRect">
            <a:avLst>
              <a:gd name="adj" fmla="val 0"/>
            </a:avLst>
          </a:prstGeom>
          <a:solidFill>
            <a:srgbClr val="DDD9CF"/>
          </a:solidFill>
          <a:ln w="25400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s-ES" sz="1000" b="1" kern="0">
                <a:solidFill>
                  <a:srgbClr val="000000"/>
                </a:solidFill>
                <a:latin typeface="Aptos Light" panose="020B0004020202020204" pitchFamily="34" charset="0"/>
              </a:rPr>
              <a:t>CATEGORIA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617B991-F19B-E128-15EB-1A3ABB085925}"/>
              </a:ext>
            </a:extLst>
          </p:cNvPr>
          <p:cNvSpPr/>
          <p:nvPr/>
        </p:nvSpPr>
        <p:spPr>
          <a:xfrm>
            <a:off x="379107" y="3924359"/>
            <a:ext cx="1424192" cy="457610"/>
          </a:xfrm>
          <a:prstGeom prst="roundRect">
            <a:avLst>
              <a:gd name="adj" fmla="val 0"/>
            </a:avLst>
          </a:prstGeom>
          <a:solidFill>
            <a:srgbClr val="DDD9CF"/>
          </a:solidFill>
          <a:ln w="25400" cap="flat" cmpd="sng" algn="ctr">
            <a:solidFill>
              <a:sysClr val="window" lastClr="FFFFFF">
                <a:lumMod val="9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s-ES" sz="1000" b="1" kern="0">
                <a:solidFill>
                  <a:srgbClr val="000000"/>
                </a:solidFill>
                <a:latin typeface="Aptos Light" panose="020B0004020202020204" pitchFamily="34" charset="0"/>
              </a:rPr>
              <a:t>CATEGORIA</a:t>
            </a:r>
          </a:p>
        </p:txBody>
      </p:sp>
      <p:sp>
        <p:nvSpPr>
          <p:cNvPr id="17" name="Tekstvak 6">
            <a:extLst>
              <a:ext uri="{FF2B5EF4-FFF2-40B4-BE49-F238E27FC236}">
                <a16:creationId xmlns:a16="http://schemas.microsoft.com/office/drawing/2014/main" id="{5EFB39CC-B772-A278-7CAE-C5814D3397E1}"/>
              </a:ext>
            </a:extLst>
          </p:cNvPr>
          <p:cNvSpPr txBox="1"/>
          <p:nvPr/>
        </p:nvSpPr>
        <p:spPr>
          <a:xfrm>
            <a:off x="7757289" y="4293333"/>
            <a:ext cx="4055601" cy="620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s-ES" sz="1200">
              <a:latin typeface="Aptos Light" panose="020B00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kstvak 6">
            <a:extLst>
              <a:ext uri="{FF2B5EF4-FFF2-40B4-BE49-F238E27FC236}">
                <a16:creationId xmlns:a16="http://schemas.microsoft.com/office/drawing/2014/main" id="{80B18CE1-230A-C4C7-716A-CDD295CA2BA2}"/>
              </a:ext>
            </a:extLst>
          </p:cNvPr>
          <p:cNvSpPr txBox="1"/>
          <p:nvPr/>
        </p:nvSpPr>
        <p:spPr>
          <a:xfrm>
            <a:off x="7757289" y="2129572"/>
            <a:ext cx="4430673" cy="60117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</p:txBody>
      </p:sp>
      <p:sp>
        <p:nvSpPr>
          <p:cNvPr id="19" name="Tekstvak 6">
            <a:extLst>
              <a:ext uri="{FF2B5EF4-FFF2-40B4-BE49-F238E27FC236}">
                <a16:creationId xmlns:a16="http://schemas.microsoft.com/office/drawing/2014/main" id="{04BB3067-63A7-2F58-CAFE-47EBECD6083F}"/>
              </a:ext>
            </a:extLst>
          </p:cNvPr>
          <p:cNvSpPr txBox="1"/>
          <p:nvPr/>
        </p:nvSpPr>
        <p:spPr>
          <a:xfrm>
            <a:off x="1803297" y="3904868"/>
            <a:ext cx="4132439" cy="620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s-ES" sz="1200">
              <a:latin typeface="Aptos Light" panose="020B00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kstvak 6">
            <a:extLst>
              <a:ext uri="{FF2B5EF4-FFF2-40B4-BE49-F238E27FC236}">
                <a16:creationId xmlns:a16="http://schemas.microsoft.com/office/drawing/2014/main" id="{F973638E-627A-7D67-7EA7-6DE1F69C25D2}"/>
              </a:ext>
            </a:extLst>
          </p:cNvPr>
          <p:cNvSpPr txBox="1"/>
          <p:nvPr/>
        </p:nvSpPr>
        <p:spPr>
          <a:xfrm>
            <a:off x="1803297" y="2798267"/>
            <a:ext cx="4286844" cy="620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defTabSz="914377">
              <a:buClr>
                <a:schemeClr val="tx1"/>
              </a:buClr>
              <a:buSzPct val="100000"/>
            </a:pPr>
            <a:endParaRPr lang="es-ES" sz="1200">
              <a:latin typeface="Aptos Light" panose="020B00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kstvak 6">
            <a:extLst>
              <a:ext uri="{FF2B5EF4-FFF2-40B4-BE49-F238E27FC236}">
                <a16:creationId xmlns:a16="http://schemas.microsoft.com/office/drawing/2014/main" id="{DA64C9BC-5772-1598-3921-08354646ECB9}"/>
              </a:ext>
            </a:extLst>
          </p:cNvPr>
          <p:cNvSpPr txBox="1"/>
          <p:nvPr/>
        </p:nvSpPr>
        <p:spPr>
          <a:xfrm>
            <a:off x="1803298" y="2104779"/>
            <a:ext cx="4286844" cy="620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</p:txBody>
      </p:sp>
      <p:sp>
        <p:nvSpPr>
          <p:cNvPr id="22" name="Tekstvak 6">
            <a:extLst>
              <a:ext uri="{FF2B5EF4-FFF2-40B4-BE49-F238E27FC236}">
                <a16:creationId xmlns:a16="http://schemas.microsoft.com/office/drawing/2014/main" id="{08FDF51F-A2F5-4D3B-71C0-B25CF589B358}"/>
              </a:ext>
            </a:extLst>
          </p:cNvPr>
          <p:cNvSpPr txBox="1"/>
          <p:nvPr/>
        </p:nvSpPr>
        <p:spPr>
          <a:xfrm>
            <a:off x="1803297" y="5011469"/>
            <a:ext cx="4286844" cy="620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s-ES" sz="1200">
              <a:latin typeface="Aptos Light" panose="020B00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kstvak 6">
            <a:extLst>
              <a:ext uri="{FF2B5EF4-FFF2-40B4-BE49-F238E27FC236}">
                <a16:creationId xmlns:a16="http://schemas.microsoft.com/office/drawing/2014/main" id="{2C0D9E00-B1DB-A305-843F-61CC32B7FEFE}"/>
              </a:ext>
            </a:extLst>
          </p:cNvPr>
          <p:cNvSpPr txBox="1"/>
          <p:nvPr/>
        </p:nvSpPr>
        <p:spPr>
          <a:xfrm>
            <a:off x="7841956" y="5018486"/>
            <a:ext cx="4434711" cy="68487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171450" indent="-171450" defTabSz="914377" fontAlgn="base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s-ES" sz="1200">
              <a:latin typeface="Aptos Light" panose="020B00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SzPct val="100000"/>
              <a:buFont typeface="Arial" panose="020B0604020202020204" pitchFamily="34" charset="0"/>
              <a:buChar char="•"/>
            </a:pPr>
            <a:r>
              <a:rPr lang="es-ES" sz="1200" err="1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</a:t>
            </a: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 fontAlgn="base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s-ES" sz="120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171450" indent="-171450" defTabSz="914377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s-ES" sz="1200">
              <a:latin typeface="Aptos Light" panose="020B00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171450" indent="-171450" defTabSz="914377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s-ES" sz="1200">
              <a:latin typeface="Aptos Light" panose="020B00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AFCCCD82-C807-0D75-E5F4-BD370E309B95}"/>
              </a:ext>
            </a:extLst>
          </p:cNvPr>
          <p:cNvSpPr/>
          <p:nvPr/>
        </p:nvSpPr>
        <p:spPr>
          <a:xfrm>
            <a:off x="-1226258" y="332990"/>
            <a:ext cx="6414114" cy="500482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6445404 w 6660995"/>
              <a:gd name="connsiteY2" fmla="*/ 516084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523573"/>
              <a:gd name="connsiteX1" fmla="*/ 0 w 6660995"/>
              <a:gd name="connsiteY1" fmla="*/ 523573 h 523573"/>
              <a:gd name="connsiteX2" fmla="*/ 6445404 w 6660995"/>
              <a:gd name="connsiteY2" fmla="*/ 516084 h 523573"/>
              <a:gd name="connsiteX3" fmla="*/ 6660995 w 6660995"/>
              <a:gd name="connsiteY3" fmla="*/ 0 h 523573"/>
              <a:gd name="connsiteX4" fmla="*/ 7434 w 6660995"/>
              <a:gd name="connsiteY4" fmla="*/ 7652 h 52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523573">
                <a:moveTo>
                  <a:pt x="7434" y="7652"/>
                </a:moveTo>
                <a:lnTo>
                  <a:pt x="0" y="523573"/>
                </a:lnTo>
                <a:lnTo>
                  <a:pt x="6445404" y="516084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rgbClr val="C9C4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93607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24AA29D-924A-5F09-C6CE-E7B4451E91B5}"/>
              </a:ext>
            </a:extLst>
          </p:cNvPr>
          <p:cNvSpPr txBox="1"/>
          <p:nvPr/>
        </p:nvSpPr>
        <p:spPr>
          <a:xfrm>
            <a:off x="665049" y="847017"/>
            <a:ext cx="7170259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200" b="1">
                <a:latin typeface="Fahkwang"/>
                <a:cs typeface="Fahkwang"/>
              </a:rPr>
              <a:t>Título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D383D32-941C-5320-5C63-7F3C34103F27}"/>
              </a:ext>
            </a:extLst>
          </p:cNvPr>
          <p:cNvCxnSpPr>
            <a:cxnSpLocks/>
          </p:cNvCxnSpPr>
          <p:nvPr/>
        </p:nvCxnSpPr>
        <p:spPr>
          <a:xfrm>
            <a:off x="6169975" y="2167210"/>
            <a:ext cx="0" cy="4303332"/>
          </a:xfrm>
          <a:prstGeom prst="line">
            <a:avLst/>
          </a:prstGeom>
          <a:ln w="12700">
            <a:solidFill>
              <a:srgbClr val="C9C4B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áfico 1">
            <a:extLst>
              <a:ext uri="{FF2B5EF4-FFF2-40B4-BE49-F238E27FC236}">
                <a16:creationId xmlns:a16="http://schemas.microsoft.com/office/drawing/2014/main" id="{92550B02-02E3-28BF-868C-D8A4EADB3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247" y="315323"/>
            <a:ext cx="1399683" cy="39720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968BBF0-C544-95C8-30AE-3C5F1B19CA9B}"/>
              </a:ext>
            </a:extLst>
          </p:cNvPr>
          <p:cNvSpPr txBox="1"/>
          <p:nvPr/>
        </p:nvSpPr>
        <p:spPr>
          <a:xfrm>
            <a:off x="564196" y="429552"/>
            <a:ext cx="6096000" cy="293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6510" defTabSz="1219170">
              <a:lnSpc>
                <a:spcPct val="115000"/>
              </a:lnSpc>
              <a:spcBef>
                <a:spcPts val="133"/>
              </a:spcBef>
              <a:buClr>
                <a:srgbClr val="000000"/>
              </a:buClr>
              <a:buSzPts val="1100"/>
              <a:defRPr/>
            </a:pPr>
            <a:r>
              <a:rPr lang="es-ES" sz="1200">
                <a:latin typeface="Fahkwang"/>
                <a:cs typeface="Fahkwang"/>
                <a:sym typeface="Fahkwang"/>
              </a:rPr>
              <a:t>TÍTULO SECCIÓN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8928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1DD0BAF6-3544-E160-37C3-6CEAE40C303D}"/>
              </a:ext>
            </a:extLst>
          </p:cNvPr>
          <p:cNvSpPr/>
          <p:nvPr/>
        </p:nvSpPr>
        <p:spPr>
          <a:xfrm>
            <a:off x="-40804" y="0"/>
            <a:ext cx="6181173" cy="6858000"/>
          </a:xfrm>
          <a:prstGeom prst="rect">
            <a:avLst/>
          </a:prstGeom>
          <a:solidFill>
            <a:srgbClr val="C9C4B8">
              <a:alpha val="51120"/>
            </a:srgbClr>
          </a:solidFill>
          <a:ln w="1121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013C67B4-0B4C-880A-4B6A-E04BA485E986}"/>
              </a:ext>
            </a:extLst>
          </p:cNvPr>
          <p:cNvSpPr/>
          <p:nvPr/>
        </p:nvSpPr>
        <p:spPr>
          <a:xfrm>
            <a:off x="-1226258" y="332990"/>
            <a:ext cx="6414114" cy="500482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6445404 w 6660995"/>
              <a:gd name="connsiteY2" fmla="*/ 516084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523573"/>
              <a:gd name="connsiteX1" fmla="*/ 0 w 6660995"/>
              <a:gd name="connsiteY1" fmla="*/ 523573 h 523573"/>
              <a:gd name="connsiteX2" fmla="*/ 6445404 w 6660995"/>
              <a:gd name="connsiteY2" fmla="*/ 516084 h 523573"/>
              <a:gd name="connsiteX3" fmla="*/ 6660995 w 6660995"/>
              <a:gd name="connsiteY3" fmla="*/ 0 h 523573"/>
              <a:gd name="connsiteX4" fmla="*/ 7434 w 6660995"/>
              <a:gd name="connsiteY4" fmla="*/ 7652 h 52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523573">
                <a:moveTo>
                  <a:pt x="7434" y="7652"/>
                </a:moveTo>
                <a:lnTo>
                  <a:pt x="0" y="523573"/>
                </a:lnTo>
                <a:lnTo>
                  <a:pt x="6445404" y="516084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chemeClr val="bg1">
              <a:alpha val="3485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93607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8700B39-ABFE-7870-F333-827C6536F5D0}"/>
              </a:ext>
            </a:extLst>
          </p:cNvPr>
          <p:cNvSpPr txBox="1"/>
          <p:nvPr/>
        </p:nvSpPr>
        <p:spPr>
          <a:xfrm>
            <a:off x="665048" y="993048"/>
            <a:ext cx="524192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200" b="1">
                <a:latin typeface="Fahkwang"/>
                <a:cs typeface="Fahkwang"/>
              </a:rPr>
              <a:t>Título</a:t>
            </a:r>
            <a:endParaRPr lang="es-ES">
              <a:latin typeface="Fahkwang"/>
              <a:cs typeface="Fahkwang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93F4911-8CF4-5955-5AB9-76F8B3324FE8}"/>
              </a:ext>
            </a:extLst>
          </p:cNvPr>
          <p:cNvSpPr txBox="1"/>
          <p:nvPr/>
        </p:nvSpPr>
        <p:spPr>
          <a:xfrm>
            <a:off x="361499" y="1834286"/>
            <a:ext cx="4715326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608965" lvl="1" defTabSz="1219170">
              <a:buClr>
                <a:srgbClr val="6E8C37"/>
              </a:buClr>
              <a:defRPr/>
            </a:pPr>
            <a:r>
              <a:rPr lang="es-ES" sz="1600" kern="0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.</a:t>
            </a:r>
          </a:p>
          <a:p>
            <a:pPr marL="608965" lvl="1" defTabSz="1219170">
              <a:buClr>
                <a:srgbClr val="6E8C37"/>
              </a:buClr>
              <a:defRPr/>
            </a:pPr>
            <a:r>
              <a:rPr lang="es-ES" sz="1600" kern="0" err="1">
                <a:latin typeface="Aptos Light" panose="020B0004020202020204" pitchFamily="34" charset="0"/>
                <a:ea typeface="Source Sans Pro"/>
                <a:cs typeface="Arial"/>
              </a:rPr>
              <a:t>Xxxxxxxxxxxx</a:t>
            </a:r>
            <a:r>
              <a:rPr lang="es-ES" sz="1600" kern="0">
                <a:latin typeface="Aptos Light" panose="020B0004020202020204" pitchFamily="34" charset="0"/>
                <a:ea typeface="Source Sans Pro"/>
                <a:cs typeface="Arial"/>
              </a:rPr>
              <a:t>.</a:t>
            </a:r>
          </a:p>
          <a:p>
            <a:pPr marL="608965" lvl="1" defTabSz="1219170">
              <a:buClr>
                <a:srgbClr val="6E8C37"/>
              </a:buClr>
              <a:defRPr/>
            </a:pPr>
            <a:endParaRPr lang="es-ES" sz="1600" kern="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608965" lvl="1" defTabSz="1219170">
              <a:buClr>
                <a:srgbClr val="6E8C37"/>
              </a:buClr>
              <a:defRPr/>
            </a:pPr>
            <a:endParaRPr lang="es-ES" sz="1600" kern="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608965" lvl="1" defTabSz="1219170">
              <a:buClr>
                <a:srgbClr val="6E8C37"/>
              </a:buClr>
              <a:defRPr/>
            </a:pPr>
            <a:endParaRPr lang="es-ES" sz="1600" kern="0">
              <a:latin typeface="Aptos Light" panose="020B0004020202020204" pitchFamily="34" charset="0"/>
              <a:ea typeface="Source Sans Pro"/>
              <a:cs typeface="Arial"/>
            </a:endParaRPr>
          </a:p>
          <a:p>
            <a:pPr marL="608965" lvl="1" defTabSz="1219170">
              <a:buClr>
                <a:srgbClr val="6E8C37"/>
              </a:buClr>
              <a:defRPr/>
            </a:pPr>
            <a:r>
              <a:rPr lang="es-ES" sz="1600" kern="0">
                <a:latin typeface="Aptos Light" panose="020B0004020202020204" pitchFamily="34" charset="0"/>
                <a:ea typeface="Source Sans Pro"/>
                <a:cs typeface="Arial"/>
              </a:rPr>
              <a:t>xxxxxxxxxxxxxxxxxxxxxxxxxxxxxxxxxxxxxxxxxxxxxxxxxxxxxxxxxxxxxxxxxxxxxxxxxxxxxxxxxxxxxxxxxxxxxxxxxxxxxxxxxxxxxxxxxxxxxxxxxxxxxxxxxxxxxxxxxxxxxxxxxxxxxxxxxxxxxxxxxxxxxxxxxxx.</a:t>
            </a:r>
            <a:endParaRPr lang="es-ES">
              <a:latin typeface="Aptos Light" panose="020B0004020202020204" pitchFamily="34" charset="0"/>
            </a:endParaRPr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75AC0D86-D786-D071-1DB5-ED396A459075}"/>
              </a:ext>
            </a:extLst>
          </p:cNvPr>
          <p:cNvGrpSpPr/>
          <p:nvPr/>
        </p:nvGrpSpPr>
        <p:grpSpPr>
          <a:xfrm>
            <a:off x="6893105" y="1531199"/>
            <a:ext cx="2323124" cy="3590043"/>
            <a:chOff x="8317784" y="262193"/>
            <a:chExt cx="1285508" cy="2915409"/>
          </a:xfrm>
        </p:grpSpPr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7391E50E-144B-B760-8720-D1AE052F3327}"/>
                </a:ext>
              </a:extLst>
            </p:cNvPr>
            <p:cNvGrpSpPr/>
            <p:nvPr/>
          </p:nvGrpSpPr>
          <p:grpSpPr>
            <a:xfrm>
              <a:off x="8439803" y="1398092"/>
              <a:ext cx="1163489" cy="1779510"/>
              <a:chOff x="8534399" y="1498210"/>
              <a:chExt cx="1257520" cy="1923330"/>
            </a:xfrm>
          </p:grpSpPr>
          <p:grpSp>
            <p:nvGrpSpPr>
              <p:cNvPr id="36" name="Grupo 35">
                <a:extLst>
                  <a:ext uri="{FF2B5EF4-FFF2-40B4-BE49-F238E27FC236}">
                    <a16:creationId xmlns:a16="http://schemas.microsoft.com/office/drawing/2014/main" id="{5165E23B-BCD9-3801-3319-DF984AA749C2}"/>
                  </a:ext>
                </a:extLst>
              </p:cNvPr>
              <p:cNvGrpSpPr/>
              <p:nvPr/>
            </p:nvGrpSpPr>
            <p:grpSpPr>
              <a:xfrm>
                <a:off x="8587605" y="1498210"/>
                <a:ext cx="1204314" cy="1841679"/>
                <a:chOff x="8571351" y="1250131"/>
                <a:chExt cx="1376217" cy="2104557"/>
              </a:xfrm>
            </p:grpSpPr>
            <p:grpSp>
              <p:nvGrpSpPr>
                <p:cNvPr id="12" name="Grupo 11">
                  <a:extLst>
                    <a:ext uri="{FF2B5EF4-FFF2-40B4-BE49-F238E27FC236}">
                      <a16:creationId xmlns:a16="http://schemas.microsoft.com/office/drawing/2014/main" id="{9D2CC271-79F5-8512-35A9-D3FDB4B218CC}"/>
                    </a:ext>
                  </a:extLst>
                </p:cNvPr>
                <p:cNvGrpSpPr/>
                <p:nvPr/>
              </p:nvGrpSpPr>
              <p:grpSpPr>
                <a:xfrm>
                  <a:off x="8571351" y="1250131"/>
                  <a:ext cx="1376217" cy="2104557"/>
                  <a:chOff x="1653309" y="1069092"/>
                  <a:chExt cx="1616364" cy="2471795"/>
                </a:xfrm>
                <a:solidFill>
                  <a:schemeClr val="bg1"/>
                </a:solidFill>
              </p:grpSpPr>
              <p:sp>
                <p:nvSpPr>
                  <p:cNvPr id="6" name="Rectángulo 5">
                    <a:extLst>
                      <a:ext uri="{FF2B5EF4-FFF2-40B4-BE49-F238E27FC236}">
                        <a16:creationId xmlns:a16="http://schemas.microsoft.com/office/drawing/2014/main" id="{9718AA92-1479-5696-5666-85B747254723}"/>
                      </a:ext>
                    </a:extLst>
                  </p:cNvPr>
                  <p:cNvSpPr/>
                  <p:nvPr/>
                </p:nvSpPr>
                <p:spPr>
                  <a:xfrm>
                    <a:off x="1653309" y="2109421"/>
                    <a:ext cx="452582" cy="1431466"/>
                  </a:xfrm>
                  <a:prstGeom prst="rect">
                    <a:avLst/>
                  </a:prstGeom>
                  <a:solidFill>
                    <a:srgbClr val="7F876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endParaRPr lang="es-ES">
                      <a:solidFill>
                        <a:srgbClr val="EFECE9"/>
                      </a:solidFill>
                    </a:endParaRPr>
                  </a:p>
                </p:txBody>
              </p:sp>
              <p:sp>
                <p:nvSpPr>
                  <p:cNvPr id="7" name="Rectángulo 6">
                    <a:extLst>
                      <a:ext uri="{FF2B5EF4-FFF2-40B4-BE49-F238E27FC236}">
                        <a16:creationId xmlns:a16="http://schemas.microsoft.com/office/drawing/2014/main" id="{F6E26E1F-5F6F-D4D5-E2A9-15A312ACC18A}"/>
                      </a:ext>
                    </a:extLst>
                  </p:cNvPr>
                  <p:cNvSpPr/>
                  <p:nvPr/>
                </p:nvSpPr>
                <p:spPr>
                  <a:xfrm>
                    <a:off x="2235200" y="1184944"/>
                    <a:ext cx="452582" cy="2346037"/>
                  </a:xfrm>
                  <a:prstGeom prst="rect">
                    <a:avLst/>
                  </a:prstGeom>
                  <a:solidFill>
                    <a:srgbClr val="BFC4B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endParaRPr lang="es-ES">
                      <a:solidFill>
                        <a:srgbClr val="EFECE9"/>
                      </a:solidFill>
                    </a:endParaRPr>
                  </a:p>
                </p:txBody>
              </p:sp>
              <p:sp>
                <p:nvSpPr>
                  <p:cNvPr id="8" name="Rectángulo 7">
                    <a:extLst>
                      <a:ext uri="{FF2B5EF4-FFF2-40B4-BE49-F238E27FC236}">
                        <a16:creationId xmlns:a16="http://schemas.microsoft.com/office/drawing/2014/main" id="{F7DCD1E3-62F4-7332-E88E-6E68DAB5D9D3}"/>
                      </a:ext>
                    </a:extLst>
                  </p:cNvPr>
                  <p:cNvSpPr/>
                  <p:nvPr/>
                </p:nvSpPr>
                <p:spPr>
                  <a:xfrm>
                    <a:off x="2817091" y="1069092"/>
                    <a:ext cx="452582" cy="246188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endParaRPr lang="es-ES">
                      <a:solidFill>
                        <a:srgbClr val="EFECE9"/>
                      </a:solidFill>
                    </a:endParaRPr>
                  </a:p>
                </p:txBody>
              </p:sp>
            </p:grpSp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CD782498-4AD5-BFA1-E06C-E4718AF3194B}"/>
                    </a:ext>
                  </a:extLst>
                </p:cNvPr>
                <p:cNvSpPr txBox="1"/>
                <p:nvPr/>
              </p:nvSpPr>
              <p:spPr>
                <a:xfrm rot="16200000">
                  <a:off x="7956398" y="2413802"/>
                  <a:ext cx="1615246" cy="21034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r>
                    <a:rPr lang="es-ES" sz="1400">
                      <a:solidFill>
                        <a:srgbClr val="EFECE9"/>
                      </a:solidFill>
                      <a:latin typeface="Source Sans Pro"/>
                      <a:ea typeface="Source Sans Pro"/>
                      <a:cs typeface="Fahkwang"/>
                    </a:rPr>
                    <a:t>DATOS</a:t>
                  </a:r>
                </a:p>
              </p:txBody>
            </p:sp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0430F1B4-E919-BEA2-1E23-B73D46418A85}"/>
                    </a:ext>
                  </a:extLst>
                </p:cNvPr>
                <p:cNvSpPr txBox="1"/>
                <p:nvPr/>
              </p:nvSpPr>
              <p:spPr>
                <a:xfrm rot="16200000">
                  <a:off x="8451475" y="2413803"/>
                  <a:ext cx="1615246" cy="21034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/>
                <a:p>
                  <a:r>
                    <a:rPr lang="es-ES" sz="1400">
                      <a:solidFill>
                        <a:srgbClr val="EFECE9"/>
                      </a:solidFill>
                      <a:latin typeface="Source Sans Pro"/>
                      <a:ea typeface="Source Sans Pro"/>
                      <a:cs typeface="Fahkwang"/>
                    </a:rPr>
                    <a:t>DATOS</a:t>
                  </a:r>
                </a:p>
              </p:txBody>
            </p:sp>
          </p:grpSp>
          <p:sp>
            <p:nvSpPr>
              <p:cNvPr id="37" name="Forma libre: forma 36">
                <a:extLst>
                  <a:ext uri="{FF2B5EF4-FFF2-40B4-BE49-F238E27FC236}">
                    <a16:creationId xmlns:a16="http://schemas.microsoft.com/office/drawing/2014/main" id="{9AE543C8-12A2-8157-0CA9-FC1160A73A43}"/>
                  </a:ext>
                </a:extLst>
              </p:cNvPr>
              <p:cNvSpPr/>
              <p:nvPr/>
            </p:nvSpPr>
            <p:spPr>
              <a:xfrm>
                <a:off x="8534399" y="3316245"/>
                <a:ext cx="870065" cy="105295"/>
              </a:xfrm>
              <a:custGeom>
                <a:avLst/>
                <a:gdLst>
                  <a:gd name="connsiteX0" fmla="*/ 0 w 1219200"/>
                  <a:gd name="connsiteY0" fmla="*/ 11083 h 116378"/>
                  <a:gd name="connsiteX1" fmla="*/ 0 w 1219200"/>
                  <a:gd name="connsiteY1" fmla="*/ 116378 h 116378"/>
                  <a:gd name="connsiteX2" fmla="*/ 870065 w 1219200"/>
                  <a:gd name="connsiteY2" fmla="*/ 116378 h 116378"/>
                  <a:gd name="connsiteX3" fmla="*/ 870065 w 1219200"/>
                  <a:gd name="connsiteY3" fmla="*/ 16625 h 116378"/>
                  <a:gd name="connsiteX4" fmla="*/ 1219200 w 1219200"/>
                  <a:gd name="connsiteY4" fmla="*/ 0 h 116378"/>
                  <a:gd name="connsiteX0" fmla="*/ 0 w 870065"/>
                  <a:gd name="connsiteY0" fmla="*/ 0 h 105295"/>
                  <a:gd name="connsiteX1" fmla="*/ 0 w 870065"/>
                  <a:gd name="connsiteY1" fmla="*/ 105295 h 105295"/>
                  <a:gd name="connsiteX2" fmla="*/ 870065 w 870065"/>
                  <a:gd name="connsiteY2" fmla="*/ 105295 h 105295"/>
                  <a:gd name="connsiteX3" fmla="*/ 870065 w 870065"/>
                  <a:gd name="connsiteY3" fmla="*/ 5542 h 105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0065" h="105295">
                    <a:moveTo>
                      <a:pt x="0" y="0"/>
                    </a:moveTo>
                    <a:lnTo>
                      <a:pt x="0" y="105295"/>
                    </a:lnTo>
                    <a:lnTo>
                      <a:pt x="870065" y="105295"/>
                    </a:lnTo>
                    <a:lnTo>
                      <a:pt x="870065" y="5542"/>
                    </a:lnTo>
                  </a:path>
                </a:pathLst>
              </a:custGeom>
              <a:noFill/>
              <a:ln w="12700">
                <a:solidFill>
                  <a:srgbClr val="67633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s-ES">
                  <a:solidFill>
                    <a:srgbClr val="EFECE9"/>
                  </a:solidFill>
                </a:endParaRPr>
              </a:p>
            </p:txBody>
          </p:sp>
        </p:grp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85893A42-2763-5EA2-032B-517F236B1A8D}"/>
                </a:ext>
              </a:extLst>
            </p:cNvPr>
            <p:cNvSpPr txBox="1"/>
            <p:nvPr/>
          </p:nvSpPr>
          <p:spPr>
            <a:xfrm>
              <a:off x="8317784" y="262193"/>
              <a:ext cx="1069242" cy="249940"/>
            </a:xfrm>
            <a:prstGeom prst="rect">
              <a:avLst/>
            </a:prstGeom>
            <a:solidFill>
              <a:srgbClr val="D6D3CD"/>
            </a:solidFill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s-ES" sz="1400" b="1">
                  <a:solidFill>
                    <a:srgbClr val="000000"/>
                  </a:solidFill>
                </a:rPr>
                <a:t>CATEGORÍA</a:t>
              </a:r>
              <a:endParaRPr lang="es-ES" sz="1400" b="1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6BFB2018-731F-EC7A-E7B6-7324CCA6D2A0}"/>
              </a:ext>
            </a:extLst>
          </p:cNvPr>
          <p:cNvGrpSpPr/>
          <p:nvPr/>
        </p:nvGrpSpPr>
        <p:grpSpPr>
          <a:xfrm>
            <a:off x="9549700" y="1526509"/>
            <a:ext cx="2192778" cy="3573694"/>
            <a:chOff x="8364569" y="3753489"/>
            <a:chExt cx="1058570" cy="2294585"/>
          </a:xfrm>
        </p:grpSpPr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D320343B-39EB-6585-8D58-E8F13E9C4B09}"/>
                </a:ext>
              </a:extLst>
            </p:cNvPr>
            <p:cNvGrpSpPr/>
            <p:nvPr/>
          </p:nvGrpSpPr>
          <p:grpSpPr>
            <a:xfrm>
              <a:off x="8429966" y="4850112"/>
              <a:ext cx="805003" cy="1197962"/>
              <a:chOff x="8534399" y="4846980"/>
              <a:chExt cx="870065" cy="1294781"/>
            </a:xfrm>
          </p:grpSpPr>
          <p:grpSp>
            <p:nvGrpSpPr>
              <p:cNvPr id="35" name="Grupo 34">
                <a:extLst>
                  <a:ext uri="{FF2B5EF4-FFF2-40B4-BE49-F238E27FC236}">
                    <a16:creationId xmlns:a16="http://schemas.microsoft.com/office/drawing/2014/main" id="{88AF3DD4-8806-7BFF-BB71-DEE8D7763EDD}"/>
                  </a:ext>
                </a:extLst>
              </p:cNvPr>
              <p:cNvGrpSpPr/>
              <p:nvPr/>
            </p:nvGrpSpPr>
            <p:grpSpPr>
              <a:xfrm>
                <a:off x="8590445" y="4846980"/>
                <a:ext cx="770761" cy="1221822"/>
                <a:chOff x="8571345" y="4656176"/>
                <a:chExt cx="880779" cy="1396223"/>
              </a:xfrm>
            </p:grpSpPr>
            <p:grpSp>
              <p:nvGrpSpPr>
                <p:cNvPr id="13" name="Grupo 12">
                  <a:extLst>
                    <a:ext uri="{FF2B5EF4-FFF2-40B4-BE49-F238E27FC236}">
                      <a16:creationId xmlns:a16="http://schemas.microsoft.com/office/drawing/2014/main" id="{EF34AD45-90E0-62B7-04B1-3D58CFDCA50D}"/>
                    </a:ext>
                  </a:extLst>
                </p:cNvPr>
                <p:cNvGrpSpPr/>
                <p:nvPr/>
              </p:nvGrpSpPr>
              <p:grpSpPr>
                <a:xfrm>
                  <a:off x="8571345" y="4656176"/>
                  <a:ext cx="880779" cy="1380149"/>
                  <a:chOff x="1653309" y="4600072"/>
                  <a:chExt cx="1034473" cy="1620981"/>
                </a:xfrm>
                <a:solidFill>
                  <a:schemeClr val="bg1"/>
                </a:solidFill>
              </p:grpSpPr>
              <p:sp>
                <p:nvSpPr>
                  <p:cNvPr id="9" name="Rectángulo 8">
                    <a:extLst>
                      <a:ext uri="{FF2B5EF4-FFF2-40B4-BE49-F238E27FC236}">
                        <a16:creationId xmlns:a16="http://schemas.microsoft.com/office/drawing/2014/main" id="{667BE3FD-78FC-A273-A4DC-674FF00182ED}"/>
                      </a:ext>
                    </a:extLst>
                  </p:cNvPr>
                  <p:cNvSpPr/>
                  <p:nvPr/>
                </p:nvSpPr>
                <p:spPr>
                  <a:xfrm>
                    <a:off x="1653309" y="4967389"/>
                    <a:ext cx="452582" cy="1253664"/>
                  </a:xfrm>
                  <a:prstGeom prst="rect">
                    <a:avLst/>
                  </a:prstGeom>
                  <a:solidFill>
                    <a:srgbClr val="A64C3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  <p:sp>
                <p:nvSpPr>
                  <p:cNvPr id="10" name="Rectángulo 9">
                    <a:extLst>
                      <a:ext uri="{FF2B5EF4-FFF2-40B4-BE49-F238E27FC236}">
                        <a16:creationId xmlns:a16="http://schemas.microsoft.com/office/drawing/2014/main" id="{67DC1BB0-A03F-6053-65C6-25E768DEB000}"/>
                      </a:ext>
                    </a:extLst>
                  </p:cNvPr>
                  <p:cNvSpPr/>
                  <p:nvPr/>
                </p:nvSpPr>
                <p:spPr>
                  <a:xfrm>
                    <a:off x="2235200" y="4600072"/>
                    <a:ext cx="452582" cy="1620981"/>
                  </a:xfrm>
                  <a:prstGeom prst="rect">
                    <a:avLst/>
                  </a:prstGeom>
                  <a:solidFill>
                    <a:srgbClr val="CF7D6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26" name="CuadroTexto 25">
                  <a:extLst>
                    <a:ext uri="{FF2B5EF4-FFF2-40B4-BE49-F238E27FC236}">
                      <a16:creationId xmlns:a16="http://schemas.microsoft.com/office/drawing/2014/main" id="{4850AD9B-48AC-0105-98FD-BE9A08397FEB}"/>
                    </a:ext>
                  </a:extLst>
                </p:cNvPr>
                <p:cNvSpPr txBox="1"/>
                <p:nvPr/>
              </p:nvSpPr>
              <p:spPr>
                <a:xfrm rot="16200000">
                  <a:off x="8324666" y="5505106"/>
                  <a:ext cx="878699" cy="1835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400">
                      <a:solidFill>
                        <a:schemeClr val="bg1"/>
                      </a:solidFill>
                      <a:latin typeface="Source Sans Pro" panose="020B0503030403020204" pitchFamily="34" charset="0"/>
                      <a:ea typeface="Source Sans Pro" panose="020B0503030403020204" pitchFamily="34" charset="0"/>
                      <a:cs typeface="Fahkwang" panose="00000500000000000000" pitchFamily="2" charset="-34"/>
                    </a:rPr>
                    <a:t>DATOS</a:t>
                  </a:r>
                </a:p>
              </p:txBody>
            </p:sp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33F0E552-8BAA-68F6-C4B8-C1198C5B96AB}"/>
                    </a:ext>
                  </a:extLst>
                </p:cNvPr>
                <p:cNvSpPr txBox="1"/>
                <p:nvPr/>
              </p:nvSpPr>
              <p:spPr>
                <a:xfrm rot="16200000">
                  <a:off x="8663523" y="5364712"/>
                  <a:ext cx="1191862" cy="18351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es-ES" sz="1400">
                      <a:solidFill>
                        <a:schemeClr val="bg1"/>
                      </a:solidFill>
                      <a:latin typeface="Source Sans Pro" panose="020B0503030403020204" pitchFamily="34" charset="0"/>
                      <a:ea typeface="Source Sans Pro" panose="020B0503030403020204" pitchFamily="34" charset="0"/>
                      <a:cs typeface="Fahkwang" panose="00000500000000000000" pitchFamily="2" charset="-34"/>
                    </a:rPr>
                    <a:t>DATOS</a:t>
                  </a:r>
                </a:p>
              </p:txBody>
            </p:sp>
          </p:grpSp>
          <p:sp>
            <p:nvSpPr>
              <p:cNvPr id="43" name="Forma libre: forma 42">
                <a:extLst>
                  <a:ext uri="{FF2B5EF4-FFF2-40B4-BE49-F238E27FC236}">
                    <a16:creationId xmlns:a16="http://schemas.microsoft.com/office/drawing/2014/main" id="{27C26605-149E-73A3-5336-A50021931214}"/>
                  </a:ext>
                </a:extLst>
              </p:cNvPr>
              <p:cNvSpPr/>
              <p:nvPr/>
            </p:nvSpPr>
            <p:spPr>
              <a:xfrm>
                <a:off x="8534399" y="6036466"/>
                <a:ext cx="870065" cy="105295"/>
              </a:xfrm>
              <a:custGeom>
                <a:avLst/>
                <a:gdLst>
                  <a:gd name="connsiteX0" fmla="*/ 0 w 1219200"/>
                  <a:gd name="connsiteY0" fmla="*/ 11083 h 116378"/>
                  <a:gd name="connsiteX1" fmla="*/ 0 w 1219200"/>
                  <a:gd name="connsiteY1" fmla="*/ 116378 h 116378"/>
                  <a:gd name="connsiteX2" fmla="*/ 870065 w 1219200"/>
                  <a:gd name="connsiteY2" fmla="*/ 116378 h 116378"/>
                  <a:gd name="connsiteX3" fmla="*/ 870065 w 1219200"/>
                  <a:gd name="connsiteY3" fmla="*/ 16625 h 116378"/>
                  <a:gd name="connsiteX4" fmla="*/ 1219200 w 1219200"/>
                  <a:gd name="connsiteY4" fmla="*/ 0 h 116378"/>
                  <a:gd name="connsiteX0" fmla="*/ 0 w 870065"/>
                  <a:gd name="connsiteY0" fmla="*/ 0 h 105295"/>
                  <a:gd name="connsiteX1" fmla="*/ 0 w 870065"/>
                  <a:gd name="connsiteY1" fmla="*/ 105295 h 105295"/>
                  <a:gd name="connsiteX2" fmla="*/ 870065 w 870065"/>
                  <a:gd name="connsiteY2" fmla="*/ 105295 h 105295"/>
                  <a:gd name="connsiteX3" fmla="*/ 870065 w 870065"/>
                  <a:gd name="connsiteY3" fmla="*/ 5542 h 105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0065" h="105295">
                    <a:moveTo>
                      <a:pt x="0" y="0"/>
                    </a:moveTo>
                    <a:lnTo>
                      <a:pt x="0" y="105295"/>
                    </a:lnTo>
                    <a:lnTo>
                      <a:pt x="870065" y="105295"/>
                    </a:lnTo>
                    <a:lnTo>
                      <a:pt x="870065" y="5542"/>
                    </a:lnTo>
                  </a:path>
                </a:pathLst>
              </a:custGeom>
              <a:noFill/>
              <a:ln w="12700">
                <a:solidFill>
                  <a:srgbClr val="67633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3A5199C9-F26F-5B7A-39CC-2D7962B23252}"/>
                </a:ext>
              </a:extLst>
            </p:cNvPr>
            <p:cNvSpPr txBox="1"/>
            <p:nvPr/>
          </p:nvSpPr>
          <p:spPr>
            <a:xfrm>
              <a:off x="8364569" y="3753489"/>
              <a:ext cx="1058570" cy="197616"/>
            </a:xfrm>
            <a:prstGeom prst="rect">
              <a:avLst/>
            </a:prstGeom>
            <a:solidFill>
              <a:srgbClr val="D6D3C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b="1"/>
                <a:t>CATEGORÍA</a:t>
              </a:r>
            </a:p>
          </p:txBody>
        </p:sp>
      </p:grpSp>
      <p:cxnSp>
        <p:nvCxnSpPr>
          <p:cNvPr id="54" name="Google Shape;1016;p65">
            <a:extLst>
              <a:ext uri="{FF2B5EF4-FFF2-40B4-BE49-F238E27FC236}">
                <a16:creationId xmlns:a16="http://schemas.microsoft.com/office/drawing/2014/main" id="{19AB1958-F430-96B7-EB8E-8CF57B45F71C}"/>
              </a:ext>
            </a:extLst>
          </p:cNvPr>
          <p:cNvCxnSpPr>
            <a:cxnSpLocks/>
          </p:cNvCxnSpPr>
          <p:nvPr/>
        </p:nvCxnSpPr>
        <p:spPr>
          <a:xfrm>
            <a:off x="712987" y="1922700"/>
            <a:ext cx="0" cy="4307278"/>
          </a:xfrm>
          <a:prstGeom prst="straightConnector1">
            <a:avLst/>
          </a:prstGeom>
          <a:noFill/>
          <a:ln w="76200" cap="flat" cmpd="sng">
            <a:solidFill>
              <a:srgbClr val="A64C3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Gráfico 1">
            <a:extLst>
              <a:ext uri="{FF2B5EF4-FFF2-40B4-BE49-F238E27FC236}">
                <a16:creationId xmlns:a16="http://schemas.microsoft.com/office/drawing/2014/main" id="{0E09256F-3D10-8875-F5C9-7ACF580B3A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8247" y="315323"/>
            <a:ext cx="1399683" cy="39720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0CA6A460-B238-EA45-DC67-30EEEC70EB2D}"/>
              </a:ext>
            </a:extLst>
          </p:cNvPr>
          <p:cNvSpPr txBox="1"/>
          <p:nvPr/>
        </p:nvSpPr>
        <p:spPr>
          <a:xfrm>
            <a:off x="7901766" y="2443678"/>
            <a:ext cx="112437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000">
                <a:latin typeface="Source Sans Pro"/>
                <a:ea typeface="Source Sans Pro"/>
                <a:cs typeface="Fahkwang"/>
              </a:rPr>
              <a:t>94,5</a:t>
            </a:r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0705FD6-62C5-DCE8-E0D2-7199F2483238}"/>
              </a:ext>
            </a:extLst>
          </p:cNvPr>
          <p:cNvSpPr txBox="1"/>
          <p:nvPr/>
        </p:nvSpPr>
        <p:spPr>
          <a:xfrm>
            <a:off x="7160597" y="3292756"/>
            <a:ext cx="112437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000">
                <a:latin typeface="Source Sans Pro"/>
                <a:ea typeface="Source Sans Pro"/>
                <a:cs typeface="Fahkwang"/>
              </a:rPr>
              <a:t>80,2</a:t>
            </a:r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1CF00F2-CE42-2E77-4E72-E44F8D742048}"/>
              </a:ext>
            </a:extLst>
          </p:cNvPr>
          <p:cNvSpPr txBox="1"/>
          <p:nvPr/>
        </p:nvSpPr>
        <p:spPr>
          <a:xfrm>
            <a:off x="9768610" y="3074854"/>
            <a:ext cx="112437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000">
                <a:latin typeface="Source Sans Pro"/>
                <a:ea typeface="Source Sans Pro"/>
                <a:cs typeface="Fahkwang"/>
              </a:rPr>
              <a:t>16,5</a:t>
            </a:r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B308C80-E1FD-B9A2-BE07-A5D5C0FF568B}"/>
              </a:ext>
            </a:extLst>
          </p:cNvPr>
          <p:cNvSpPr txBox="1"/>
          <p:nvPr/>
        </p:nvSpPr>
        <p:spPr>
          <a:xfrm>
            <a:off x="10623557" y="2572457"/>
            <a:ext cx="112437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000">
                <a:latin typeface="Source Sans Pro"/>
                <a:ea typeface="Source Sans Pro"/>
                <a:cs typeface="Fahkwang"/>
              </a:rPr>
              <a:t>20,2</a:t>
            </a:r>
            <a:endParaRPr lang="es-E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2CF8246-D7E0-98EA-C596-385DB1B1D4BB}"/>
              </a:ext>
            </a:extLst>
          </p:cNvPr>
          <p:cNvCxnSpPr>
            <a:cxnSpLocks/>
          </p:cNvCxnSpPr>
          <p:nvPr/>
        </p:nvCxnSpPr>
        <p:spPr>
          <a:xfrm>
            <a:off x="9216223" y="1185705"/>
            <a:ext cx="0" cy="5044273"/>
          </a:xfrm>
          <a:prstGeom prst="line">
            <a:avLst/>
          </a:prstGeom>
          <a:ln w="12700">
            <a:solidFill>
              <a:srgbClr val="C9C4B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ADEDE64-3008-571F-C101-B534C3CEBFB4}"/>
              </a:ext>
            </a:extLst>
          </p:cNvPr>
          <p:cNvSpPr txBox="1"/>
          <p:nvPr/>
        </p:nvSpPr>
        <p:spPr>
          <a:xfrm>
            <a:off x="564196" y="429552"/>
            <a:ext cx="6096000" cy="293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6510" defTabSz="1219170">
              <a:lnSpc>
                <a:spcPct val="115000"/>
              </a:lnSpc>
              <a:spcBef>
                <a:spcPts val="133"/>
              </a:spcBef>
              <a:buClr>
                <a:srgbClr val="000000"/>
              </a:buClr>
              <a:buSzPts val="1100"/>
              <a:defRPr/>
            </a:pPr>
            <a:r>
              <a:rPr lang="es-ES" sz="1200">
                <a:latin typeface="Fahkwang"/>
                <a:cs typeface="Fahkwang"/>
                <a:sym typeface="Fahkwang"/>
              </a:rPr>
              <a:t>TÍTULO SECCIÓN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4320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ED815-ADF6-5A81-8950-ADC9ACCA7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48CA843-6A9B-9F07-3648-F95A0E41D08A}"/>
              </a:ext>
            </a:extLst>
          </p:cNvPr>
          <p:cNvSpPr/>
          <p:nvPr/>
        </p:nvSpPr>
        <p:spPr>
          <a:xfrm>
            <a:off x="8269792" y="2903974"/>
            <a:ext cx="3922207" cy="3965232"/>
          </a:xfrm>
          <a:prstGeom prst="rect">
            <a:avLst/>
          </a:prstGeom>
          <a:solidFill>
            <a:srgbClr val="C9C4B8">
              <a:alpha val="53000"/>
            </a:srgbClr>
          </a:solidFill>
          <a:ln w="1121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63C8DA96-FCEF-F20B-0E12-5A425087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09" imgH="211" progId="TCLayout.ActiveDocument.1">
                  <p:embed/>
                </p:oleObj>
              </mc:Choice>
              <mc:Fallback>
                <p:oleObj name="Diapositiva de think-cell" r:id="rId3" imgW="209" imgH="211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C8DA96-FCEF-F20B-0E12-5A4250871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1C38E937-AE6B-A7D9-4C7E-070A843BB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9397" y="3225753"/>
            <a:ext cx="3224117" cy="3442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900"/>
              </a:lnSpc>
            </a:pPr>
            <a:r>
              <a:rPr lang="es-ES" sz="1050" b="1">
                <a:latin typeface="+mj-lt"/>
              </a:rPr>
              <a:t>CLIENTE ALFA:</a:t>
            </a:r>
            <a:br>
              <a:rPr lang="es-ES" sz="900">
                <a:latin typeface="Aptos Light" panose="020B0004020202020204" pitchFamily="34" charset="0"/>
              </a:rPr>
            </a:br>
            <a:r>
              <a:rPr lang="es-ES" sz="900">
                <a:latin typeface="Aptos Light" panose="020B0004020202020204" pitchFamily="34" charset="0"/>
              </a:rPr>
              <a:t>xxxxxxxxxxxxxxxxxxxxxxxxxxxxxxxxxxxxxxxxxxxxxxxxxxxxxxxxxxxxxxxxxxxxxxxxxxxxxxxxxxxxxxxxxxxxxxxxxxxx</a:t>
            </a:r>
          </a:p>
          <a:p>
            <a:pPr>
              <a:lnSpc>
                <a:spcPts val="900"/>
              </a:lnSpc>
            </a:pPr>
            <a:endParaRPr lang="es-ES" sz="1050" b="1">
              <a:latin typeface="+mj-lt"/>
            </a:endParaRPr>
          </a:p>
          <a:p>
            <a:pPr>
              <a:lnSpc>
                <a:spcPts val="900"/>
              </a:lnSpc>
            </a:pPr>
            <a:r>
              <a:rPr lang="es-ES" sz="1050" b="1">
                <a:latin typeface="+mj-lt"/>
              </a:rPr>
              <a:t>CLIENTE BETA:</a:t>
            </a:r>
            <a:br>
              <a:rPr lang="es-ES" sz="1050" b="1">
                <a:latin typeface="+mj-lt"/>
              </a:rPr>
            </a:br>
            <a:r>
              <a:rPr lang="es-ES" sz="900">
                <a:latin typeface="Aptos Light" panose="020B0004020202020204" pitchFamily="34" charset="0"/>
              </a:rPr>
              <a:t>xxxxxxxxxxxxxxxxxxxxxxxxxxxxxxxxxxxxxxxxxxxxxxxxxxxxxxxxxxxxxxxxxxxxxxxxxxxxxxxxxxxxxxxxxxxxxxxxxxxxxxxxxxxxxxxxxxxx</a:t>
            </a:r>
          </a:p>
          <a:p>
            <a:pPr>
              <a:lnSpc>
                <a:spcPts val="900"/>
              </a:lnSpc>
            </a:pPr>
            <a:endParaRPr lang="es-ES" sz="900">
              <a:latin typeface="Aptos Light" panose="020B0004020202020204" pitchFamily="34" charset="0"/>
            </a:endParaRPr>
          </a:p>
          <a:p>
            <a:pPr>
              <a:lnSpc>
                <a:spcPts val="900"/>
              </a:lnSpc>
            </a:pPr>
            <a:endParaRPr lang="es-ES" sz="1050" b="1">
              <a:latin typeface="+mj-lt"/>
            </a:endParaRPr>
          </a:p>
          <a:p>
            <a:pPr>
              <a:lnSpc>
                <a:spcPts val="900"/>
              </a:lnSpc>
            </a:pPr>
            <a:r>
              <a:rPr lang="es-ES" sz="1050" b="1">
                <a:latin typeface="+mj-lt"/>
              </a:rPr>
              <a:t>CANAL NORTE:</a:t>
            </a:r>
            <a:br>
              <a:rPr lang="es-ES" sz="1050" b="1">
                <a:latin typeface="+mj-lt"/>
              </a:rPr>
            </a:br>
            <a:r>
              <a:rPr lang="es-ES" sz="900">
                <a:latin typeface="Aptos Light" panose="020B0004020202020204" pitchFamily="34" charset="0"/>
              </a:rPr>
              <a:t>xxxxxxxxxxxxxxxxxxxxxxxxxxxxxxxxxxxxxxxxxxxxxxxxxxxxxxxxxxxxxxxxxxxxxxxxxxxxxxxxxxxxxxxxxxxxxxxxxxxx</a:t>
            </a:r>
          </a:p>
          <a:p>
            <a:pPr>
              <a:lnSpc>
                <a:spcPts val="900"/>
              </a:lnSpc>
            </a:pPr>
            <a:endParaRPr lang="es-ES" sz="1050" b="1">
              <a:latin typeface="+mj-lt"/>
            </a:endParaRPr>
          </a:p>
          <a:p>
            <a:pPr>
              <a:lnSpc>
                <a:spcPts val="900"/>
              </a:lnSpc>
            </a:pPr>
            <a:r>
              <a:rPr lang="es-ES" sz="1050" b="1">
                <a:latin typeface="+mj-lt"/>
              </a:rPr>
              <a:t>CANAL SUR:</a:t>
            </a:r>
            <a:br>
              <a:rPr lang="es-ES" sz="900">
                <a:latin typeface="Aptos Light" panose="020B0004020202020204" pitchFamily="34" charset="0"/>
              </a:rPr>
            </a:br>
            <a:r>
              <a:rPr lang="es-ES" sz="900">
                <a:latin typeface="Aptos Light" panose="020B0004020202020204" pitchFamily="34" charset="0"/>
              </a:rPr>
              <a:t>xxxxxxxxxxxxxxxxxxxxxxxxxxxxxxxxxxxxxxxxxxxxxxxxxxxxxxxxxxxxxxxxxxxxxxxxxxxxxxxxxxxxxxxxxxxxxxxxxxxx</a:t>
            </a:r>
          </a:p>
          <a:p>
            <a:pPr>
              <a:lnSpc>
                <a:spcPts val="900"/>
              </a:lnSpc>
            </a:pPr>
            <a:endParaRPr lang="es-ES" sz="1050" b="1">
              <a:latin typeface="+mj-lt"/>
            </a:endParaRPr>
          </a:p>
          <a:p>
            <a:pPr>
              <a:lnSpc>
                <a:spcPts val="900"/>
              </a:lnSpc>
            </a:pPr>
            <a:r>
              <a:rPr lang="es-ES" sz="1050" b="1">
                <a:latin typeface="+mj-lt"/>
              </a:rPr>
              <a:t>PROYECTO DELTA:</a:t>
            </a:r>
            <a:br>
              <a:rPr lang="es-ES" sz="1050" b="1">
                <a:latin typeface="+mj-lt"/>
              </a:rPr>
            </a:br>
            <a:r>
              <a:rPr lang="es-ES" sz="900">
                <a:latin typeface="Aptos Light" panose="020B0004020202020204" pitchFamily="34" charset="0"/>
              </a:rPr>
              <a:t>xxxxxxxxxxxxxxxxxxxxxxxxxxxxxxxxxxxxxxxxxxxxxxxxxxxxxxxxxxxxxxxxxxxxxxxxxxxxxxxxxxxxxxxxxxxxxxxxxxxx</a:t>
            </a:r>
          </a:p>
          <a:p>
            <a:pPr>
              <a:lnSpc>
                <a:spcPts val="900"/>
              </a:lnSpc>
            </a:pPr>
            <a:endParaRPr lang="es-ES" sz="1050" b="1">
              <a:latin typeface="+mj-lt"/>
            </a:endParaRPr>
          </a:p>
          <a:p>
            <a:pPr>
              <a:lnSpc>
                <a:spcPts val="900"/>
              </a:lnSpc>
            </a:pPr>
            <a:r>
              <a:rPr lang="es-ES" sz="1050" b="1">
                <a:latin typeface="+mj-lt"/>
              </a:rPr>
              <a:t>PROYECTO ECO:</a:t>
            </a:r>
            <a:br>
              <a:rPr lang="es-ES" sz="1050" b="1">
                <a:latin typeface="+mj-lt"/>
              </a:rPr>
            </a:br>
            <a:r>
              <a:rPr lang="es-ES" sz="900">
                <a:latin typeface="Aptos Light" panose="020B0004020202020204" pitchFamily="34" charset="0"/>
              </a:rPr>
              <a:t>xxxxxxxxxxxxxxxxxxxxxxxxxxxxxxxxxxxxxxxxxxxxxxxxxxxxxxxxxxxxxxxxxxxxxxxxxxxxxxxxxxxxxxxxxxxxxxxxxxxx</a:t>
            </a:r>
          </a:p>
          <a:p>
            <a:pPr>
              <a:lnSpc>
                <a:spcPts val="900"/>
              </a:lnSpc>
            </a:pPr>
            <a:endParaRPr lang="es-ES" sz="1050" b="1">
              <a:latin typeface="+mj-lt"/>
            </a:endParaRPr>
          </a:p>
          <a:p>
            <a:pPr>
              <a:lnSpc>
                <a:spcPts val="900"/>
              </a:lnSpc>
            </a:pPr>
            <a:r>
              <a:rPr lang="es-ES" sz="1050" b="1">
                <a:latin typeface="+mj-lt"/>
              </a:rPr>
              <a:t>AJUSTES VARIOS:</a:t>
            </a:r>
            <a:br>
              <a:rPr lang="es-ES" sz="1050" b="1">
                <a:latin typeface="+mj-lt"/>
              </a:rPr>
            </a:br>
            <a:r>
              <a:rPr lang="es-ES" sz="900">
                <a:latin typeface="Aptos Light" panose="020B0004020202020204" pitchFamily="34" charset="0"/>
              </a:rPr>
              <a:t>xxxxxxxxxxxxxxxxxxxxxxxxxxxxxxxxxxxxxxxxxxxxxxxxxxxxxxxxxxxxxxxxxxxxxxxxxxxxxxxxxxxxxxxxxxxxxxxxxxxx</a:t>
            </a:r>
          </a:p>
          <a:p>
            <a:pPr>
              <a:lnSpc>
                <a:spcPts val="900"/>
              </a:lnSpc>
            </a:pPr>
            <a:endParaRPr lang="es-ES" sz="900">
              <a:latin typeface="Aptos Light" panose="020B0004020202020204" pitchFamily="34" charset="0"/>
            </a:endParaRPr>
          </a:p>
        </p:txBody>
      </p:sp>
      <p:cxnSp>
        <p:nvCxnSpPr>
          <p:cNvPr id="6" name="Google Shape;1016;p65">
            <a:extLst>
              <a:ext uri="{FF2B5EF4-FFF2-40B4-BE49-F238E27FC236}">
                <a16:creationId xmlns:a16="http://schemas.microsoft.com/office/drawing/2014/main" id="{BDE27EBE-29F6-1DF7-7AEA-D211935F2302}"/>
              </a:ext>
            </a:extLst>
          </p:cNvPr>
          <p:cNvCxnSpPr>
            <a:cxnSpLocks/>
          </p:cNvCxnSpPr>
          <p:nvPr/>
        </p:nvCxnSpPr>
        <p:spPr>
          <a:xfrm>
            <a:off x="8505986" y="3311091"/>
            <a:ext cx="0" cy="3157085"/>
          </a:xfrm>
          <a:prstGeom prst="straightConnector1">
            <a:avLst/>
          </a:prstGeom>
          <a:noFill/>
          <a:ln w="38100" cap="flat" cmpd="sng">
            <a:solidFill>
              <a:srgbClr val="70785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557;p58">
            <a:extLst>
              <a:ext uri="{FF2B5EF4-FFF2-40B4-BE49-F238E27FC236}">
                <a16:creationId xmlns:a16="http://schemas.microsoft.com/office/drawing/2014/main" id="{683BED28-B82F-49E4-7CA2-B53CEB72DCFD}"/>
              </a:ext>
            </a:extLst>
          </p:cNvPr>
          <p:cNvSpPr txBox="1">
            <a:spLocks/>
          </p:cNvSpPr>
          <p:nvPr/>
        </p:nvSpPr>
        <p:spPr>
          <a:xfrm>
            <a:off x="467857" y="834243"/>
            <a:ext cx="8038129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16933" defTabSz="1219170">
              <a:lnSpc>
                <a:spcPct val="115000"/>
              </a:lnSpc>
              <a:spcBef>
                <a:spcPts val="133"/>
              </a:spcBef>
              <a:buClr>
                <a:srgbClr val="000000"/>
              </a:buClr>
              <a:buSzPts val="1100"/>
              <a:defRPr/>
            </a:pPr>
            <a:r>
              <a:rPr lang="en" sz="3100">
                <a:latin typeface="Fahkwang" panose="00000500000000000000" pitchFamily="2" charset="-34"/>
                <a:cs typeface="Fahkwang" panose="00000500000000000000" pitchFamily="2" charset="-34"/>
                <a:sym typeface="Fahkwang"/>
              </a:rPr>
              <a:t>Título</a:t>
            </a:r>
          </a:p>
        </p:txBody>
      </p:sp>
      <p:sp>
        <p:nvSpPr>
          <p:cNvPr id="18" name="Forma libre 17">
            <a:extLst>
              <a:ext uri="{FF2B5EF4-FFF2-40B4-BE49-F238E27FC236}">
                <a16:creationId xmlns:a16="http://schemas.microsoft.com/office/drawing/2014/main" id="{16E7268D-C0AE-8B1C-90BE-056E4FEEA4A8}"/>
              </a:ext>
            </a:extLst>
          </p:cNvPr>
          <p:cNvSpPr/>
          <p:nvPr/>
        </p:nvSpPr>
        <p:spPr>
          <a:xfrm>
            <a:off x="-1226258" y="332990"/>
            <a:ext cx="6414114" cy="500482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6445404 w 6660995"/>
              <a:gd name="connsiteY2" fmla="*/ 516084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523573"/>
              <a:gd name="connsiteX1" fmla="*/ 0 w 6660995"/>
              <a:gd name="connsiteY1" fmla="*/ 523573 h 523573"/>
              <a:gd name="connsiteX2" fmla="*/ 6445404 w 6660995"/>
              <a:gd name="connsiteY2" fmla="*/ 516084 h 523573"/>
              <a:gd name="connsiteX3" fmla="*/ 6660995 w 6660995"/>
              <a:gd name="connsiteY3" fmla="*/ 0 h 523573"/>
              <a:gd name="connsiteX4" fmla="*/ 7434 w 6660995"/>
              <a:gd name="connsiteY4" fmla="*/ 7652 h 52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523573">
                <a:moveTo>
                  <a:pt x="7434" y="7652"/>
                </a:moveTo>
                <a:lnTo>
                  <a:pt x="0" y="523573"/>
                </a:lnTo>
                <a:lnTo>
                  <a:pt x="6445404" y="516084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rgbClr val="C9C4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93607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EA7AB595-AEE9-F69E-603C-9114462E2E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48247" y="315323"/>
            <a:ext cx="1399683" cy="39720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C7DD057-4078-BE43-C4B4-EBADAA4475B4}"/>
              </a:ext>
            </a:extLst>
          </p:cNvPr>
          <p:cNvSpPr txBox="1"/>
          <p:nvPr/>
        </p:nvSpPr>
        <p:spPr>
          <a:xfrm>
            <a:off x="564196" y="429552"/>
            <a:ext cx="6096000" cy="293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6510" defTabSz="1219170">
              <a:lnSpc>
                <a:spcPct val="115000"/>
              </a:lnSpc>
              <a:spcBef>
                <a:spcPts val="133"/>
              </a:spcBef>
              <a:buClr>
                <a:srgbClr val="000000"/>
              </a:buClr>
              <a:buSzPts val="1100"/>
              <a:defRPr/>
            </a:pPr>
            <a:r>
              <a:rPr lang="es-ES" sz="1200">
                <a:latin typeface="Fahkwang"/>
                <a:cs typeface="Fahkwang"/>
                <a:sym typeface="Fahkwang"/>
              </a:rPr>
              <a:t>TÍTULO SECCIÓN</a:t>
            </a:r>
            <a:endParaRPr lang="es-ES"/>
          </a:p>
        </p:txBody>
      </p:sp>
      <p:graphicFrame>
        <p:nvGraphicFramePr>
          <p:cNvPr id="15" name="Chart 0">
            <a:extLst>
              <a:ext uri="{FF2B5EF4-FFF2-40B4-BE49-F238E27FC236}">
                <a16:creationId xmlns:a16="http://schemas.microsoft.com/office/drawing/2014/main" id="{DF9ABBC5-FDBC-13E4-5A5F-FCDB8D7F45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4900753"/>
              </p:ext>
            </p:extLst>
          </p:nvPr>
        </p:nvGraphicFramePr>
        <p:xfrm>
          <a:off x="564196" y="1940705"/>
          <a:ext cx="7178040" cy="4260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696549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6B94ABF-6EE6-A3E3-6DFA-C56726A53FD1}"/>
              </a:ext>
            </a:extLst>
          </p:cNvPr>
          <p:cNvSpPr/>
          <p:nvPr/>
        </p:nvSpPr>
        <p:spPr>
          <a:xfrm>
            <a:off x="421192" y="1913374"/>
            <a:ext cx="4788982" cy="3965232"/>
          </a:xfrm>
          <a:prstGeom prst="rect">
            <a:avLst/>
          </a:prstGeom>
          <a:solidFill>
            <a:srgbClr val="C9C4B8">
              <a:alpha val="53000"/>
            </a:srgbClr>
          </a:solidFill>
          <a:ln w="1121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4352ECA-16B8-DFEA-1F6D-FFB6DF6C3D47}"/>
              </a:ext>
            </a:extLst>
          </p:cNvPr>
          <p:cNvSpPr txBox="1"/>
          <p:nvPr/>
        </p:nvSpPr>
        <p:spPr>
          <a:xfrm>
            <a:off x="796495" y="2720739"/>
            <a:ext cx="4332655" cy="29751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defTabSz="1219170">
              <a:defRPr/>
            </a:pPr>
            <a:endParaRPr lang="es-ES" sz="1200">
              <a:solidFill>
                <a:prstClr val="black"/>
              </a:solidFill>
              <a:latin typeface="Calibri"/>
              <a:cs typeface="Arial"/>
              <a:sym typeface="Arial"/>
            </a:endParaRPr>
          </a:p>
          <a:p>
            <a:pPr>
              <a:lnSpc>
                <a:spcPts val="700"/>
              </a:lnSpc>
            </a:pPr>
            <a:r>
              <a:rPr lang="es-ES" sz="1050" b="1">
                <a:latin typeface="+mj-lt"/>
              </a:rPr>
              <a:t>CLIENTE ALFA:</a:t>
            </a:r>
            <a:br>
              <a:rPr lang="es-ES" sz="1050" b="1">
                <a:latin typeface="+mj-lt"/>
              </a:rPr>
            </a:br>
            <a:r>
              <a:rPr lang="es-ES" sz="1050">
                <a:latin typeface="Aptos Light" panose="020B0004020202020204" pitchFamily="34" charset="0"/>
              </a:rPr>
              <a:t>xxxxxxxxxxxxxxxxxxxxxxxxxxxxxxxxxxxxxxxxxxxxxxxxxxxxxxxxxxxxxxxxxxxxxxxxxxxxxxxxxxxxxxxxxxxxxxxxxxxx</a:t>
            </a:r>
          </a:p>
          <a:p>
            <a:pPr>
              <a:lnSpc>
                <a:spcPts val="700"/>
              </a:lnSpc>
            </a:pPr>
            <a:endParaRPr lang="es-ES" sz="1050" b="1">
              <a:latin typeface="+mj-lt"/>
            </a:endParaRPr>
          </a:p>
          <a:p>
            <a:pPr>
              <a:lnSpc>
                <a:spcPts val="700"/>
              </a:lnSpc>
            </a:pPr>
            <a:r>
              <a:rPr lang="es-ES" sz="1050" b="1">
                <a:latin typeface="+mj-lt"/>
              </a:rPr>
              <a:t>CLIENTE BETA:</a:t>
            </a:r>
            <a:br>
              <a:rPr lang="es-ES" sz="1050" b="1">
                <a:latin typeface="+mj-lt"/>
              </a:rPr>
            </a:br>
            <a:r>
              <a:rPr lang="es-ES" sz="1050">
                <a:latin typeface="Aptos Light" panose="020B0004020202020204" pitchFamily="34" charset="0"/>
              </a:rPr>
              <a:t>xxxxxxxxxxxxxxxxxxxxxxxxxxxxxxxxxxxxxxxxxxxxxxxxxxxxxxxxxxxxxxxxxxxxxxxxxxxxxxxxxxxxxxxxxxxxxxxxxxxxxxxxxxxxxxxxxxxx</a:t>
            </a:r>
          </a:p>
          <a:p>
            <a:pPr>
              <a:lnSpc>
                <a:spcPts val="700"/>
              </a:lnSpc>
            </a:pPr>
            <a:endParaRPr lang="es-ES" sz="1050" b="1">
              <a:latin typeface="+mj-lt"/>
            </a:endParaRPr>
          </a:p>
          <a:p>
            <a:pPr>
              <a:lnSpc>
                <a:spcPts val="700"/>
              </a:lnSpc>
            </a:pPr>
            <a:endParaRPr lang="es-ES" sz="1050" b="1">
              <a:latin typeface="+mj-lt"/>
            </a:endParaRPr>
          </a:p>
          <a:p>
            <a:pPr>
              <a:lnSpc>
                <a:spcPts val="700"/>
              </a:lnSpc>
            </a:pPr>
            <a:r>
              <a:rPr lang="es-ES" sz="1050" b="1">
                <a:latin typeface="+mj-lt"/>
              </a:rPr>
              <a:t>CANAL NORTE:</a:t>
            </a:r>
            <a:br>
              <a:rPr lang="es-ES" sz="1050" b="1">
                <a:latin typeface="+mj-lt"/>
              </a:rPr>
            </a:br>
            <a:r>
              <a:rPr lang="es-ES" sz="1050">
                <a:latin typeface="Aptos Light" panose="020B0004020202020204" pitchFamily="34" charset="0"/>
              </a:rPr>
              <a:t>xxxxxxxxxxxxxxxxxxxxxxxxxxxxxxxxxxxxxxxxxxxxxxxxxxxxxxxxxxxxxxxxxxxxxxxxxxxxxxxxxxxxxxxxxxxxxxxxxxxx</a:t>
            </a:r>
          </a:p>
          <a:p>
            <a:pPr>
              <a:lnSpc>
                <a:spcPts val="700"/>
              </a:lnSpc>
            </a:pPr>
            <a:endParaRPr lang="es-ES" sz="1050" b="1">
              <a:latin typeface="+mj-lt"/>
            </a:endParaRPr>
          </a:p>
          <a:p>
            <a:pPr>
              <a:lnSpc>
                <a:spcPts val="700"/>
              </a:lnSpc>
            </a:pPr>
            <a:r>
              <a:rPr lang="es-ES" sz="1050" b="1">
                <a:latin typeface="+mj-lt"/>
              </a:rPr>
              <a:t>CANAL SUR:</a:t>
            </a:r>
            <a:br>
              <a:rPr lang="es-ES" sz="1050" b="1">
                <a:latin typeface="+mj-lt"/>
              </a:rPr>
            </a:br>
            <a:r>
              <a:rPr lang="es-ES" sz="1050">
                <a:latin typeface="Aptos Light" panose="020B0004020202020204" pitchFamily="34" charset="0"/>
              </a:rPr>
              <a:t>xxxxxxxxxxxxxxxxxxxxxxxxxxxxxxxxxxxxxxxxxxxxxxxxxxxxxxxxxxxxxxxxxxxxxxxxxxxxxxxxxxxxxxxxxxxxxxxxxxxx</a:t>
            </a:r>
          </a:p>
          <a:p>
            <a:pPr>
              <a:lnSpc>
                <a:spcPts val="700"/>
              </a:lnSpc>
            </a:pPr>
            <a:endParaRPr lang="es-ES" sz="1050" b="1">
              <a:latin typeface="+mj-lt"/>
            </a:endParaRPr>
          </a:p>
          <a:p>
            <a:pPr>
              <a:lnSpc>
                <a:spcPts val="700"/>
              </a:lnSpc>
            </a:pPr>
            <a:r>
              <a:rPr lang="es-ES" sz="1050" b="1">
                <a:latin typeface="+mj-lt"/>
              </a:rPr>
              <a:t>PROYECTO DELTA:</a:t>
            </a:r>
            <a:br>
              <a:rPr lang="es-ES" sz="1050" b="1">
                <a:latin typeface="+mj-lt"/>
              </a:rPr>
            </a:br>
            <a:r>
              <a:rPr lang="es-ES" sz="1050">
                <a:latin typeface="Aptos Light" panose="020B0004020202020204" pitchFamily="34" charset="0"/>
              </a:rPr>
              <a:t>xxxxxxxxxxxxxxxxxxxxxxxxxxxxxxxxxxxxxxxxxxxxxxxxxxxxxxxxxxxxxxxxxxxxxxxxxxxxxxxxxxxxxxxxxxxxxxxxxxxx</a:t>
            </a:r>
          </a:p>
          <a:p>
            <a:pPr>
              <a:lnSpc>
                <a:spcPts val="700"/>
              </a:lnSpc>
            </a:pPr>
            <a:endParaRPr lang="es-ES" sz="1050" b="1">
              <a:latin typeface="+mj-lt"/>
            </a:endParaRPr>
          </a:p>
          <a:p>
            <a:pPr>
              <a:lnSpc>
                <a:spcPts val="700"/>
              </a:lnSpc>
            </a:pPr>
            <a:r>
              <a:rPr lang="es-ES" sz="1050" b="1">
                <a:latin typeface="+mj-lt"/>
              </a:rPr>
              <a:t>PROYECTO ECO:</a:t>
            </a:r>
            <a:br>
              <a:rPr lang="es-ES" sz="1050" b="1">
                <a:latin typeface="+mj-lt"/>
              </a:rPr>
            </a:br>
            <a:r>
              <a:rPr lang="es-ES" sz="1050">
                <a:latin typeface="Aptos Light" panose="020B0004020202020204" pitchFamily="34" charset="0"/>
              </a:rPr>
              <a:t>xxxxxxxxxxxxxxxxxxxxxxxxxxxxxxxxxxxxxxxxxxxxxxxxxxxxxxxxxxxxxxxxxxxxxxxxxxxxxxxxxxxxxxxxxxxxxxxxxxxx</a:t>
            </a:r>
          </a:p>
          <a:p>
            <a:pPr>
              <a:lnSpc>
                <a:spcPts val="700"/>
              </a:lnSpc>
            </a:pPr>
            <a:endParaRPr lang="es-ES" sz="1050" b="1">
              <a:latin typeface="+mj-lt"/>
            </a:endParaRPr>
          </a:p>
          <a:p>
            <a:pPr>
              <a:lnSpc>
                <a:spcPts val="700"/>
              </a:lnSpc>
            </a:pPr>
            <a:r>
              <a:rPr lang="es-ES" sz="1050" b="1">
                <a:latin typeface="+mj-lt"/>
              </a:rPr>
              <a:t>AJUSTES VARIOS:</a:t>
            </a:r>
            <a:br>
              <a:rPr lang="es-ES" sz="1050" b="1">
                <a:latin typeface="+mj-lt"/>
              </a:rPr>
            </a:br>
            <a:r>
              <a:rPr lang="es-ES" sz="1050">
                <a:latin typeface="Aptos Light" panose="020B0004020202020204" pitchFamily="34" charset="0"/>
              </a:rPr>
              <a:t>xxxxxxxxxxxxxxxxxxxxxxxxxxxxxxxxxxxxxxxxxxxxxxxxxxxxxxxxxxxxxxxxxxxxxxxxxxxxxxxxxxxxxxxxxxxxxxxxxxxx</a:t>
            </a:r>
          </a:p>
          <a:p>
            <a:pPr>
              <a:buClrTx/>
              <a:defRPr/>
            </a:pPr>
            <a:endParaRPr lang="es-ES" sz="120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3FBCEE-EE31-86FE-28F6-09A23E6A7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669737"/>
              </p:ext>
            </p:extLst>
          </p:nvPr>
        </p:nvGraphicFramePr>
        <p:xfrm>
          <a:off x="5504453" y="1913374"/>
          <a:ext cx="6093488" cy="2890886"/>
        </p:xfrm>
        <a:graphic>
          <a:graphicData uri="http://schemas.openxmlformats.org/drawingml/2006/table">
            <a:tbl>
              <a:tblPr/>
              <a:tblGrid>
                <a:gridCol w="1806212">
                  <a:extLst>
                    <a:ext uri="{9D8B030D-6E8A-4147-A177-3AD203B41FA5}">
                      <a16:colId xmlns:a16="http://schemas.microsoft.com/office/drawing/2014/main" val="939355572"/>
                    </a:ext>
                  </a:extLst>
                </a:gridCol>
                <a:gridCol w="1121439">
                  <a:extLst>
                    <a:ext uri="{9D8B030D-6E8A-4147-A177-3AD203B41FA5}">
                      <a16:colId xmlns:a16="http://schemas.microsoft.com/office/drawing/2014/main" val="3182651829"/>
                    </a:ext>
                  </a:extLst>
                </a:gridCol>
                <a:gridCol w="1239327">
                  <a:extLst>
                    <a:ext uri="{9D8B030D-6E8A-4147-A177-3AD203B41FA5}">
                      <a16:colId xmlns:a16="http://schemas.microsoft.com/office/drawing/2014/main" val="1217238824"/>
                    </a:ext>
                  </a:extLst>
                </a:gridCol>
                <a:gridCol w="963255">
                  <a:extLst>
                    <a:ext uri="{9D8B030D-6E8A-4147-A177-3AD203B41FA5}">
                      <a16:colId xmlns:a16="http://schemas.microsoft.com/office/drawing/2014/main" val="4171262476"/>
                    </a:ext>
                  </a:extLst>
                </a:gridCol>
                <a:gridCol w="963255">
                  <a:extLst>
                    <a:ext uri="{9D8B030D-6E8A-4147-A177-3AD203B41FA5}">
                      <a16:colId xmlns:a16="http://schemas.microsoft.com/office/drawing/2014/main" val="1574023440"/>
                    </a:ext>
                  </a:extLst>
                </a:gridCol>
              </a:tblGrid>
              <a:tr h="579059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500" b="1" i="0" u="none" strike="noStrike">
                          <a:solidFill>
                            <a:schemeClr val="bg1"/>
                          </a:solidFill>
                          <a:effectLst/>
                          <a:latin typeface="Source Sans Pro"/>
                          <a:ea typeface="Source Sans Pro"/>
                          <a:cs typeface="Fahkwang"/>
                        </a:rPr>
                        <a:t>VENTAS M€</a:t>
                      </a:r>
                    </a:p>
                  </a:txBody>
                  <a:tcPr marL="87314" marR="87314" marT="43657" marB="43657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7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369861"/>
                  </a:ext>
                </a:extLst>
              </a:tr>
              <a:tr h="4743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kern="0">
                          <a:solidFill>
                            <a:schemeClr val="bg1"/>
                          </a:solidFill>
                          <a:latin typeface="Source Sans Pro"/>
                          <a:ea typeface="Source Sans Pro"/>
                          <a:cs typeface="Arial"/>
                        </a:rPr>
                        <a:t>CLIENTES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7F876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kern="0">
                          <a:solidFill>
                            <a:schemeClr val="bg1"/>
                          </a:solidFill>
                          <a:latin typeface="Source Sans Pro"/>
                          <a:ea typeface="Source Sans Pro"/>
                          <a:cs typeface="Arial"/>
                        </a:rPr>
                        <a:t>DATOS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7F876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kern="0">
                          <a:solidFill>
                            <a:schemeClr val="bg1"/>
                          </a:solidFill>
                          <a:latin typeface="Source Sans Pro"/>
                          <a:ea typeface="Source Sans Pro"/>
                          <a:cs typeface="Arial"/>
                        </a:rPr>
                        <a:t>DATOS</a:t>
                      </a:r>
                      <a:endParaRPr lang="es-ES" b="1">
                        <a:solidFill>
                          <a:schemeClr val="bg1"/>
                        </a:solidFill>
                      </a:endParaRP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7F876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kern="0">
                          <a:solidFill>
                            <a:schemeClr val="bg1"/>
                          </a:solidFill>
                          <a:latin typeface="Source Sans Pro"/>
                          <a:ea typeface="Source Sans Pro"/>
                          <a:cs typeface="Arial"/>
                        </a:rPr>
                        <a:t>DATOS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7F876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kern="0">
                          <a:solidFill>
                            <a:schemeClr val="bg1"/>
                          </a:solidFill>
                          <a:latin typeface="Source Sans Pro"/>
                          <a:ea typeface="Source Sans Pro"/>
                          <a:cs typeface="Arial"/>
                        </a:rPr>
                        <a:t>%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7F8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136034"/>
                  </a:ext>
                </a:extLst>
              </a:tr>
              <a:tr h="215393">
                <a:tc>
                  <a:txBody>
                    <a:bodyPr/>
                    <a:lstStyle/>
                    <a:p>
                      <a:pPr defTabSz="1219170">
                        <a:defRPr/>
                      </a:pPr>
                      <a:endParaRPr lang="es-ES" sz="1200">
                        <a:solidFill>
                          <a:prstClr val="black"/>
                        </a:solidFill>
                        <a:latin typeface="Calibri"/>
                        <a:cs typeface="Arial"/>
                        <a:sym typeface="Arial"/>
                      </a:endParaRPr>
                    </a:p>
                    <a:p>
                      <a:pPr lvl="1" algn="l">
                        <a:lnSpc>
                          <a:spcPts val="700"/>
                        </a:lnSpc>
                      </a:pPr>
                      <a:r>
                        <a:rPr lang="es-ES" sz="13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  <a:cs typeface="+mn-cs"/>
                        </a:rPr>
                        <a:t>CLIENTE ALFA:</a:t>
                      </a:r>
                    </a:p>
                  </a:txBody>
                  <a:tcPr marL="8637" marR="8637" marT="8637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DDA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29,6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DDA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31,1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DDA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1,5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DDA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5%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D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357207"/>
                  </a:ext>
                </a:extLst>
              </a:tr>
              <a:tr h="215393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s-ES" sz="13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  <a:cs typeface="+mn-cs"/>
                        </a:rPr>
                        <a:t>CLIENTE BETA:</a:t>
                      </a:r>
                    </a:p>
                  </a:txBody>
                  <a:tcPr marL="8637" marR="8637" marT="8637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9,5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12,9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3,4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36%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785292"/>
                  </a:ext>
                </a:extLst>
              </a:tr>
              <a:tr h="215393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CANAL NORTE</a:t>
                      </a:r>
                    </a:p>
                  </a:txBody>
                  <a:tcPr marL="8637" marR="8637" marT="8637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6D3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5,1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6D3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12,5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6D3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7,4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6D3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145%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6D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165297"/>
                  </a:ext>
                </a:extLst>
              </a:tr>
              <a:tr h="215393">
                <a:tc>
                  <a:txBody>
                    <a:bodyPr/>
                    <a:lstStyle/>
                    <a:p>
                      <a:pPr marL="456565" lvl="1" algn="l" defTabSz="914377" rtl="0" eaLnBrk="1" fontAlgn="ctr" latinLnBrk="0" hangingPunct="1">
                        <a:buNone/>
                      </a:pPr>
                      <a:r>
                        <a:rPr lang="es-ES" sz="13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  <a:cs typeface="+mn-cs"/>
                        </a:rPr>
                        <a:t>CANAL SUR</a:t>
                      </a:r>
                    </a:p>
                  </a:txBody>
                  <a:tcPr marL="8637" marR="8637" marT="8637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s-ES" sz="13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  <a:cs typeface="+mn-cs"/>
                        </a:rPr>
                        <a:t>14,0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s-ES" sz="13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  <a:cs typeface="+mn-cs"/>
                        </a:rPr>
                        <a:t>11,2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s-ES" sz="1300" b="0" i="0" u="none" strike="noStrike" kern="1200">
                          <a:solidFill>
                            <a:srgbClr val="C00000"/>
                          </a:solidFill>
                          <a:effectLst/>
                          <a:latin typeface="Source Sans Pro"/>
                          <a:ea typeface="Source Sans Pro"/>
                          <a:cs typeface="+mn-cs"/>
                        </a:rPr>
                        <a:t>-2,8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>
                        <a:buNone/>
                      </a:pPr>
                      <a:r>
                        <a:rPr lang="es-ES" sz="1300" b="0" i="0" u="none" strike="noStrike" kern="1200">
                          <a:solidFill>
                            <a:srgbClr val="C00000"/>
                          </a:solidFill>
                          <a:effectLst/>
                          <a:latin typeface="Source Sans Pro"/>
                          <a:ea typeface="Source Sans Pro"/>
                          <a:cs typeface="+mn-cs"/>
                        </a:rPr>
                        <a:t>-20%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048334"/>
                  </a:ext>
                </a:extLst>
              </a:tr>
              <a:tr h="206828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PROYECTO DELTA</a:t>
                      </a:r>
                    </a:p>
                  </a:txBody>
                  <a:tcPr marL="8637" marR="8637" marT="8637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9,0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11,1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2,2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1D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431060"/>
                  </a:ext>
                </a:extLst>
              </a:tr>
              <a:tr h="215393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PROYECTO ECO</a:t>
                      </a:r>
                    </a:p>
                  </a:txBody>
                  <a:tcPr marL="8637" marR="8637" marT="8637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8,5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9,9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1,4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095044"/>
                  </a:ext>
                </a:extLst>
              </a:tr>
              <a:tr h="215393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AJUSTES VARIOS</a:t>
                      </a:r>
                    </a:p>
                  </a:txBody>
                  <a:tcPr marL="8637" marR="8637" marT="8637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9C4B8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0,0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9C4B8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1,9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9C4B8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1,9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DDA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D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532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s-ES" sz="16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Total</a:t>
                      </a:r>
                    </a:p>
                  </a:txBody>
                  <a:tcPr marL="8637" marR="8637" marT="8637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80,2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94,5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14,3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/>
                          <a:ea typeface="Source Sans Pro"/>
                        </a:rPr>
                        <a:t>18%</a:t>
                      </a:r>
                    </a:p>
                  </a:txBody>
                  <a:tcPr marL="8637" marR="8637" marT="8637" marB="0"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870457"/>
                  </a:ext>
                </a:extLst>
              </a:tr>
            </a:tbl>
          </a:graphicData>
        </a:graphic>
      </p:graphicFrame>
      <p:pic>
        <p:nvPicPr>
          <p:cNvPr id="2" name="Gráfico 1">
            <a:extLst>
              <a:ext uri="{FF2B5EF4-FFF2-40B4-BE49-F238E27FC236}">
                <a16:creationId xmlns:a16="http://schemas.microsoft.com/office/drawing/2014/main" id="{555DC39F-D46A-2D28-5037-19F6DC8D82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247" y="315323"/>
            <a:ext cx="1399683" cy="397208"/>
          </a:xfrm>
          <a:prstGeom prst="rect">
            <a:avLst/>
          </a:prstGeom>
        </p:spPr>
      </p:pic>
      <p:cxnSp>
        <p:nvCxnSpPr>
          <p:cNvPr id="7" name="Google Shape;1016;p65">
            <a:extLst>
              <a:ext uri="{FF2B5EF4-FFF2-40B4-BE49-F238E27FC236}">
                <a16:creationId xmlns:a16="http://schemas.microsoft.com/office/drawing/2014/main" id="{38AC1C0B-E99C-6964-6E05-3272A30C6CCE}"/>
              </a:ext>
            </a:extLst>
          </p:cNvPr>
          <p:cNvCxnSpPr>
            <a:cxnSpLocks/>
          </p:cNvCxnSpPr>
          <p:nvPr/>
        </p:nvCxnSpPr>
        <p:spPr>
          <a:xfrm>
            <a:off x="677372" y="2848184"/>
            <a:ext cx="38100" cy="2582910"/>
          </a:xfrm>
          <a:prstGeom prst="straightConnector1">
            <a:avLst/>
          </a:prstGeom>
          <a:noFill/>
          <a:ln w="38100" cap="flat" cmpd="sng">
            <a:solidFill>
              <a:srgbClr val="7F876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2E41884-EFFF-7D7B-EBB1-08D91FB91123}"/>
              </a:ext>
            </a:extLst>
          </p:cNvPr>
          <p:cNvSpPr txBox="1"/>
          <p:nvPr/>
        </p:nvSpPr>
        <p:spPr>
          <a:xfrm>
            <a:off x="509057" y="2228481"/>
            <a:ext cx="6104372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1219170">
              <a:defRPr/>
            </a:pPr>
            <a:r>
              <a:rPr lang="es-ES" b="1">
                <a:solidFill>
                  <a:prstClr val="black"/>
                </a:solidFill>
                <a:latin typeface="Source Sans Pro"/>
                <a:ea typeface="Source Sans Pro"/>
                <a:cs typeface="Arial"/>
                <a:sym typeface="Arial"/>
              </a:rPr>
              <a:t>Comentarios BU2026 vs </a:t>
            </a:r>
            <a:r>
              <a:rPr lang="es-ES" b="1">
                <a:solidFill>
                  <a:prstClr val="black"/>
                </a:solidFill>
                <a:latin typeface="Source Sans Pro"/>
                <a:ea typeface="Source Sans Pro"/>
                <a:cs typeface="Arial"/>
              </a:rPr>
              <a:t>LE </a:t>
            </a:r>
            <a:r>
              <a:rPr lang="es-ES" b="1">
                <a:solidFill>
                  <a:prstClr val="black"/>
                </a:solidFill>
                <a:latin typeface="Source Sans Pro"/>
                <a:ea typeface="Source Sans Pro"/>
                <a:cs typeface="Arial"/>
                <a:sym typeface="Arial"/>
              </a:rPr>
              <a:t>2025</a:t>
            </a:r>
          </a:p>
        </p:txBody>
      </p:sp>
      <p:sp>
        <p:nvSpPr>
          <p:cNvPr id="11" name="Google Shape;557;p58">
            <a:extLst>
              <a:ext uri="{FF2B5EF4-FFF2-40B4-BE49-F238E27FC236}">
                <a16:creationId xmlns:a16="http://schemas.microsoft.com/office/drawing/2014/main" id="{56E7AE7D-21D8-AA20-491F-0F7644651ABE}"/>
              </a:ext>
            </a:extLst>
          </p:cNvPr>
          <p:cNvSpPr txBox="1">
            <a:spLocks/>
          </p:cNvSpPr>
          <p:nvPr/>
        </p:nvSpPr>
        <p:spPr>
          <a:xfrm>
            <a:off x="467857" y="834243"/>
            <a:ext cx="8038129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16510" defTabSz="1219170">
              <a:lnSpc>
                <a:spcPct val="114999"/>
              </a:lnSpc>
              <a:spcBef>
                <a:spcPts val="133"/>
              </a:spcBef>
              <a:defRPr/>
            </a:pPr>
            <a:r>
              <a:rPr lang="en" sz="3100">
                <a:latin typeface="Fahkwang"/>
                <a:cs typeface="Fahkwang"/>
                <a:sym typeface="Fahkwang"/>
              </a:rPr>
              <a:t>Ventas </a:t>
            </a:r>
            <a:r>
              <a:rPr lang="en" sz="3100" err="1">
                <a:latin typeface="Fahkwang"/>
                <a:cs typeface="Fahkwang"/>
                <a:sym typeface="Fahkwang"/>
              </a:rPr>
              <a:t>por</a:t>
            </a:r>
            <a:r>
              <a:rPr lang="en" sz="3100">
                <a:latin typeface="Fahkwang"/>
                <a:cs typeface="Fahkwang"/>
                <a:sym typeface="Fahkwang"/>
              </a:rPr>
              <a:t> </a:t>
            </a:r>
            <a:r>
              <a:rPr lang="en" sz="3100" err="1">
                <a:latin typeface="Fahkwang"/>
                <a:cs typeface="Fahkwang"/>
                <a:sym typeface="Fahkwang"/>
              </a:rPr>
              <a:t>cliente</a:t>
            </a:r>
            <a:endParaRPr lang="es-ES" err="1"/>
          </a:p>
        </p:txBody>
      </p:sp>
      <p:sp>
        <p:nvSpPr>
          <p:cNvPr id="13" name="Forma libre 17">
            <a:extLst>
              <a:ext uri="{FF2B5EF4-FFF2-40B4-BE49-F238E27FC236}">
                <a16:creationId xmlns:a16="http://schemas.microsoft.com/office/drawing/2014/main" id="{0B787A64-7599-F129-11E5-E28B9E946B8B}"/>
              </a:ext>
            </a:extLst>
          </p:cNvPr>
          <p:cNvSpPr/>
          <p:nvPr/>
        </p:nvSpPr>
        <p:spPr>
          <a:xfrm>
            <a:off x="-1226258" y="332990"/>
            <a:ext cx="6414114" cy="500482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6445404 w 6660995"/>
              <a:gd name="connsiteY2" fmla="*/ 516084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523573"/>
              <a:gd name="connsiteX1" fmla="*/ 0 w 6660995"/>
              <a:gd name="connsiteY1" fmla="*/ 523573 h 523573"/>
              <a:gd name="connsiteX2" fmla="*/ 6445404 w 6660995"/>
              <a:gd name="connsiteY2" fmla="*/ 516084 h 523573"/>
              <a:gd name="connsiteX3" fmla="*/ 6660995 w 6660995"/>
              <a:gd name="connsiteY3" fmla="*/ 0 h 523573"/>
              <a:gd name="connsiteX4" fmla="*/ 7434 w 6660995"/>
              <a:gd name="connsiteY4" fmla="*/ 7652 h 52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523573">
                <a:moveTo>
                  <a:pt x="7434" y="7652"/>
                </a:moveTo>
                <a:lnTo>
                  <a:pt x="0" y="523573"/>
                </a:lnTo>
                <a:lnTo>
                  <a:pt x="6445404" y="516084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rgbClr val="C9C4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93607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1066EA-9D52-DEF3-AD86-03546BC0FED8}"/>
              </a:ext>
            </a:extLst>
          </p:cNvPr>
          <p:cNvSpPr txBox="1"/>
          <p:nvPr/>
        </p:nvSpPr>
        <p:spPr>
          <a:xfrm>
            <a:off x="564196" y="429552"/>
            <a:ext cx="6096000" cy="293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6510" defTabSz="1219170">
              <a:lnSpc>
                <a:spcPct val="115000"/>
              </a:lnSpc>
              <a:spcBef>
                <a:spcPts val="133"/>
              </a:spcBef>
              <a:buClr>
                <a:srgbClr val="000000"/>
              </a:buClr>
              <a:buSzPts val="1100"/>
              <a:defRPr/>
            </a:pPr>
            <a:r>
              <a:rPr lang="es-ES" sz="1200">
                <a:latin typeface="Fahkwang"/>
                <a:cs typeface="Fahkwang"/>
                <a:sym typeface="Fahkwang"/>
              </a:rPr>
              <a:t>TÍTULO SECCIÓN</a:t>
            </a:r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97">
          <a:extLst>
            <a:ext uri="{FF2B5EF4-FFF2-40B4-BE49-F238E27FC236}">
              <a16:creationId xmlns:a16="http://schemas.microsoft.com/office/drawing/2014/main" id="{15011F42-E120-90D1-3914-0B4E205E2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43615BB5-9D20-8ACE-FC05-0E10A4149025}"/>
              </a:ext>
            </a:extLst>
          </p:cNvPr>
          <p:cNvSpPr/>
          <p:nvPr/>
        </p:nvSpPr>
        <p:spPr>
          <a:xfrm>
            <a:off x="-12228" y="332990"/>
            <a:ext cx="6414114" cy="500482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6445404 w 6660995"/>
              <a:gd name="connsiteY2" fmla="*/ 516084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523573"/>
              <a:gd name="connsiteX1" fmla="*/ 0 w 6660995"/>
              <a:gd name="connsiteY1" fmla="*/ 523573 h 523573"/>
              <a:gd name="connsiteX2" fmla="*/ 6445404 w 6660995"/>
              <a:gd name="connsiteY2" fmla="*/ 516084 h 523573"/>
              <a:gd name="connsiteX3" fmla="*/ 6660995 w 6660995"/>
              <a:gd name="connsiteY3" fmla="*/ 0 h 523573"/>
              <a:gd name="connsiteX4" fmla="*/ 7434 w 6660995"/>
              <a:gd name="connsiteY4" fmla="*/ 7652 h 52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523573">
                <a:moveTo>
                  <a:pt x="7434" y="7652"/>
                </a:moveTo>
                <a:lnTo>
                  <a:pt x="0" y="523573"/>
                </a:lnTo>
                <a:lnTo>
                  <a:pt x="6445404" y="516084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rgbClr val="CAC5B8">
              <a:alpha val="3485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93607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35B5660-E095-E341-CAAF-0DF53CAE7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287814"/>
              </p:ext>
            </p:extLst>
          </p:nvPr>
        </p:nvGraphicFramePr>
        <p:xfrm>
          <a:off x="-12228" y="1692112"/>
          <a:ext cx="11099528" cy="435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8716">
                  <a:extLst>
                    <a:ext uri="{9D8B030D-6E8A-4147-A177-3AD203B41FA5}">
                      <a16:colId xmlns:a16="http://schemas.microsoft.com/office/drawing/2014/main" val="2745320597"/>
                    </a:ext>
                  </a:extLst>
                </a:gridCol>
                <a:gridCol w="2019719">
                  <a:extLst>
                    <a:ext uri="{9D8B030D-6E8A-4147-A177-3AD203B41FA5}">
                      <a16:colId xmlns:a16="http://schemas.microsoft.com/office/drawing/2014/main" val="516902072"/>
                    </a:ext>
                  </a:extLst>
                </a:gridCol>
                <a:gridCol w="2110153">
                  <a:extLst>
                    <a:ext uri="{9D8B030D-6E8A-4147-A177-3AD203B41FA5}">
                      <a16:colId xmlns:a16="http://schemas.microsoft.com/office/drawing/2014/main" val="3988050620"/>
                    </a:ext>
                  </a:extLst>
                </a:gridCol>
                <a:gridCol w="1798655">
                  <a:extLst>
                    <a:ext uri="{9D8B030D-6E8A-4147-A177-3AD203B41FA5}">
                      <a16:colId xmlns:a16="http://schemas.microsoft.com/office/drawing/2014/main" val="3966471764"/>
                    </a:ext>
                  </a:extLst>
                </a:gridCol>
                <a:gridCol w="1732285">
                  <a:extLst>
                    <a:ext uri="{9D8B030D-6E8A-4147-A177-3AD203B41FA5}">
                      <a16:colId xmlns:a16="http://schemas.microsoft.com/office/drawing/2014/main" val="257982290"/>
                    </a:ext>
                  </a:extLst>
                </a:gridCol>
              </a:tblGrid>
              <a:tr h="498365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i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ource Sans Pro" panose="020B0503030403020204" pitchFamily="34" charset="0"/>
                        </a:rPr>
                        <a:t>CATEGORIA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C4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i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ource Sans Pro" panose="020B0503030403020204" pitchFamily="34" charset="0"/>
                        </a:rPr>
                        <a:t>CATEGORIA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C4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i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ource Sans Pro" panose="020B0503030403020204" pitchFamily="34" charset="0"/>
                        </a:rPr>
                        <a:t>CATEGORIA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C4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0" i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ource Sans Pro" panose="020B0503030403020204" pitchFamily="34" charset="0"/>
                        </a:rPr>
                        <a:t>CATEGORIA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C4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733873"/>
                  </a:ext>
                </a:extLst>
              </a:tr>
              <a:tr h="924801">
                <a:tc>
                  <a:txBody>
                    <a:bodyPr/>
                    <a:lstStyle/>
                    <a:p>
                      <a:pPr algn="l"/>
                      <a:endParaRPr lang="es-ES" sz="1400" b="1">
                        <a:solidFill>
                          <a:schemeClr val="bg1"/>
                        </a:solidFill>
                        <a:latin typeface="Fahkwang" panose="00000500000000000000" pitchFamily="2" charset="-34"/>
                        <a:cs typeface="Fahkwang" panose="00000500000000000000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632104"/>
                  </a:ext>
                </a:extLst>
              </a:tr>
              <a:tr h="1006401">
                <a:tc>
                  <a:txBody>
                    <a:bodyPr/>
                    <a:lstStyle/>
                    <a:p>
                      <a:pPr algn="l"/>
                      <a:endParaRPr lang="es-ES" sz="1400" b="1">
                        <a:solidFill>
                          <a:schemeClr val="bg1"/>
                        </a:solidFill>
                        <a:latin typeface="Fahkwang" panose="00000500000000000000" pitchFamily="2" charset="-34"/>
                        <a:cs typeface="Fahkwang" panose="00000500000000000000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920613"/>
                  </a:ext>
                </a:extLst>
              </a:tr>
              <a:tr h="961069">
                <a:tc>
                  <a:txBody>
                    <a:bodyPr/>
                    <a:lstStyle/>
                    <a:p>
                      <a:pPr algn="l"/>
                      <a:endParaRPr lang="es-ES" sz="1400" b="1">
                        <a:solidFill>
                          <a:schemeClr val="bg1"/>
                        </a:solidFill>
                        <a:latin typeface="Fahkwang" panose="00000500000000000000" pitchFamily="2" charset="-34"/>
                        <a:cs typeface="Fahkwang" panose="00000500000000000000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787220"/>
                  </a:ext>
                </a:extLst>
              </a:tr>
              <a:tr h="961069">
                <a:tc>
                  <a:txBody>
                    <a:bodyPr/>
                    <a:lstStyle/>
                    <a:p>
                      <a:pPr algn="l"/>
                      <a:endParaRPr lang="es-ES" sz="1400" b="1">
                        <a:solidFill>
                          <a:srgbClr val="A64C34"/>
                        </a:solidFill>
                        <a:latin typeface="Fahkwang" panose="00000500000000000000" pitchFamily="2" charset="-34"/>
                        <a:cs typeface="Fahkwang" panose="00000500000000000000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090790"/>
                  </a:ext>
                </a:extLst>
              </a:tr>
            </a:tbl>
          </a:graphicData>
        </a:graphic>
      </p:graphicFrame>
      <p:sp>
        <p:nvSpPr>
          <p:cNvPr id="26" name="CuadroTexto 25">
            <a:extLst>
              <a:ext uri="{FF2B5EF4-FFF2-40B4-BE49-F238E27FC236}">
                <a16:creationId xmlns:a16="http://schemas.microsoft.com/office/drawing/2014/main" id="{33ED039C-3033-3CC4-EDB4-BE0738FCF04B}"/>
              </a:ext>
            </a:extLst>
          </p:cNvPr>
          <p:cNvSpPr txBox="1"/>
          <p:nvPr/>
        </p:nvSpPr>
        <p:spPr>
          <a:xfrm>
            <a:off x="3887026" y="5320069"/>
            <a:ext cx="1046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>
                <a:latin typeface="Aptos Light" panose="020B0004020202020204" pitchFamily="34" charset="0"/>
                <a:ea typeface="Source Sans Pro" panose="020B0503030403020204" pitchFamily="34" charset="0"/>
              </a:rPr>
              <a:t>XX%</a:t>
            </a:r>
          </a:p>
          <a:p>
            <a:pPr algn="ctr"/>
            <a:r>
              <a:rPr lang="es-ES" sz="1600">
                <a:latin typeface="Aptos Light" panose="020B0004020202020204" pitchFamily="34" charset="0"/>
                <a:ea typeface="Source Sans Pro" panose="020B0503030403020204" pitchFamily="34" charset="0"/>
              </a:rPr>
              <a:t>XXXM€ 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6447CDE-5AEB-AEF2-666D-20E5D5958BE6}"/>
              </a:ext>
            </a:extLst>
          </p:cNvPr>
          <p:cNvSpPr txBox="1"/>
          <p:nvPr/>
        </p:nvSpPr>
        <p:spPr>
          <a:xfrm>
            <a:off x="5904938" y="5320069"/>
            <a:ext cx="1046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>
                <a:latin typeface="Aptos Light" panose="020B0004020202020204" pitchFamily="34" charset="0"/>
                <a:ea typeface="Source Sans Pro" panose="020B0503030403020204" pitchFamily="34" charset="0"/>
              </a:rPr>
              <a:t>XX%</a:t>
            </a:r>
          </a:p>
          <a:p>
            <a:pPr algn="ctr"/>
            <a:r>
              <a:rPr lang="es-ES" sz="1600">
                <a:latin typeface="Aptos Light" panose="020B0004020202020204" pitchFamily="34" charset="0"/>
                <a:ea typeface="Source Sans Pro" panose="020B0503030403020204" pitchFamily="34" charset="0"/>
              </a:rPr>
              <a:t>XXXM€ 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2BA2A1A-7976-A8EC-7DDF-1F1AE01E93A2}"/>
              </a:ext>
            </a:extLst>
          </p:cNvPr>
          <p:cNvSpPr txBox="1"/>
          <p:nvPr/>
        </p:nvSpPr>
        <p:spPr>
          <a:xfrm>
            <a:off x="7750690" y="5320069"/>
            <a:ext cx="1046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>
                <a:latin typeface="Aptos Light" panose="020B0004020202020204" pitchFamily="34" charset="0"/>
                <a:ea typeface="Source Sans Pro" panose="020B0503030403020204" pitchFamily="34" charset="0"/>
              </a:rPr>
              <a:t>XX%</a:t>
            </a:r>
          </a:p>
          <a:p>
            <a:pPr algn="ctr"/>
            <a:r>
              <a:rPr lang="es-ES" sz="1600">
                <a:latin typeface="Aptos Light" panose="020B0004020202020204" pitchFamily="34" charset="0"/>
                <a:ea typeface="Source Sans Pro" panose="020B0503030403020204" pitchFamily="34" charset="0"/>
              </a:rPr>
              <a:t>XXXM€ 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EC8F865-3586-1256-A157-9BD0A77166AC}"/>
              </a:ext>
            </a:extLst>
          </p:cNvPr>
          <p:cNvSpPr txBox="1"/>
          <p:nvPr/>
        </p:nvSpPr>
        <p:spPr>
          <a:xfrm>
            <a:off x="9607608" y="5320069"/>
            <a:ext cx="1046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>
                <a:latin typeface="Aptos Light" panose="020B0004020202020204" pitchFamily="34" charset="0"/>
                <a:ea typeface="Source Sans Pro" panose="020B0503030403020204" pitchFamily="34" charset="0"/>
              </a:rPr>
              <a:t>XX%</a:t>
            </a:r>
          </a:p>
          <a:p>
            <a:pPr algn="ctr"/>
            <a:r>
              <a:rPr lang="es-ES" sz="1600">
                <a:latin typeface="Aptos Light" panose="020B0004020202020204" pitchFamily="34" charset="0"/>
                <a:ea typeface="Source Sans Pro" panose="020B0503030403020204" pitchFamily="34" charset="0"/>
              </a:rPr>
              <a:t>XXXM€ 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737CC1B-B0F9-1C0B-E61B-CEFD8EA5CDC1}"/>
              </a:ext>
            </a:extLst>
          </p:cNvPr>
          <p:cNvSpPr txBox="1"/>
          <p:nvPr/>
        </p:nvSpPr>
        <p:spPr>
          <a:xfrm>
            <a:off x="665048" y="866869"/>
            <a:ext cx="41655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>
                <a:latin typeface="Fahkwang" panose="00000500000000000000" pitchFamily="2" charset="-34"/>
                <a:cs typeface="Fahkwang" panose="00000500000000000000" pitchFamily="2" charset="-34"/>
              </a:rPr>
              <a:t>Título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561D317B-1B00-E420-8C4A-003939A0B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73933" y="351628"/>
            <a:ext cx="1399683" cy="397208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FF0364B0-BF78-0510-29AE-6565CCEED912}"/>
              </a:ext>
            </a:extLst>
          </p:cNvPr>
          <p:cNvSpPr/>
          <p:nvPr/>
        </p:nvSpPr>
        <p:spPr>
          <a:xfrm>
            <a:off x="0" y="2394920"/>
            <a:ext cx="3426488" cy="500482"/>
          </a:xfrm>
          <a:prstGeom prst="rect">
            <a:avLst/>
          </a:prstGeom>
          <a:solidFill>
            <a:srgbClr val="C2803B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E22D32B-EB63-FDB0-D200-D89C20814FAC}"/>
              </a:ext>
            </a:extLst>
          </p:cNvPr>
          <p:cNvSpPr txBox="1"/>
          <p:nvPr/>
        </p:nvSpPr>
        <p:spPr>
          <a:xfrm>
            <a:off x="861661" y="2490670"/>
            <a:ext cx="23613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b="1">
                <a:solidFill>
                  <a:schemeClr val="bg1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CATEGORIA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06A72C8-3613-103C-750C-A7042CD62118}"/>
              </a:ext>
            </a:extLst>
          </p:cNvPr>
          <p:cNvSpPr/>
          <p:nvPr/>
        </p:nvSpPr>
        <p:spPr>
          <a:xfrm>
            <a:off x="0" y="3359562"/>
            <a:ext cx="3426488" cy="500482"/>
          </a:xfrm>
          <a:prstGeom prst="rect">
            <a:avLst/>
          </a:prstGeom>
          <a:solidFill>
            <a:srgbClr val="B04B36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8F17FB7-28B5-DAD6-EE62-2FF7B34ECE39}"/>
              </a:ext>
            </a:extLst>
          </p:cNvPr>
          <p:cNvSpPr/>
          <p:nvPr/>
        </p:nvSpPr>
        <p:spPr>
          <a:xfrm>
            <a:off x="0" y="4334252"/>
            <a:ext cx="3426488" cy="500482"/>
          </a:xfrm>
          <a:prstGeom prst="rect">
            <a:avLst/>
          </a:prstGeom>
          <a:solidFill>
            <a:srgbClr val="7F8768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D91FAC3-9A37-9E26-310E-ADF0E902B9F2}"/>
              </a:ext>
            </a:extLst>
          </p:cNvPr>
          <p:cNvSpPr/>
          <p:nvPr/>
        </p:nvSpPr>
        <p:spPr>
          <a:xfrm>
            <a:off x="0" y="5359184"/>
            <a:ext cx="3426488" cy="500482"/>
          </a:xfrm>
          <a:prstGeom prst="rect">
            <a:avLst/>
          </a:prstGeom>
          <a:solidFill>
            <a:srgbClr val="C1A58C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A8EFD9D-B468-844B-46C7-A750D2FA8FE0}"/>
              </a:ext>
            </a:extLst>
          </p:cNvPr>
          <p:cNvSpPr txBox="1"/>
          <p:nvPr/>
        </p:nvSpPr>
        <p:spPr>
          <a:xfrm>
            <a:off x="1304925" y="5320069"/>
            <a:ext cx="1438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>
                <a:solidFill>
                  <a:schemeClr val="bg1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CATEGORIA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1C64CFF-4A4B-D5C4-1296-4AD28EBFB6DF}"/>
              </a:ext>
            </a:extLst>
          </p:cNvPr>
          <p:cNvSpPr txBox="1"/>
          <p:nvPr/>
        </p:nvSpPr>
        <p:spPr>
          <a:xfrm>
            <a:off x="665048" y="3466343"/>
            <a:ext cx="2744712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ES" sz="1400" b="1">
                <a:solidFill>
                  <a:schemeClr val="bg1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CATEGORIA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69EEE1D-CF96-2591-526B-9B8233390AE1}"/>
              </a:ext>
            </a:extLst>
          </p:cNvPr>
          <p:cNvSpPr txBox="1"/>
          <p:nvPr/>
        </p:nvSpPr>
        <p:spPr>
          <a:xfrm>
            <a:off x="1104701" y="4431851"/>
            <a:ext cx="17984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b="1">
                <a:solidFill>
                  <a:schemeClr val="bg1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CATEGORIA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003A64C-EF0A-98DF-568C-CD2F9004A718}"/>
              </a:ext>
            </a:extLst>
          </p:cNvPr>
          <p:cNvSpPr txBox="1"/>
          <p:nvPr/>
        </p:nvSpPr>
        <p:spPr>
          <a:xfrm>
            <a:off x="564196" y="429552"/>
            <a:ext cx="6096000" cy="293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6510" defTabSz="1219170">
              <a:lnSpc>
                <a:spcPct val="115000"/>
              </a:lnSpc>
              <a:spcBef>
                <a:spcPts val="133"/>
              </a:spcBef>
              <a:buClr>
                <a:srgbClr val="000000"/>
              </a:buClr>
              <a:buSzPts val="1100"/>
              <a:defRPr/>
            </a:pPr>
            <a:r>
              <a:rPr lang="es-ES" sz="1200">
                <a:latin typeface="Fahkwang"/>
                <a:cs typeface="Fahkwang"/>
                <a:sym typeface="Fahkwang"/>
              </a:rPr>
              <a:t>TÍTULO SECCIÓN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7451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07">
          <a:extLst>
            <a:ext uri="{FF2B5EF4-FFF2-40B4-BE49-F238E27FC236}">
              <a16:creationId xmlns:a16="http://schemas.microsoft.com/office/drawing/2014/main" id="{16BD5598-CBFD-9DE4-6163-728839D3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>
            <a:extLst>
              <a:ext uri="{FF2B5EF4-FFF2-40B4-BE49-F238E27FC236}">
                <a16:creationId xmlns:a16="http://schemas.microsoft.com/office/drawing/2014/main" id="{5FF1D9DB-0E9C-1BA1-41B8-1F3A13B7BA10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526"/>
          <a:stretch>
            <a:fillRect/>
          </a:stretch>
        </p:blipFill>
        <p:spPr>
          <a:xfrm>
            <a:off x="10322423" y="4687969"/>
            <a:ext cx="1451838" cy="1238697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408356BD-994D-1690-F3C7-1302D22714E6}"/>
              </a:ext>
            </a:extLst>
          </p:cNvPr>
          <p:cNvSpPr/>
          <p:nvPr/>
        </p:nvSpPr>
        <p:spPr>
          <a:xfrm>
            <a:off x="-12228" y="0"/>
            <a:ext cx="5666394" cy="6858000"/>
          </a:xfrm>
          <a:prstGeom prst="rect">
            <a:avLst/>
          </a:prstGeom>
          <a:solidFill>
            <a:srgbClr val="C9C4B8">
              <a:alpha val="51120"/>
            </a:srgbClr>
          </a:solidFill>
          <a:ln w="1121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C83A49-E64A-FE27-096B-E3949660B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059" y="1459951"/>
            <a:ext cx="121920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219170">
              <a:defRPr/>
            </a:pPr>
            <a:r>
              <a:rPr lang="es-ES" altLang="es-ES" sz="2400" ker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 </a:t>
            </a:r>
            <a:endParaRPr lang="es-ES" altLang="es-ES" sz="2400" kern="0">
              <a:solidFill>
                <a:srgbClr val="FFFCE9"/>
              </a:solidFill>
              <a:cs typeface="Arial"/>
              <a:sym typeface="Arial"/>
            </a:endParaRPr>
          </a:p>
          <a:p>
            <a:pPr defTabSz="1219170">
              <a:defRPr/>
            </a:pPr>
            <a:endParaRPr lang="es-ES" altLang="es-ES" sz="2400" kern="0">
              <a:solidFill>
                <a:srgbClr val="FFFCE9"/>
              </a:solidFill>
              <a:cs typeface="Arial"/>
              <a:sym typeface="Arial"/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8855F1B6-B26A-31B6-FD23-60D74EE84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48247" y="315323"/>
            <a:ext cx="1399683" cy="397208"/>
          </a:xfrm>
          <a:prstGeom prst="rect">
            <a:avLst/>
          </a:prstGeom>
        </p:spPr>
      </p:pic>
      <p:sp>
        <p:nvSpPr>
          <p:cNvPr id="17" name="Forma libre 2">
            <a:extLst>
              <a:ext uri="{FF2B5EF4-FFF2-40B4-BE49-F238E27FC236}">
                <a16:creationId xmlns:a16="http://schemas.microsoft.com/office/drawing/2014/main" id="{C1A34F23-720F-576D-1CB2-ECCAF426297F}"/>
              </a:ext>
            </a:extLst>
          </p:cNvPr>
          <p:cNvSpPr/>
          <p:nvPr/>
        </p:nvSpPr>
        <p:spPr>
          <a:xfrm>
            <a:off x="-1226258" y="332990"/>
            <a:ext cx="6414114" cy="500482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6445404 w 6660995"/>
              <a:gd name="connsiteY2" fmla="*/ 516084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523573"/>
              <a:gd name="connsiteX1" fmla="*/ 0 w 6660995"/>
              <a:gd name="connsiteY1" fmla="*/ 523573 h 523573"/>
              <a:gd name="connsiteX2" fmla="*/ 6445404 w 6660995"/>
              <a:gd name="connsiteY2" fmla="*/ 516084 h 523573"/>
              <a:gd name="connsiteX3" fmla="*/ 6660995 w 6660995"/>
              <a:gd name="connsiteY3" fmla="*/ 0 h 523573"/>
              <a:gd name="connsiteX4" fmla="*/ 7434 w 6660995"/>
              <a:gd name="connsiteY4" fmla="*/ 7652 h 52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523573">
                <a:moveTo>
                  <a:pt x="7434" y="7652"/>
                </a:moveTo>
                <a:lnTo>
                  <a:pt x="0" y="523573"/>
                </a:lnTo>
                <a:lnTo>
                  <a:pt x="6445404" y="516084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93607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Google Shape;1052;p66">
            <a:extLst>
              <a:ext uri="{FF2B5EF4-FFF2-40B4-BE49-F238E27FC236}">
                <a16:creationId xmlns:a16="http://schemas.microsoft.com/office/drawing/2014/main" id="{034D67FC-23E1-2863-ADAB-5BE3C2578618}"/>
              </a:ext>
            </a:extLst>
          </p:cNvPr>
          <p:cNvSpPr txBox="1"/>
          <p:nvPr/>
        </p:nvSpPr>
        <p:spPr>
          <a:xfrm>
            <a:off x="731202" y="1580901"/>
            <a:ext cx="4799554" cy="497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t" anchorCtr="0">
            <a:noAutofit/>
          </a:bodyPr>
          <a:lstStyle/>
          <a:p>
            <a:endParaRPr lang="es-ES" sz="1100" b="1" u="sng">
              <a:solidFill>
                <a:srgbClr val="67633D"/>
              </a:solidFill>
            </a:endParaRPr>
          </a:p>
          <a:p>
            <a:r>
              <a:rPr lang="es-ES" sz="1600" b="1">
                <a:solidFill>
                  <a:srgbClr val="9A945C"/>
                </a:solidFill>
                <a:latin typeface="+mj-lt"/>
                <a:ea typeface="Source Sans Pro"/>
              </a:rPr>
              <a:t>CATEGORÍA</a:t>
            </a:r>
            <a:endParaRPr lang="es-ES" sz="1400">
              <a:solidFill>
                <a:srgbClr val="9A945C"/>
              </a:solidFill>
              <a:latin typeface="+mj-lt"/>
              <a:ea typeface="Source Sans Pro"/>
            </a:endParaRPr>
          </a:p>
          <a:p>
            <a:r>
              <a:rPr lang="es-ES" sz="1400">
                <a:latin typeface="Aptos Light" panose="020B0004020202020204" pitchFamily="34" charset="0"/>
                <a:ea typeface="Source Sans Pro"/>
              </a:rPr>
              <a:t>xxxxxxxxxxxxxxxxxxxxxxxxxxxxxxxxxxxxxxxxxxxxxxxxxxxxxxxxxxxxxxxxxxxxxxxxxxxxxxxxxxxxxxxxxxxxxxxxxxxxxxxxxxxxxxxxxxxxxxxxxxxxxxxxxxxxxxxxxxxxxxxxxx</a:t>
            </a:r>
          </a:p>
          <a:p>
            <a:endParaRPr lang="es-ES" sz="1400">
              <a:solidFill>
                <a:srgbClr val="000000"/>
              </a:solidFill>
              <a:latin typeface="Aptos Light" panose="020B0004020202020204" pitchFamily="34" charset="0"/>
              <a:ea typeface="Source Sans Pro"/>
            </a:endParaRPr>
          </a:p>
          <a:p>
            <a:r>
              <a:rPr lang="es-ES" sz="1600" b="1">
                <a:solidFill>
                  <a:srgbClr val="9A945C"/>
                </a:solidFill>
                <a:latin typeface="+mj-lt"/>
                <a:ea typeface="Source Sans Pro"/>
              </a:rPr>
              <a:t>CATEGORÍA</a:t>
            </a:r>
          </a:p>
          <a:p>
            <a:r>
              <a:rPr lang="es-ES" sz="1400">
                <a:latin typeface="Aptos Light" panose="020B0004020202020204" pitchFamily="34" charset="0"/>
                <a:ea typeface="Source Sans Pro"/>
              </a:rPr>
              <a:t>xxxxxxxxxxxxxxxxxxxxxxxxxxxxxxxxxxxxxxxxxxxxxxxxxxxxxxxxxxxxxxxxxxxxxxxxxxxxxxxxxxxxxxxxxxxxxxxxxxxxxxxxxxxxxxxxxxxxxxxxxxxxxxxxxxxxxxxxxxxxxxxxxx</a:t>
            </a:r>
          </a:p>
          <a:p>
            <a:endParaRPr lang="es-ES" sz="1400">
              <a:solidFill>
                <a:srgbClr val="000000"/>
              </a:solidFill>
              <a:latin typeface="Aptos Light" panose="020B0004020202020204" pitchFamily="34" charset="0"/>
              <a:ea typeface="Source Sans Pro" panose="020B0503030403020204" pitchFamily="34" charset="0"/>
            </a:endParaRPr>
          </a:p>
          <a:p>
            <a:r>
              <a:rPr lang="es-ES" sz="1600" b="1">
                <a:solidFill>
                  <a:srgbClr val="9A945C"/>
                </a:solidFill>
                <a:latin typeface="+mj-lt"/>
                <a:ea typeface="Source Sans Pro"/>
              </a:rPr>
              <a:t>CATEGORÍA</a:t>
            </a:r>
          </a:p>
          <a:p>
            <a:r>
              <a:rPr lang="es-ES" sz="1400">
                <a:latin typeface="Aptos Light" panose="020B0004020202020204" pitchFamily="34" charset="0"/>
                <a:ea typeface="Source Sans Pro"/>
              </a:rPr>
              <a:t>xxxxxxxxxxxxxxxxxxxxxxxxxxxxxxxxxxxxxxxxxxxxxxxxxxxxxxxxxxxxxxxxxxxxxxxxxxxxxxxxxxxxxxxxxxxxxxxxxxxxxxxxxxxxxxxxxxxxxxxxxxxxxxxxxxxxxxxxxxxxxxxxxx.</a:t>
            </a:r>
          </a:p>
          <a:p>
            <a:endParaRPr lang="es-ES" sz="1400">
              <a:latin typeface="Aptos Light" panose="020B0004020202020204" pitchFamily="34" charset="0"/>
              <a:ea typeface="Source Sans Pro"/>
            </a:endParaRPr>
          </a:p>
          <a:p>
            <a:r>
              <a:rPr lang="es-ES" sz="1400">
                <a:latin typeface="Aptos Light" panose="020B0004020202020204" pitchFamily="34" charset="0"/>
                <a:ea typeface="Source Sans Pro"/>
              </a:rPr>
              <a:t>xxxxxxxxxxxxxxxxxxxxxxxxxxxxxxxxxxxxxxxxxxxxxxxxxxxxxxxxxxxxxxxxxxxxxxxxxxxxxxxxxxxxxxxxxxxxxxxxxxxxxxxxxxxxxxxxxxxxxxxxxxxxxxxxxxxxxxxxxxxxxxxxxx</a:t>
            </a:r>
          </a:p>
          <a:p>
            <a:endParaRPr lang="es-ES" sz="1400">
              <a:latin typeface="Aptos Light" panose="020B0004020202020204" pitchFamily="34" charset="0"/>
              <a:ea typeface="Source Sans Pro"/>
            </a:endParaRPr>
          </a:p>
          <a:p>
            <a:pPr marL="812165" algn="ctr" defTabSz="1625519">
              <a:buClr>
                <a:srgbClr val="000000"/>
              </a:buClr>
              <a:defRPr/>
            </a:pPr>
            <a:endParaRPr lang="es-ES" sz="1777" kern="0">
              <a:solidFill>
                <a:srgbClr val="25252B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7" name="Google Shape;1050;p66">
            <a:extLst>
              <a:ext uri="{FF2B5EF4-FFF2-40B4-BE49-F238E27FC236}">
                <a16:creationId xmlns:a16="http://schemas.microsoft.com/office/drawing/2014/main" id="{DAC90F00-D732-10DC-1FE1-426C001EBD7A}"/>
              </a:ext>
            </a:extLst>
          </p:cNvPr>
          <p:cNvSpPr txBox="1"/>
          <p:nvPr/>
        </p:nvSpPr>
        <p:spPr>
          <a:xfrm>
            <a:off x="6189726" y="5938521"/>
            <a:ext cx="2153729" cy="56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ctr" defTabSz="1625519">
              <a:defRPr/>
            </a:pPr>
            <a:r>
              <a:rPr lang="es-ES" sz="1400" kern="0">
                <a:solidFill>
                  <a:srgbClr val="25252B"/>
                </a:solidFill>
                <a:latin typeface="Fahkwang"/>
                <a:cs typeface="Fahkwang"/>
              </a:rPr>
              <a:t>SKINIFICACIÓN</a:t>
            </a:r>
          </a:p>
        </p:txBody>
      </p:sp>
      <p:sp>
        <p:nvSpPr>
          <p:cNvPr id="9" name="Google Shape;1050;p66">
            <a:extLst>
              <a:ext uri="{FF2B5EF4-FFF2-40B4-BE49-F238E27FC236}">
                <a16:creationId xmlns:a16="http://schemas.microsoft.com/office/drawing/2014/main" id="{501057E6-2E48-3E92-0F49-684038B45C94}"/>
              </a:ext>
            </a:extLst>
          </p:cNvPr>
          <p:cNvSpPr txBox="1"/>
          <p:nvPr/>
        </p:nvSpPr>
        <p:spPr>
          <a:xfrm>
            <a:off x="8185440" y="5938520"/>
            <a:ext cx="2153729" cy="56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ctr" defTabSz="1625519">
              <a:defRPr/>
            </a:pPr>
            <a:r>
              <a:rPr lang="es-ES" sz="1400" kern="0">
                <a:solidFill>
                  <a:srgbClr val="25252B"/>
                </a:solidFill>
                <a:latin typeface="Fahkwang"/>
                <a:cs typeface="Fahkwang"/>
              </a:rPr>
              <a:t>IN&amp;OUT</a:t>
            </a:r>
            <a:endParaRPr lang="es-ES"/>
          </a:p>
        </p:txBody>
      </p:sp>
      <p:sp>
        <p:nvSpPr>
          <p:cNvPr id="10" name="Google Shape;1050;p66">
            <a:extLst>
              <a:ext uri="{FF2B5EF4-FFF2-40B4-BE49-F238E27FC236}">
                <a16:creationId xmlns:a16="http://schemas.microsoft.com/office/drawing/2014/main" id="{F3FCCEFC-FC63-AFE6-5281-EAFAFF593010}"/>
              </a:ext>
            </a:extLst>
          </p:cNvPr>
          <p:cNvSpPr txBox="1"/>
          <p:nvPr/>
        </p:nvSpPr>
        <p:spPr>
          <a:xfrm>
            <a:off x="9975535" y="6059471"/>
            <a:ext cx="2153729" cy="56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ctr" defTabSz="1625519">
              <a:defRPr/>
            </a:pPr>
            <a:r>
              <a:rPr lang="es-ES" sz="1400" kern="0">
                <a:solidFill>
                  <a:srgbClr val="25252B"/>
                </a:solidFill>
                <a:latin typeface="Fahkwang"/>
                <a:cs typeface="Fahkwang"/>
              </a:rPr>
              <a:t>99% AQUA</a:t>
            </a:r>
          </a:p>
          <a:p>
            <a:pPr algn="ctr" defTabSz="1625519">
              <a:defRPr/>
            </a:pPr>
            <a:r>
              <a:rPr lang="es-ES" sz="1400" kern="0">
                <a:solidFill>
                  <a:srgbClr val="25252B"/>
                </a:solidFill>
                <a:latin typeface="Fahkwang"/>
                <a:cs typeface="Fahkwang"/>
              </a:rPr>
              <a:t>WC</a:t>
            </a:r>
          </a:p>
        </p:txBody>
      </p:sp>
      <p:cxnSp>
        <p:nvCxnSpPr>
          <p:cNvPr id="12" name="Google Shape;1016;p65">
            <a:extLst>
              <a:ext uri="{FF2B5EF4-FFF2-40B4-BE49-F238E27FC236}">
                <a16:creationId xmlns:a16="http://schemas.microsoft.com/office/drawing/2014/main" id="{D4AED9AC-10B7-4C31-414F-6E9495951D1C}"/>
              </a:ext>
            </a:extLst>
          </p:cNvPr>
          <p:cNvCxnSpPr>
            <a:cxnSpLocks/>
          </p:cNvCxnSpPr>
          <p:nvPr/>
        </p:nvCxnSpPr>
        <p:spPr>
          <a:xfrm>
            <a:off x="665049" y="1984188"/>
            <a:ext cx="0" cy="3810220"/>
          </a:xfrm>
          <a:prstGeom prst="straightConnector1">
            <a:avLst/>
          </a:prstGeom>
          <a:noFill/>
          <a:ln w="38100" cap="flat" cmpd="sng">
            <a:solidFill>
              <a:srgbClr val="9A945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" name="Grupo 47">
            <a:extLst>
              <a:ext uri="{FF2B5EF4-FFF2-40B4-BE49-F238E27FC236}">
                <a16:creationId xmlns:a16="http://schemas.microsoft.com/office/drawing/2014/main" id="{275A02E0-E3BC-38FC-874A-956AA121B5ED}"/>
              </a:ext>
            </a:extLst>
          </p:cNvPr>
          <p:cNvGrpSpPr/>
          <p:nvPr/>
        </p:nvGrpSpPr>
        <p:grpSpPr>
          <a:xfrm>
            <a:off x="6990346" y="2282576"/>
            <a:ext cx="3824079" cy="1774403"/>
            <a:chOff x="13081493" y="1580901"/>
            <a:chExt cx="4697413" cy="2179638"/>
          </a:xfrm>
        </p:grpSpPr>
        <p:graphicFrame>
          <p:nvGraphicFramePr>
            <p:cNvPr id="21" name="Chart 3">
              <a:extLst>
                <a:ext uri="{FF2B5EF4-FFF2-40B4-BE49-F238E27FC236}">
                  <a16:creationId xmlns:a16="http://schemas.microsoft.com/office/drawing/2014/main" id="{2F52FEF9-95AD-5552-C0AE-F70F689FA910}"/>
                </a:ext>
              </a:extLst>
            </p:cNvPr>
            <p:cNvGraphicFramePr/>
            <p:nvPr>
              <p:custDataLst>
                <p:tags r:id="rId12"/>
              </p:custDataLst>
              <p:extLst>
                <p:ext uri="{D42A27DB-BD31-4B8C-83A1-F6EECF244321}">
                  <p14:modId xmlns:p14="http://schemas.microsoft.com/office/powerpoint/2010/main" val="1934374649"/>
                </p:ext>
              </p:extLst>
            </p:nvPr>
          </p:nvGraphicFramePr>
          <p:xfrm>
            <a:off x="13081493" y="1580901"/>
            <a:ext cx="4697413" cy="217963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9"/>
            </a:graphicData>
          </a:graphic>
        </p:graphicFrame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FEB2A90C-7FE2-CC5B-0BDB-478129E2F4F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gray">
            <a:xfrm>
              <a:off x="13724431" y="3017589"/>
              <a:ext cx="392113" cy="136525"/>
            </a:xfrm>
            <a:prstGeom prst="rect">
              <a:avLst/>
            </a:prstGeom>
            <a:no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17463" tIns="0" rIns="17463" bIns="0" rtlCol="0" anchor="b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000" err="1">
                  <a:solidFill>
                    <a:schemeClr val="bg1"/>
                  </a:solidFill>
                </a:rPr>
                <a:t>Xxx</a:t>
              </a:r>
              <a:r>
                <a:rPr lang="es-ES" altLang="en-US" sz="1000">
                  <a:solidFill>
                    <a:schemeClr val="bg1"/>
                  </a:solidFill>
                </a:rPr>
                <a:t>%</a:t>
              </a:r>
              <a:endParaRPr lang="es-ES" sz="1000">
                <a:solidFill>
                  <a:schemeClr val="bg1"/>
                </a:solidFill>
              </a:endParaRPr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9E144BFC-E1F7-294C-5986-6A54EDB286A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gray">
            <a:xfrm>
              <a:off x="15234143" y="3001714"/>
              <a:ext cx="392113" cy="136525"/>
            </a:xfrm>
            <a:prstGeom prst="rect">
              <a:avLst/>
            </a:prstGeom>
            <a:noFill/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DB1CF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17463" tIns="0" rIns="17463" bIns="0" rtlCol="0" anchor="b"/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000" err="1">
                  <a:solidFill>
                    <a:schemeClr val="bg1"/>
                  </a:solidFill>
                </a:rPr>
                <a:t>Xx</a:t>
              </a:r>
              <a:r>
                <a:rPr lang="es-ES" altLang="en-US" sz="1000">
                  <a:solidFill>
                    <a:schemeClr val="bg1"/>
                  </a:solidFill>
                </a:rPr>
                <a:t>%</a:t>
              </a:r>
              <a:endParaRPr lang="es-ES" sz="1000">
                <a:solidFill>
                  <a:schemeClr val="bg1"/>
                </a:solidFill>
              </a:endParaRPr>
            </a:p>
          </p:txBody>
        </p:sp>
      </p:grp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9BED3142-B25D-ABD4-E510-2017DB5788B1}"/>
              </a:ext>
            </a:extLst>
          </p:cNvPr>
          <p:cNvCxnSpPr/>
          <p:nvPr>
            <p:custDataLst>
              <p:tags r:id="rId1"/>
            </p:custDataLst>
          </p:nvPr>
        </p:nvCxnSpPr>
        <p:spPr bwMode="gray">
          <a:xfrm>
            <a:off x="16805768" y="1199901"/>
            <a:ext cx="150813" cy="0"/>
          </a:xfrm>
          <a:prstGeom prst="line">
            <a:avLst/>
          </a:prstGeom>
          <a:ln w="28575" cap="rnd" cmpd="sng" algn="ctr">
            <a:solidFill>
              <a:srgbClr val="A64C34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E5E9359A-8CEF-DD0A-C66F-5FFBCF4EF101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791480" y="1336426"/>
            <a:ext cx="179388" cy="133350"/>
          </a:xfrm>
          <a:prstGeom prst="rect">
            <a:avLst/>
          </a:prstGeom>
          <a:solidFill>
            <a:srgbClr val="9A945C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58C549B-5C19-D361-72F6-1576F9736B92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7021668" y="1128464"/>
            <a:ext cx="303213" cy="15240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FBA249E-7777-45F6-8B5B-72202A238339}" type="datetime'''M''''''''B''''''''''''''''''%'''''''''''''">
              <a:rPr lang="es-ES" altLang="en-US" sz="10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MB%</a:t>
            </a:fld>
            <a:endParaRPr lang="es-ES" sz="1000">
              <a:solidFill>
                <a:schemeClr val="tx1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9D745F2-3FCB-40F1-5F05-8979CA6AD0C4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7021668" y="1331664"/>
            <a:ext cx="757238" cy="15240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42BB41E8-4A74-4A7D-A0FA-F60324C5EE68}" type="datetime'V''''''e''nt''a''''''''s'' ''N''e''t''a''''''''s'''''''">
              <a:rPr lang="es-ES" altLang="en-US" sz="10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Ventas Netas</a:t>
            </a:fld>
            <a:endParaRPr lang="es-ES" sz="1000">
              <a:solidFill>
                <a:schemeClr val="tx1"/>
              </a:solidFill>
            </a:endParaRPr>
          </a:p>
        </p:txBody>
      </p:sp>
      <p:graphicFrame>
        <p:nvGraphicFramePr>
          <p:cNvPr id="37" name="Tabla 36">
            <a:extLst>
              <a:ext uri="{FF2B5EF4-FFF2-40B4-BE49-F238E27FC236}">
                <a16:creationId xmlns:a16="http://schemas.microsoft.com/office/drawing/2014/main" id="{2B20464B-7782-4256-43B2-FE54FE651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127484"/>
              </p:ext>
            </p:extLst>
          </p:nvPr>
        </p:nvGraphicFramePr>
        <p:xfrm>
          <a:off x="7345345" y="874753"/>
          <a:ext cx="3270488" cy="892872"/>
        </p:xfrm>
        <a:graphic>
          <a:graphicData uri="http://schemas.openxmlformats.org/drawingml/2006/table">
            <a:tbl>
              <a:tblPr/>
              <a:tblGrid>
                <a:gridCol w="1308442">
                  <a:extLst>
                    <a:ext uri="{9D8B030D-6E8A-4147-A177-3AD203B41FA5}">
                      <a16:colId xmlns:a16="http://schemas.microsoft.com/office/drawing/2014/main" val="175349472"/>
                    </a:ext>
                  </a:extLst>
                </a:gridCol>
                <a:gridCol w="1097600">
                  <a:extLst>
                    <a:ext uri="{9D8B030D-6E8A-4147-A177-3AD203B41FA5}">
                      <a16:colId xmlns:a16="http://schemas.microsoft.com/office/drawing/2014/main" val="2590937259"/>
                    </a:ext>
                  </a:extLst>
                </a:gridCol>
                <a:gridCol w="864446">
                  <a:extLst>
                    <a:ext uri="{9D8B030D-6E8A-4147-A177-3AD203B41FA5}">
                      <a16:colId xmlns:a16="http://schemas.microsoft.com/office/drawing/2014/main" val="3930930126"/>
                    </a:ext>
                  </a:extLst>
                </a:gridCol>
              </a:tblGrid>
              <a:tr h="2172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Aptos Light" panose="020B0004020202020204" pitchFamily="34" charset="0"/>
                      </a:endParaRPr>
                    </a:p>
                  </a:txBody>
                  <a:tcPr marL="5282" marR="5282" marT="5282" marB="0" anchor="b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000" b="1" i="0" u="none" strike="noStrike">
                          <a:solidFill>
                            <a:schemeClr val="bg1"/>
                          </a:solidFill>
                          <a:effectLst/>
                          <a:latin typeface="Aptos Light" panose="020B0004020202020204" pitchFamily="34" charset="0"/>
                        </a:rPr>
                        <a:t>Ventas Netas (M€)</a:t>
                      </a:r>
                    </a:p>
                  </a:txBody>
                  <a:tcPr marL="76057" marR="76057" marT="38028" marB="38028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7F87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23611"/>
                  </a:ext>
                </a:extLst>
              </a:tr>
              <a:tr h="221472">
                <a:tc>
                  <a:txBody>
                    <a:bodyPr/>
                    <a:lstStyle/>
                    <a:p>
                      <a:pPr lvl="0" algn="ctr" fontAlgn="ctr">
                        <a:buNone/>
                      </a:pP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Light" panose="020B0004020202020204" pitchFamily="34" charset="0"/>
                        </a:rPr>
                        <a:t>Familia</a:t>
                      </a:r>
                    </a:p>
                  </a:txBody>
                  <a:tcPr marL="5282" marR="5282" marT="528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6D3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>
                        <a:buNone/>
                      </a:pP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Light" panose="020B0004020202020204" pitchFamily="34" charset="0"/>
                        </a:rPr>
                        <a:t>LE 2025</a:t>
                      </a:r>
                    </a:p>
                  </a:txBody>
                  <a:tcPr marL="5282" marR="5282" marT="528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6D3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>
                        <a:buNone/>
                      </a:pP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Light" panose="020B0004020202020204" pitchFamily="34" charset="0"/>
                        </a:rPr>
                        <a:t>BU 2026</a:t>
                      </a:r>
                    </a:p>
                  </a:txBody>
                  <a:tcPr marL="5282" marR="5282" marT="528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6D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71064"/>
                  </a:ext>
                </a:extLst>
              </a:tr>
              <a:tr h="221472">
                <a:tc>
                  <a:txBody>
                    <a:bodyPr/>
                    <a:lstStyle/>
                    <a:p>
                      <a:pPr lvl="0"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Light" panose="020B0004020202020204" pitchFamily="34" charset="0"/>
                        </a:rPr>
                        <a:t>WIPES</a:t>
                      </a:r>
                    </a:p>
                  </a:txBody>
                  <a:tcPr marL="5282" marR="5282" marT="528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Light" panose="020B0004020202020204" pitchFamily="34" charset="0"/>
                        </a:rPr>
                        <a:t>                    8,5 </a:t>
                      </a:r>
                    </a:p>
                  </a:txBody>
                  <a:tcPr marL="5282" marR="5282" marT="528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Light" panose="020B0004020202020204" pitchFamily="34" charset="0"/>
                        </a:rPr>
                        <a:t>                    9,9 </a:t>
                      </a:r>
                    </a:p>
                  </a:txBody>
                  <a:tcPr marL="5282" marR="5282" marT="528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260964"/>
                  </a:ext>
                </a:extLst>
              </a:tr>
              <a:tr h="221472">
                <a:tc>
                  <a:txBody>
                    <a:bodyPr/>
                    <a:lstStyle/>
                    <a:p>
                      <a:pPr lvl="0" algn="ctr" fontAlgn="ctr">
                        <a:buNone/>
                      </a:pP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Light" panose="020B0004020202020204" pitchFamily="34" charset="0"/>
                        </a:rPr>
                        <a:t>TOTAL</a:t>
                      </a:r>
                    </a:p>
                  </a:txBody>
                  <a:tcPr marL="5282" marR="5282" marT="528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Light" panose="020B0004020202020204" pitchFamily="34" charset="0"/>
                        </a:rPr>
                        <a:t>            8,5 </a:t>
                      </a:r>
                    </a:p>
                  </a:txBody>
                  <a:tcPr marL="5282" marR="5282" marT="528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ctr">
                        <a:buNone/>
                      </a:pP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Light" panose="020B0004020202020204" pitchFamily="34" charset="0"/>
                        </a:rPr>
                        <a:t>            9,9 </a:t>
                      </a:r>
                    </a:p>
                  </a:txBody>
                  <a:tcPr marL="5282" marR="5282" marT="528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388831"/>
                  </a:ext>
                </a:extLst>
              </a:tr>
            </a:tbl>
          </a:graphicData>
        </a:graphic>
      </p:graphicFrame>
      <p:cxnSp>
        <p:nvCxnSpPr>
          <p:cNvPr id="1042" name="Conector recto 1041">
            <a:extLst>
              <a:ext uri="{FF2B5EF4-FFF2-40B4-BE49-F238E27FC236}">
                <a16:creationId xmlns:a16="http://schemas.microsoft.com/office/drawing/2014/main" id="{1347221A-5B0C-38C6-A237-7AECD818B9DD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10867595" y="3666925"/>
            <a:ext cx="123199" cy="0"/>
          </a:xfrm>
          <a:prstGeom prst="line">
            <a:avLst/>
          </a:prstGeom>
          <a:ln w="28575" cap="rnd" cmpd="sng" algn="ctr">
            <a:solidFill>
              <a:srgbClr val="9A945C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3" name="Rectángulo 1042">
            <a:extLst>
              <a:ext uri="{FF2B5EF4-FFF2-40B4-BE49-F238E27FC236}">
                <a16:creationId xmlns:a16="http://schemas.microsoft.com/office/drawing/2014/main" id="{75C61983-3E34-3074-F65F-BBAF9422D8EB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855923" y="3778452"/>
            <a:ext cx="146542" cy="108933"/>
          </a:xfrm>
          <a:prstGeom prst="rect">
            <a:avLst/>
          </a:prstGeom>
          <a:solidFill>
            <a:srgbClr val="A64C34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4" name="Rectángulo 1043">
            <a:extLst>
              <a:ext uri="{FF2B5EF4-FFF2-40B4-BE49-F238E27FC236}">
                <a16:creationId xmlns:a16="http://schemas.microsoft.com/office/drawing/2014/main" id="{DF656FD8-3EBF-6E09-032C-27272AAA269A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043963" y="3608569"/>
            <a:ext cx="247694" cy="12449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1BEAB3E-1845-47C6-9D62-EFAB2D9E6080}" type="datetime'''''''MB''''%'''''''''''">
              <a:rPr lang="es-ES" altLang="en-US" sz="10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MB%</a:t>
            </a:fld>
            <a:endParaRPr lang="es-ES" sz="1000">
              <a:solidFill>
                <a:schemeClr val="tx1"/>
              </a:solidFill>
            </a:endParaRPr>
          </a:p>
        </p:txBody>
      </p:sp>
      <p:sp>
        <p:nvSpPr>
          <p:cNvPr id="1045" name="Rectángulo 1044">
            <a:extLst>
              <a:ext uri="{FF2B5EF4-FFF2-40B4-BE49-F238E27FC236}">
                <a16:creationId xmlns:a16="http://schemas.microsoft.com/office/drawing/2014/main" id="{C40A31FA-C1D8-B0DC-746C-2B9122E2A779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043963" y="3774563"/>
            <a:ext cx="618586" cy="12449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057EABBD-A0A1-40CA-9D4B-2FD14F94F57B}" type="datetime'V''''''e''n''''t''a''''''s'''''' N''et''''''''''''as'''">
              <a:rPr lang="es-ES" altLang="en-US" sz="10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Ventas Netas</a:t>
            </a:fld>
            <a:endParaRPr lang="es-ES" sz="1000">
              <a:solidFill>
                <a:schemeClr val="tx1"/>
              </a:solidFill>
            </a:endParaRPr>
          </a:p>
        </p:txBody>
      </p:sp>
      <p:sp>
        <p:nvSpPr>
          <p:cNvPr id="1046" name="Rectángulo 1045">
            <a:extLst>
              <a:ext uri="{FF2B5EF4-FFF2-40B4-BE49-F238E27FC236}">
                <a16:creationId xmlns:a16="http://schemas.microsoft.com/office/drawing/2014/main" id="{8FC956C8-C180-97E1-2139-540DF5F2E09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418039" y="3931999"/>
            <a:ext cx="250288" cy="12449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D7605BF-B7EB-4CD4-9740-3C5ECB6B89CC}" type="datetime'''''''''''''''''''''''''''''''''''''L''''''''''E''2''5'">
              <a:rPr lang="es-ES" altLang="en-US" sz="10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LE25</a:t>
            </a:fld>
            <a:endParaRPr lang="es-ES" sz="1000">
              <a:solidFill>
                <a:schemeClr val="tx1"/>
              </a:solidFill>
            </a:endParaRPr>
          </a:p>
        </p:txBody>
      </p:sp>
      <p:sp>
        <p:nvSpPr>
          <p:cNvPr id="1047" name="Rectángulo 1046">
            <a:extLst>
              <a:ext uri="{FF2B5EF4-FFF2-40B4-BE49-F238E27FC236}">
                <a16:creationId xmlns:a16="http://schemas.microsoft.com/office/drawing/2014/main" id="{3AB2EE5A-8503-3FB5-A4C5-81C1E4C18951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8643539" y="3931999"/>
            <a:ext cx="268443" cy="12449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4877F7E3-E5B5-409A-A0B9-3FC8C4648E48}" type="datetime'''''''''''B''''''U''''''2''''''''''''''''6'''''''''''">
              <a:rPr lang="es-ES" altLang="en-US" sz="10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BU26</a:t>
            </a:fld>
            <a:endParaRPr lang="es-ES" sz="1000">
              <a:solidFill>
                <a:schemeClr val="tx1"/>
              </a:solidFill>
            </a:endParaRPr>
          </a:p>
        </p:txBody>
      </p:sp>
      <p:sp>
        <p:nvSpPr>
          <p:cNvPr id="1048" name="Rectángulo 1047">
            <a:extLst>
              <a:ext uri="{FF2B5EF4-FFF2-40B4-BE49-F238E27FC236}">
                <a16:creationId xmlns:a16="http://schemas.microsoft.com/office/drawing/2014/main" id="{08996690-86E6-3AB3-D793-5FC4B830CB49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9879414" y="3931999"/>
            <a:ext cx="261959" cy="12449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8B8A6D6-E2C9-4130-A4FE-47280ED6488E}" type="datetime'B''''''''P''2''''''''6'''''''''''''''''">
              <a:rPr lang="es-ES" altLang="en-US" sz="10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BP26</a:t>
            </a:fld>
            <a:endParaRPr lang="es-ES" sz="1000">
              <a:solidFill>
                <a:schemeClr val="tx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6EF30B-BA97-0C71-7656-8A666A8BA842}"/>
              </a:ext>
            </a:extLst>
          </p:cNvPr>
          <p:cNvSpPr txBox="1"/>
          <p:nvPr/>
        </p:nvSpPr>
        <p:spPr>
          <a:xfrm>
            <a:off x="5927174" y="1269105"/>
            <a:ext cx="1938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/>
            <a:r>
              <a:rPr lang="es-ES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VENTAS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C3EEF92-0FD1-4EE0-78E7-8CDA94715F59}"/>
              </a:ext>
            </a:extLst>
          </p:cNvPr>
          <p:cNvSpPr txBox="1"/>
          <p:nvPr/>
        </p:nvSpPr>
        <p:spPr>
          <a:xfrm>
            <a:off x="6053369" y="3194249"/>
            <a:ext cx="141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MB%</a:t>
            </a:r>
            <a:endParaRPr lang="es-ES"/>
          </a:p>
        </p:txBody>
      </p:sp>
      <p:sp>
        <p:nvSpPr>
          <p:cNvPr id="14" name="Google Shape;1050;p66">
            <a:extLst>
              <a:ext uri="{FF2B5EF4-FFF2-40B4-BE49-F238E27FC236}">
                <a16:creationId xmlns:a16="http://schemas.microsoft.com/office/drawing/2014/main" id="{90186560-6613-20C7-136F-85D922B4669A}"/>
              </a:ext>
            </a:extLst>
          </p:cNvPr>
          <p:cNvSpPr txBox="1"/>
          <p:nvPr/>
        </p:nvSpPr>
        <p:spPr>
          <a:xfrm>
            <a:off x="6085126" y="4427664"/>
            <a:ext cx="5672329" cy="268770"/>
          </a:xfrm>
          <a:prstGeom prst="rect">
            <a:avLst/>
          </a:prstGeom>
          <a:solidFill>
            <a:srgbClr val="C9C4B8"/>
          </a:solidFill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ctr" defTabSz="1625519">
              <a:buClr>
                <a:srgbClr val="000000"/>
              </a:buClr>
              <a:defRPr/>
            </a:pPr>
            <a:r>
              <a:rPr lang="es-ES" sz="1600" b="1" kern="0">
                <a:solidFill>
                  <a:schemeClr val="bg1"/>
                </a:solidFill>
                <a:latin typeface="Fahkwang"/>
                <a:ea typeface="Montserrat"/>
                <a:cs typeface="Fahkwang"/>
                <a:sym typeface="Montserrat"/>
              </a:rPr>
              <a:t>Key Business </a:t>
            </a:r>
            <a:r>
              <a:rPr lang="es-ES" sz="1600" b="1" kern="0" err="1">
                <a:solidFill>
                  <a:schemeClr val="bg1"/>
                </a:solidFill>
                <a:latin typeface="Fahkwang"/>
                <a:ea typeface="Montserrat"/>
                <a:cs typeface="Fahkwang"/>
                <a:sym typeface="Montserrat"/>
              </a:rPr>
              <a:t>Projects</a:t>
            </a:r>
            <a:r>
              <a:rPr lang="es-ES" sz="1600" b="1" kern="0">
                <a:solidFill>
                  <a:schemeClr val="bg1"/>
                </a:solidFill>
                <a:latin typeface="Fahkwang"/>
                <a:ea typeface="Montserrat"/>
                <a:cs typeface="Fahkwang"/>
                <a:sym typeface="Montserrat"/>
              </a:rPr>
              <a:t>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DB6C7F1-C4FF-4BAE-3579-33AF7819DF51}"/>
              </a:ext>
            </a:extLst>
          </p:cNvPr>
          <p:cNvSpPr txBox="1"/>
          <p:nvPr/>
        </p:nvSpPr>
        <p:spPr>
          <a:xfrm>
            <a:off x="564196" y="429552"/>
            <a:ext cx="6096000" cy="293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6510" defTabSz="1219170">
              <a:lnSpc>
                <a:spcPct val="115000"/>
              </a:lnSpc>
              <a:spcBef>
                <a:spcPts val="133"/>
              </a:spcBef>
              <a:buClr>
                <a:srgbClr val="000000"/>
              </a:buClr>
              <a:buSzPts val="1100"/>
              <a:defRPr/>
            </a:pPr>
            <a:r>
              <a:rPr lang="es-ES" sz="1200">
                <a:latin typeface="Fahkwang"/>
                <a:cs typeface="Fahkwang"/>
                <a:sym typeface="Fahkwang"/>
              </a:rPr>
              <a:t>TÍTULO SECCIÓN</a:t>
            </a:r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1CBF5AF-C081-CD11-43D9-F4A8AF5FAAED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526"/>
          <a:stretch>
            <a:fillRect/>
          </a:stretch>
        </p:blipFill>
        <p:spPr>
          <a:xfrm>
            <a:off x="8536385" y="4687969"/>
            <a:ext cx="1451838" cy="1238697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2406D48-7C57-F9E4-F36E-6F52FAA70339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526"/>
          <a:stretch>
            <a:fillRect/>
          </a:stretch>
        </p:blipFill>
        <p:spPr>
          <a:xfrm>
            <a:off x="7197821" y="4949220"/>
            <a:ext cx="1145634" cy="9774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520B4D8-86DC-2458-9AB0-ABDB8D2E0047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526"/>
          <a:stretch>
            <a:fillRect/>
          </a:stretch>
        </p:blipFill>
        <p:spPr>
          <a:xfrm>
            <a:off x="6048339" y="4949220"/>
            <a:ext cx="1145634" cy="97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34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07">
          <a:extLst>
            <a:ext uri="{FF2B5EF4-FFF2-40B4-BE49-F238E27FC236}">
              <a16:creationId xmlns:a16="http://schemas.microsoft.com/office/drawing/2014/main" id="{3E5D0E71-FD71-21D3-8BCB-9E82EF0B8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redondeado 4">
            <a:extLst>
              <a:ext uri="{FF2B5EF4-FFF2-40B4-BE49-F238E27FC236}">
                <a16:creationId xmlns:a16="http://schemas.microsoft.com/office/drawing/2014/main" id="{41A5A6DF-06CD-8877-2CBA-552BF34E1135}"/>
              </a:ext>
            </a:extLst>
          </p:cNvPr>
          <p:cNvSpPr/>
          <p:nvPr/>
        </p:nvSpPr>
        <p:spPr>
          <a:xfrm>
            <a:off x="0" y="1875295"/>
            <a:ext cx="5927753" cy="4021810"/>
          </a:xfrm>
          <a:prstGeom prst="roundRect">
            <a:avLst>
              <a:gd name="adj" fmla="val 0"/>
            </a:avLst>
          </a:prstGeom>
          <a:solidFill>
            <a:srgbClr val="98925B">
              <a:alpha val="3906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867" b="0" i="0" u="none" strike="noStrike" kern="0" cap="none" spc="0" normalizeH="0" baseline="0" noProof="0">
              <a:ln>
                <a:noFill/>
              </a:ln>
              <a:solidFill>
                <a:srgbClr val="093607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3" name="Rectángulo redondeado 4">
            <a:extLst>
              <a:ext uri="{FF2B5EF4-FFF2-40B4-BE49-F238E27FC236}">
                <a16:creationId xmlns:a16="http://schemas.microsoft.com/office/drawing/2014/main" id="{CAD6AABD-E328-A06A-4D32-49D80010F605}"/>
              </a:ext>
            </a:extLst>
          </p:cNvPr>
          <p:cNvSpPr/>
          <p:nvPr/>
        </p:nvSpPr>
        <p:spPr>
          <a:xfrm>
            <a:off x="6096000" y="1875295"/>
            <a:ext cx="6096000" cy="4021810"/>
          </a:xfrm>
          <a:prstGeom prst="roundRect">
            <a:avLst>
              <a:gd name="adj" fmla="val 0"/>
            </a:avLst>
          </a:prstGeom>
          <a:solidFill>
            <a:srgbClr val="A36F31">
              <a:alpha val="3906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867" b="0" i="0" u="none" strike="noStrike" kern="0" cap="none" spc="0" normalizeH="0" baseline="0" noProof="0">
              <a:ln>
                <a:noFill/>
              </a:ln>
              <a:solidFill>
                <a:srgbClr val="093607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" name="Forma libre 17">
            <a:extLst>
              <a:ext uri="{FF2B5EF4-FFF2-40B4-BE49-F238E27FC236}">
                <a16:creationId xmlns:a16="http://schemas.microsoft.com/office/drawing/2014/main" id="{4654F5A5-2B08-7E1E-FFDF-809F7883DAFA}"/>
              </a:ext>
            </a:extLst>
          </p:cNvPr>
          <p:cNvSpPr/>
          <p:nvPr/>
        </p:nvSpPr>
        <p:spPr>
          <a:xfrm>
            <a:off x="-1226258" y="332990"/>
            <a:ext cx="6414114" cy="500482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6445404 w 6660995"/>
              <a:gd name="connsiteY2" fmla="*/ 516084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523573"/>
              <a:gd name="connsiteX1" fmla="*/ 0 w 6660995"/>
              <a:gd name="connsiteY1" fmla="*/ 523573 h 523573"/>
              <a:gd name="connsiteX2" fmla="*/ 6445404 w 6660995"/>
              <a:gd name="connsiteY2" fmla="*/ 516084 h 523573"/>
              <a:gd name="connsiteX3" fmla="*/ 6660995 w 6660995"/>
              <a:gd name="connsiteY3" fmla="*/ 0 h 523573"/>
              <a:gd name="connsiteX4" fmla="*/ 7434 w 6660995"/>
              <a:gd name="connsiteY4" fmla="*/ 7652 h 52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523573">
                <a:moveTo>
                  <a:pt x="7434" y="7652"/>
                </a:moveTo>
                <a:lnTo>
                  <a:pt x="0" y="523573"/>
                </a:lnTo>
                <a:lnTo>
                  <a:pt x="6445404" y="516084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rgbClr val="C9C4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93607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CuadroTexto 2">
            <a:extLst>
              <a:ext uri="{FF2B5EF4-FFF2-40B4-BE49-F238E27FC236}">
                <a16:creationId xmlns:a16="http://schemas.microsoft.com/office/drawing/2014/main" id="{98A347D6-006A-83E1-3FCA-6E922192E024}"/>
              </a:ext>
            </a:extLst>
          </p:cNvPr>
          <p:cNvSpPr txBox="1"/>
          <p:nvPr/>
        </p:nvSpPr>
        <p:spPr>
          <a:xfrm>
            <a:off x="1587027" y="2455145"/>
            <a:ext cx="3900596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>
                <a:solidFill>
                  <a:schemeClr val="bg1"/>
                </a:solidFill>
                <a:latin typeface="Aptos Light" panose="020B0004020202020204" pitchFamily="34" charset="0"/>
                <a:cs typeface="Arial"/>
              </a:rPr>
              <a:t>TÍTULO</a:t>
            </a:r>
          </a:p>
        </p:txBody>
      </p:sp>
      <p:sp>
        <p:nvSpPr>
          <p:cNvPr id="10" name="CuadroTexto 3">
            <a:extLst>
              <a:ext uri="{FF2B5EF4-FFF2-40B4-BE49-F238E27FC236}">
                <a16:creationId xmlns:a16="http://schemas.microsoft.com/office/drawing/2014/main" id="{9D2903AD-BD32-03B1-313F-60ED7D7430B3}"/>
              </a:ext>
            </a:extLst>
          </p:cNvPr>
          <p:cNvSpPr txBox="1"/>
          <p:nvPr/>
        </p:nvSpPr>
        <p:spPr>
          <a:xfrm>
            <a:off x="7819536" y="2417961"/>
            <a:ext cx="4487023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ES"/>
            </a:defPPr>
            <a:lvl1pPr marL="0" algn="ctr" defTabSz="914400" rtl="0" eaLnBrk="1" latinLnBrk="0" hangingPunct="1">
              <a:defRPr sz="1800" b="1" kern="1200">
                <a:solidFill>
                  <a:srgbClr val="25252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1219170">
              <a:defRPr/>
            </a:pPr>
            <a:r>
              <a:rPr lang="es-ES" sz="3200" b="0">
                <a:solidFill>
                  <a:schemeClr val="bg1"/>
                </a:solidFill>
                <a:latin typeface="Aptos Light" panose="020B0004020202020204" pitchFamily="34" charset="0"/>
                <a:cs typeface="Arial"/>
              </a:rPr>
              <a:t>TÍTULO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C9633F2-94C0-C569-5DA4-ED56E463194D}"/>
              </a:ext>
            </a:extLst>
          </p:cNvPr>
          <p:cNvSpPr/>
          <p:nvPr/>
        </p:nvSpPr>
        <p:spPr>
          <a:xfrm>
            <a:off x="1587027" y="3118806"/>
            <a:ext cx="4132296" cy="2708557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chemeClr val="tx1"/>
              </a:buClr>
              <a:defRPr/>
            </a:pPr>
            <a:r>
              <a:rPr lang="es-ES" sz="1400">
                <a:solidFill>
                  <a:srgbClr val="25252B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Xxxxxxxxxxxxxxxxxxxxxxxxxxxxxxxxxxxxxxxxxxxxxxxxxxxxxxxxxxxxxxxxxxx</a:t>
            </a:r>
          </a:p>
          <a:p>
            <a:pPr defTabSz="1219170">
              <a:buClr>
                <a:schemeClr val="tx1"/>
              </a:buClr>
              <a:defRPr/>
            </a:pPr>
            <a:r>
              <a:rPr lang="es-ES" sz="1400" err="1">
                <a:solidFill>
                  <a:srgbClr val="25252B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Xxxxxxxxxxxxxx</a:t>
            </a:r>
            <a:r>
              <a:rPr lang="es-ES" sz="1400">
                <a:solidFill>
                  <a:srgbClr val="25252B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defTabSz="1219170">
              <a:buClr>
                <a:schemeClr val="tx1"/>
              </a:buClr>
              <a:defRPr/>
            </a:pPr>
            <a:endParaRPr lang="es-ES" sz="1400">
              <a:solidFill>
                <a:srgbClr val="25252B"/>
              </a:solidFill>
              <a:latin typeface="Aptos Light" panose="020B0004020202020204" pitchFamily="34" charset="0"/>
              <a:cs typeface="Arial" panose="020B0604020202020204" pitchFamily="34" charset="0"/>
            </a:endParaRPr>
          </a:p>
          <a:p>
            <a:pPr defTabSz="1219170">
              <a:buClr>
                <a:schemeClr val="tx1"/>
              </a:buClr>
              <a:defRPr/>
            </a:pPr>
            <a:r>
              <a:rPr lang="es-ES" sz="1400" err="1">
                <a:solidFill>
                  <a:srgbClr val="25252B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Xxxxxxxxxxxxxxxx</a:t>
            </a:r>
            <a:endParaRPr lang="es-ES" sz="1400">
              <a:solidFill>
                <a:srgbClr val="25252B"/>
              </a:solidFill>
              <a:latin typeface="Aptos Light" panose="020B0004020202020204" pitchFamily="34" charset="0"/>
              <a:cs typeface="Arial" panose="020B0604020202020204" pitchFamily="34" charset="0"/>
            </a:endParaRPr>
          </a:p>
          <a:p>
            <a:pPr defTabSz="1219170">
              <a:buClr>
                <a:schemeClr val="tx1"/>
              </a:buClr>
              <a:defRPr/>
            </a:pPr>
            <a:r>
              <a:rPr lang="es-ES" sz="1400">
                <a:solidFill>
                  <a:srgbClr val="25252B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xxxxxxxxxxxxxxxxxxxxxxxxxxxxxxxxxxxxxxxxxxxxxxxxxxxxxxxxxxxxxxxxxxxxxxxxxxxxxxxxxxxxxxxxxxxxxxxxxxxxxxxxxxxxxxxxxxxxxxxxxxxxxxxxxxxxxxxxx.</a:t>
            </a:r>
            <a:endParaRPr lang="es-ES" sz="1400">
              <a:solidFill>
                <a:sysClr val="windowText" lastClr="000000"/>
              </a:solidFill>
              <a:latin typeface="Aptos Light" panose="020B0004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D269911-E072-C0C2-CE51-C0233AFF152F}"/>
              </a:ext>
            </a:extLst>
          </p:cNvPr>
          <p:cNvSpPr/>
          <p:nvPr/>
        </p:nvSpPr>
        <p:spPr>
          <a:xfrm>
            <a:off x="7819535" y="3072478"/>
            <a:ext cx="3955513" cy="2754885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t" anchorCtr="0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chemeClr val="tx1"/>
              </a:buClr>
              <a:defRPr/>
            </a:pPr>
            <a:r>
              <a:rPr lang="es-ES" sz="1400">
                <a:solidFill>
                  <a:srgbClr val="25252B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Xxxxxxxxxxxxxxxxxxxxxxxxxxxxxxxxxxxxxxxxxxxxxxxxxxxxxxxxxxxxxxxxxxx</a:t>
            </a:r>
          </a:p>
          <a:p>
            <a:pPr defTabSz="1219170">
              <a:buClr>
                <a:schemeClr val="tx1"/>
              </a:buClr>
              <a:defRPr/>
            </a:pPr>
            <a:r>
              <a:rPr lang="es-ES" sz="1400" err="1">
                <a:solidFill>
                  <a:srgbClr val="25252B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Xxxxxxxxxxxxxx</a:t>
            </a:r>
            <a:r>
              <a:rPr lang="es-ES" sz="1400">
                <a:solidFill>
                  <a:srgbClr val="25252B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defTabSz="1219170">
              <a:buClr>
                <a:schemeClr val="tx1"/>
              </a:buClr>
              <a:defRPr/>
            </a:pPr>
            <a:endParaRPr lang="es-ES" sz="1400">
              <a:solidFill>
                <a:srgbClr val="25252B"/>
              </a:solidFill>
              <a:latin typeface="Aptos Light" panose="020B0004020202020204" pitchFamily="34" charset="0"/>
              <a:cs typeface="Arial" panose="020B0604020202020204" pitchFamily="34" charset="0"/>
            </a:endParaRPr>
          </a:p>
          <a:p>
            <a:pPr defTabSz="1219170">
              <a:buClr>
                <a:schemeClr val="tx1"/>
              </a:buClr>
              <a:defRPr/>
            </a:pPr>
            <a:r>
              <a:rPr lang="es-ES" sz="1400" err="1">
                <a:solidFill>
                  <a:srgbClr val="25252B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Xxxxxxxxxxxxxxxx</a:t>
            </a:r>
            <a:endParaRPr lang="es-ES" sz="1400">
              <a:solidFill>
                <a:srgbClr val="25252B"/>
              </a:solidFill>
              <a:latin typeface="Aptos Light" panose="020B0004020202020204" pitchFamily="34" charset="0"/>
              <a:cs typeface="Arial" panose="020B0604020202020204" pitchFamily="34" charset="0"/>
            </a:endParaRPr>
          </a:p>
          <a:p>
            <a:pPr defTabSz="1219170">
              <a:buClr>
                <a:schemeClr val="tx1"/>
              </a:buClr>
              <a:defRPr/>
            </a:pPr>
            <a:r>
              <a:rPr lang="es-ES" sz="1400">
                <a:solidFill>
                  <a:srgbClr val="25252B"/>
                </a:solidFill>
                <a:latin typeface="Aptos Light" panose="020B0004020202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xxxxxxxxxxxxxxxxxxxxxxxxxxxxxxxxxxxxxxxxxxxxxxxxxxxxxxxxxxxxxxxxxxxxxxxxxxxxxxxxxxxxxxxxxxxxxxxxxxxxxxxxxxxxxxxxxxxxxxxxxxxxxxxxxxxxxxxxx.</a:t>
            </a:r>
            <a:endParaRPr lang="es-ES" sz="1400">
              <a:solidFill>
                <a:sysClr val="windowText" lastClr="000000"/>
              </a:solidFill>
              <a:latin typeface="Aptos Light" panose="020B0004020202020204" pitchFamily="34" charset="0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ADA938C0-CE4E-CBAA-7FF9-3035366F88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248" y="315323"/>
            <a:ext cx="1399683" cy="397208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DEBBC92-ECA4-83FB-5023-398CAB58DFE1}"/>
              </a:ext>
            </a:extLst>
          </p:cNvPr>
          <p:cNvSpPr txBox="1"/>
          <p:nvPr/>
        </p:nvSpPr>
        <p:spPr>
          <a:xfrm>
            <a:off x="665050" y="1030637"/>
            <a:ext cx="592128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200" b="1">
                <a:solidFill>
                  <a:srgbClr val="000000"/>
                </a:solidFill>
                <a:latin typeface="Fahkwang"/>
                <a:cs typeface="Fahkwang"/>
              </a:rPr>
              <a:t>Título</a:t>
            </a:r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035880-9252-FAB1-A8E2-AAB8DA032185}"/>
              </a:ext>
            </a:extLst>
          </p:cNvPr>
          <p:cNvSpPr txBox="1"/>
          <p:nvPr/>
        </p:nvSpPr>
        <p:spPr>
          <a:xfrm>
            <a:off x="564196" y="429552"/>
            <a:ext cx="6096000" cy="293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6510" defTabSz="1219170">
              <a:lnSpc>
                <a:spcPct val="115000"/>
              </a:lnSpc>
              <a:spcBef>
                <a:spcPts val="133"/>
              </a:spcBef>
              <a:buClr>
                <a:srgbClr val="000000"/>
              </a:buClr>
              <a:buSzPts val="1100"/>
              <a:defRPr/>
            </a:pPr>
            <a:r>
              <a:rPr lang="es-ES" sz="1200">
                <a:latin typeface="Fahkwang"/>
                <a:cs typeface="Fahkwang"/>
                <a:sym typeface="Fahkwang"/>
              </a:rPr>
              <a:t>TÍTULO SECCIÓN</a:t>
            </a:r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60C990EE-BFEB-6753-1BE4-28AE0F84EB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880" y="2120442"/>
            <a:ext cx="1235588" cy="123558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A7EC6C8B-9895-E09E-B49F-CCDF4B27A7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0405" y="2120442"/>
            <a:ext cx="1134724" cy="123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95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4000"/>
          </a:schemeClr>
        </a:solidFill>
        <a:effectLst/>
      </p:bgPr>
    </p:bg>
    <p:spTree>
      <p:nvGrpSpPr>
        <p:cNvPr id="1" name="Shape 997">
          <a:extLst>
            <a:ext uri="{FF2B5EF4-FFF2-40B4-BE49-F238E27FC236}">
              <a16:creationId xmlns:a16="http://schemas.microsoft.com/office/drawing/2014/main" id="{3E02579D-0807-47EA-89ED-F7E3602F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orma libre 17">
            <a:extLst>
              <a:ext uri="{FF2B5EF4-FFF2-40B4-BE49-F238E27FC236}">
                <a16:creationId xmlns:a16="http://schemas.microsoft.com/office/drawing/2014/main" id="{B9D338FC-1FE1-15FF-D872-7D5D8D3DEB5F}"/>
              </a:ext>
            </a:extLst>
          </p:cNvPr>
          <p:cNvSpPr/>
          <p:nvPr/>
        </p:nvSpPr>
        <p:spPr>
          <a:xfrm>
            <a:off x="-1226258" y="332990"/>
            <a:ext cx="6414114" cy="500482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6445404 w 6660995"/>
              <a:gd name="connsiteY2" fmla="*/ 516084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523573"/>
              <a:gd name="connsiteX1" fmla="*/ 0 w 6660995"/>
              <a:gd name="connsiteY1" fmla="*/ 523573 h 523573"/>
              <a:gd name="connsiteX2" fmla="*/ 6445404 w 6660995"/>
              <a:gd name="connsiteY2" fmla="*/ 516084 h 523573"/>
              <a:gd name="connsiteX3" fmla="*/ 6660995 w 6660995"/>
              <a:gd name="connsiteY3" fmla="*/ 0 h 523573"/>
              <a:gd name="connsiteX4" fmla="*/ 7434 w 6660995"/>
              <a:gd name="connsiteY4" fmla="*/ 7652 h 52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523573">
                <a:moveTo>
                  <a:pt x="7434" y="7652"/>
                </a:moveTo>
                <a:lnTo>
                  <a:pt x="0" y="523573"/>
                </a:lnTo>
                <a:lnTo>
                  <a:pt x="6445404" y="516084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rgbClr val="C9C4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93607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013DC44-5869-AEA9-CD4D-2116E3969A44}"/>
              </a:ext>
            </a:extLst>
          </p:cNvPr>
          <p:cNvSpPr/>
          <p:nvPr/>
        </p:nvSpPr>
        <p:spPr>
          <a:xfrm>
            <a:off x="1986196" y="2898098"/>
            <a:ext cx="274819" cy="212360"/>
          </a:xfrm>
          <a:prstGeom prst="rect">
            <a:avLst/>
          </a:prstGeom>
          <a:solidFill>
            <a:srgbClr val="F2F1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: esquinas redondeadas 53">
            <a:extLst>
              <a:ext uri="{FF2B5EF4-FFF2-40B4-BE49-F238E27FC236}">
                <a16:creationId xmlns:a16="http://schemas.microsoft.com/office/drawing/2014/main" id="{70E6D5C3-B5D4-465D-5E91-C20579673BCB}"/>
              </a:ext>
            </a:extLst>
          </p:cNvPr>
          <p:cNvSpPr/>
          <p:nvPr/>
        </p:nvSpPr>
        <p:spPr>
          <a:xfrm>
            <a:off x="9637727" y="2809240"/>
            <a:ext cx="2204443" cy="373241"/>
          </a:xfrm>
          <a:prstGeom prst="roundRect">
            <a:avLst>
              <a:gd name="adj" fmla="val 0"/>
            </a:avLst>
          </a:prstGeom>
          <a:solidFill>
            <a:srgbClr val="7F87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3369277C-51D4-B479-610D-398226E7A454}"/>
              </a:ext>
            </a:extLst>
          </p:cNvPr>
          <p:cNvSpPr/>
          <p:nvPr/>
        </p:nvSpPr>
        <p:spPr>
          <a:xfrm>
            <a:off x="2742304" y="2796733"/>
            <a:ext cx="2195965" cy="373241"/>
          </a:xfrm>
          <a:prstGeom prst="roundRect">
            <a:avLst>
              <a:gd name="adj" fmla="val 0"/>
            </a:avLst>
          </a:prstGeom>
          <a:solidFill>
            <a:srgbClr val="7F87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E4994273-8405-EFE3-EFA8-34E54A32AD4A}"/>
              </a:ext>
            </a:extLst>
          </p:cNvPr>
          <p:cNvSpPr/>
          <p:nvPr/>
        </p:nvSpPr>
        <p:spPr>
          <a:xfrm>
            <a:off x="5056080" y="2796733"/>
            <a:ext cx="2195965" cy="373241"/>
          </a:xfrm>
          <a:prstGeom prst="roundRect">
            <a:avLst>
              <a:gd name="adj" fmla="val 0"/>
            </a:avLst>
          </a:prstGeom>
          <a:solidFill>
            <a:srgbClr val="7F87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A1470EE1-E066-2B73-91B0-BDCF916E62FF}"/>
              </a:ext>
            </a:extLst>
          </p:cNvPr>
          <p:cNvSpPr/>
          <p:nvPr/>
        </p:nvSpPr>
        <p:spPr>
          <a:xfrm>
            <a:off x="7347108" y="2809240"/>
            <a:ext cx="2195965" cy="373241"/>
          </a:xfrm>
          <a:prstGeom prst="roundRect">
            <a:avLst>
              <a:gd name="adj" fmla="val 0"/>
            </a:avLst>
          </a:prstGeom>
          <a:solidFill>
            <a:srgbClr val="7F87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6B394591-CE44-17DC-8DE7-4D859F00D8CD}"/>
              </a:ext>
            </a:extLst>
          </p:cNvPr>
          <p:cNvSpPr/>
          <p:nvPr/>
        </p:nvSpPr>
        <p:spPr>
          <a:xfrm>
            <a:off x="400356" y="2809240"/>
            <a:ext cx="2195965" cy="373241"/>
          </a:xfrm>
          <a:prstGeom prst="roundRect">
            <a:avLst>
              <a:gd name="adj" fmla="val 0"/>
            </a:avLst>
          </a:prstGeom>
          <a:solidFill>
            <a:srgbClr val="7F87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Rectángulo: esquinas redondeadas 50">
            <a:extLst>
              <a:ext uri="{FF2B5EF4-FFF2-40B4-BE49-F238E27FC236}">
                <a16:creationId xmlns:a16="http://schemas.microsoft.com/office/drawing/2014/main" id="{4409D7FD-BAE4-E3FD-7FF5-815D4EA6360B}"/>
              </a:ext>
            </a:extLst>
          </p:cNvPr>
          <p:cNvSpPr/>
          <p:nvPr/>
        </p:nvSpPr>
        <p:spPr>
          <a:xfrm>
            <a:off x="400356" y="3234112"/>
            <a:ext cx="2195965" cy="3478385"/>
          </a:xfrm>
          <a:prstGeom prst="roundRect">
            <a:avLst>
              <a:gd name="adj" fmla="val 0"/>
            </a:avLst>
          </a:prstGeom>
          <a:solidFill>
            <a:schemeClr val="bg1">
              <a:alpha val="4940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Rectángulo: esquinas redondeadas 50">
            <a:extLst>
              <a:ext uri="{FF2B5EF4-FFF2-40B4-BE49-F238E27FC236}">
                <a16:creationId xmlns:a16="http://schemas.microsoft.com/office/drawing/2014/main" id="{7BCD0CE4-4084-28F0-5A70-EFA08FAC40A2}"/>
              </a:ext>
            </a:extLst>
          </p:cNvPr>
          <p:cNvSpPr/>
          <p:nvPr/>
        </p:nvSpPr>
        <p:spPr>
          <a:xfrm>
            <a:off x="2726550" y="3234112"/>
            <a:ext cx="2195965" cy="3478385"/>
          </a:xfrm>
          <a:prstGeom prst="roundRect">
            <a:avLst>
              <a:gd name="adj" fmla="val 0"/>
            </a:avLst>
          </a:prstGeom>
          <a:solidFill>
            <a:schemeClr val="bg1">
              <a:alpha val="4940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Rectángulo: esquinas redondeadas 50">
            <a:extLst>
              <a:ext uri="{FF2B5EF4-FFF2-40B4-BE49-F238E27FC236}">
                <a16:creationId xmlns:a16="http://schemas.microsoft.com/office/drawing/2014/main" id="{B6DD970A-3FC4-96DA-BFB4-CF1B3202B2C4}"/>
              </a:ext>
            </a:extLst>
          </p:cNvPr>
          <p:cNvSpPr/>
          <p:nvPr/>
        </p:nvSpPr>
        <p:spPr>
          <a:xfrm>
            <a:off x="5052744" y="3234112"/>
            <a:ext cx="2164135" cy="3478385"/>
          </a:xfrm>
          <a:prstGeom prst="roundRect">
            <a:avLst>
              <a:gd name="adj" fmla="val 0"/>
            </a:avLst>
          </a:prstGeom>
          <a:solidFill>
            <a:schemeClr val="bg1">
              <a:alpha val="4940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Rectángulo: esquinas redondeadas 50">
            <a:extLst>
              <a:ext uri="{FF2B5EF4-FFF2-40B4-BE49-F238E27FC236}">
                <a16:creationId xmlns:a16="http://schemas.microsoft.com/office/drawing/2014/main" id="{B0D5544D-B842-73D7-3047-052BEE44FE34}"/>
              </a:ext>
            </a:extLst>
          </p:cNvPr>
          <p:cNvSpPr/>
          <p:nvPr/>
        </p:nvSpPr>
        <p:spPr>
          <a:xfrm>
            <a:off x="7347108" y="3234112"/>
            <a:ext cx="2164135" cy="3478385"/>
          </a:xfrm>
          <a:prstGeom prst="roundRect">
            <a:avLst>
              <a:gd name="adj" fmla="val 0"/>
            </a:avLst>
          </a:prstGeom>
          <a:solidFill>
            <a:schemeClr val="bg1">
              <a:alpha val="4940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Rectángulo: esquinas redondeadas 50">
            <a:extLst>
              <a:ext uri="{FF2B5EF4-FFF2-40B4-BE49-F238E27FC236}">
                <a16:creationId xmlns:a16="http://schemas.microsoft.com/office/drawing/2014/main" id="{42AB0B03-F1E5-B2CA-B36F-0536573575CA}"/>
              </a:ext>
            </a:extLst>
          </p:cNvPr>
          <p:cNvSpPr/>
          <p:nvPr/>
        </p:nvSpPr>
        <p:spPr>
          <a:xfrm>
            <a:off x="9641472" y="3234112"/>
            <a:ext cx="2204443" cy="3478385"/>
          </a:xfrm>
          <a:prstGeom prst="roundRect">
            <a:avLst>
              <a:gd name="adj" fmla="val 0"/>
            </a:avLst>
          </a:prstGeom>
          <a:solidFill>
            <a:schemeClr val="bg1">
              <a:alpha val="4940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A75890-43EC-4883-E14E-4D03E5CE925B}"/>
              </a:ext>
            </a:extLst>
          </p:cNvPr>
          <p:cNvSpPr/>
          <p:nvPr/>
        </p:nvSpPr>
        <p:spPr>
          <a:xfrm>
            <a:off x="400356" y="2811211"/>
            <a:ext cx="2195965" cy="373245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err="1">
                <a:solidFill>
                  <a:schemeClr val="tx1"/>
                </a:solidFill>
                <a:latin typeface="Source Sans Pro"/>
                <a:ea typeface="Source Sans Pro"/>
                <a:cs typeface="Arial"/>
              </a:rPr>
              <a:t>Categoria</a:t>
            </a:r>
            <a:endParaRPr lang="es-ES" sz="1400" b="1">
              <a:solidFill>
                <a:schemeClr val="tx1">
                  <a:lumMod val="95000"/>
                  <a:lumOff val="5000"/>
                </a:schemeClr>
              </a:solidFill>
              <a:latin typeface="Source Sans Pro"/>
              <a:ea typeface="Source Sans Pro"/>
              <a:cs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67F016-F174-7C54-F939-DFF076D0F4D7}"/>
              </a:ext>
            </a:extLst>
          </p:cNvPr>
          <p:cNvSpPr/>
          <p:nvPr/>
        </p:nvSpPr>
        <p:spPr>
          <a:xfrm>
            <a:off x="5055902" y="2735634"/>
            <a:ext cx="2175053" cy="508680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200" b="1">
                <a:solidFill>
                  <a:schemeClr val="tx1"/>
                </a:solidFill>
                <a:latin typeface="Source Sans Pro"/>
                <a:ea typeface="Source Sans Pro"/>
              </a:rPr>
              <a:t>  </a:t>
            </a:r>
            <a:r>
              <a:rPr lang="es-ES" sz="1400" b="1">
                <a:solidFill>
                  <a:schemeClr val="tx1"/>
                </a:solidFill>
                <a:latin typeface="Source Sans Pro"/>
                <a:ea typeface="Source Sans Pro"/>
              </a:rPr>
              <a:t>  </a:t>
            </a:r>
            <a:r>
              <a:rPr lang="es-ES" sz="1400" b="1" err="1">
                <a:solidFill>
                  <a:schemeClr val="tx1"/>
                </a:solidFill>
                <a:latin typeface="Source Sans Pro"/>
                <a:ea typeface="Source Sans Pro"/>
                <a:cs typeface="Arial"/>
              </a:rPr>
              <a:t>Categoria</a:t>
            </a:r>
            <a:endParaRPr lang="es-ES" sz="1400" b="1">
              <a:solidFill>
                <a:srgbClr val="C00000"/>
              </a:solidFill>
              <a:latin typeface="Source Sans Pro"/>
              <a:ea typeface="Source Sans Pro"/>
              <a:cs typeface="Arial"/>
            </a:endParaRPr>
          </a:p>
        </p:txBody>
      </p:sp>
      <p:sp>
        <p:nvSpPr>
          <p:cNvPr id="33" name="Rectangle 31">
            <a:extLst>
              <a:ext uri="{FF2B5EF4-FFF2-40B4-BE49-F238E27FC236}">
                <a16:creationId xmlns:a16="http://schemas.microsoft.com/office/drawing/2014/main" id="{ED409669-19DB-D7C9-37D1-019281FB20CE}"/>
              </a:ext>
            </a:extLst>
          </p:cNvPr>
          <p:cNvSpPr/>
          <p:nvPr/>
        </p:nvSpPr>
        <p:spPr>
          <a:xfrm>
            <a:off x="2739902" y="2735634"/>
            <a:ext cx="2185770" cy="508680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err="1">
                <a:solidFill>
                  <a:schemeClr val="tx1"/>
                </a:solidFill>
                <a:latin typeface="Source Sans Pro"/>
                <a:ea typeface="Source Sans Pro"/>
                <a:cs typeface="Arial"/>
              </a:rPr>
              <a:t>Categoria</a:t>
            </a:r>
            <a:endParaRPr lang="es-ES" sz="1400" b="1">
              <a:solidFill>
                <a:schemeClr val="tx1">
                  <a:lumMod val="95000"/>
                  <a:lumOff val="5000"/>
                </a:schemeClr>
              </a:solidFill>
              <a:latin typeface="Source Sans Pro"/>
              <a:ea typeface="Source Sans Pro"/>
              <a:cs typeface="Arial"/>
            </a:endParaRPr>
          </a:p>
        </p:txBody>
      </p:sp>
      <p:sp>
        <p:nvSpPr>
          <p:cNvPr id="34" name="Rectangle 32">
            <a:extLst>
              <a:ext uri="{FF2B5EF4-FFF2-40B4-BE49-F238E27FC236}">
                <a16:creationId xmlns:a16="http://schemas.microsoft.com/office/drawing/2014/main" id="{CA9B6CA9-2E39-9010-288C-EB437C4E6E4C}"/>
              </a:ext>
            </a:extLst>
          </p:cNvPr>
          <p:cNvSpPr/>
          <p:nvPr/>
        </p:nvSpPr>
        <p:spPr>
          <a:xfrm>
            <a:off x="7346700" y="2738275"/>
            <a:ext cx="2180910" cy="508680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err="1">
                <a:solidFill>
                  <a:schemeClr val="tx1"/>
                </a:solidFill>
                <a:latin typeface="Source Sans Pro"/>
                <a:ea typeface="Source Sans Pro"/>
                <a:cs typeface="Arial"/>
              </a:rPr>
              <a:t>Categoria</a:t>
            </a:r>
            <a:endParaRPr lang="es-ES" sz="1400" b="1">
              <a:solidFill>
                <a:schemeClr val="tx1">
                  <a:lumMod val="95000"/>
                  <a:lumOff val="5000"/>
                </a:schemeClr>
              </a:solidFill>
              <a:latin typeface="Source Sans Pro"/>
              <a:ea typeface="Source Sans Pro"/>
              <a:cs typeface="Arial"/>
            </a:endParaRP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38DE44B7-90E4-ABEE-14D8-C45B371F003F}"/>
              </a:ext>
            </a:extLst>
          </p:cNvPr>
          <p:cNvSpPr/>
          <p:nvPr/>
        </p:nvSpPr>
        <p:spPr>
          <a:xfrm>
            <a:off x="9629457" y="2743959"/>
            <a:ext cx="2212714" cy="499855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err="1">
                <a:solidFill>
                  <a:schemeClr val="tx1"/>
                </a:solidFill>
                <a:latin typeface="Source Sans Pro"/>
                <a:ea typeface="Source Sans Pro"/>
                <a:cs typeface="Arial"/>
              </a:rPr>
              <a:t>Categoria</a:t>
            </a:r>
            <a:endParaRPr lang="es-ES" sz="1400" b="1">
              <a:solidFill>
                <a:schemeClr val="tx1">
                  <a:lumMod val="95000"/>
                  <a:lumOff val="5000"/>
                </a:schemeClr>
              </a:solidFill>
              <a:latin typeface="Source Sans Pro"/>
              <a:ea typeface="Source Sans Pro"/>
              <a:cs typeface="Arial"/>
            </a:endParaRPr>
          </a:p>
        </p:txBody>
      </p:sp>
      <p:sp>
        <p:nvSpPr>
          <p:cNvPr id="37" name="Rectangle 18">
            <a:extLst>
              <a:ext uri="{FF2B5EF4-FFF2-40B4-BE49-F238E27FC236}">
                <a16:creationId xmlns:a16="http://schemas.microsoft.com/office/drawing/2014/main" id="{A447A4F6-9FE5-6CDC-E14A-DCA5A259DBA4}"/>
              </a:ext>
            </a:extLst>
          </p:cNvPr>
          <p:cNvSpPr/>
          <p:nvPr/>
        </p:nvSpPr>
        <p:spPr>
          <a:xfrm>
            <a:off x="400356" y="2457008"/>
            <a:ext cx="2195964" cy="3410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Subtítulo</a:t>
            </a:r>
            <a:endParaRPr lang="es-ES" sz="140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24">
            <a:extLst>
              <a:ext uri="{FF2B5EF4-FFF2-40B4-BE49-F238E27FC236}">
                <a16:creationId xmlns:a16="http://schemas.microsoft.com/office/drawing/2014/main" id="{D14BCF0C-07CC-A6AD-469F-3D61F3C228AC}"/>
              </a:ext>
            </a:extLst>
          </p:cNvPr>
          <p:cNvSpPr/>
          <p:nvPr/>
        </p:nvSpPr>
        <p:spPr>
          <a:xfrm>
            <a:off x="2720086" y="3093614"/>
            <a:ext cx="2167993" cy="3469549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46" indent="-171446">
              <a:buFont typeface="Arial" panose="020B0604020202020204" pitchFamily="34" charset="0"/>
              <a:buChar char="•"/>
            </a:pPr>
            <a:endParaRPr lang="es-ES" sz="10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</a:t>
            </a: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xxxxxxxxxxxxxxxxxxxxxxxxxxxxxxxxxxxxxxxxxxxxxxxxxxxxxxxxxxxxxxxxxxxxxxxxxxxxxxx.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</a:t>
            </a: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7000"/>
              </a:lnSpc>
              <a:buClr>
                <a:srgbClr val="00B050"/>
              </a:buClr>
            </a:pPr>
            <a:endParaRPr lang="es-ES" sz="10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35E75A3-2AB4-25A4-0C9C-8305961C1D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248" y="315323"/>
            <a:ext cx="1399683" cy="39720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F40A8A7-E379-3E95-3176-B6B77325D538}"/>
              </a:ext>
            </a:extLst>
          </p:cNvPr>
          <p:cNvSpPr txBox="1"/>
          <p:nvPr/>
        </p:nvSpPr>
        <p:spPr>
          <a:xfrm>
            <a:off x="564196" y="429552"/>
            <a:ext cx="6096000" cy="293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6510" defTabSz="1219170">
              <a:lnSpc>
                <a:spcPct val="115000"/>
              </a:lnSpc>
              <a:spcBef>
                <a:spcPts val="133"/>
              </a:spcBef>
              <a:buClr>
                <a:srgbClr val="000000"/>
              </a:buClr>
              <a:buSzPts val="1100"/>
              <a:defRPr/>
            </a:pPr>
            <a:r>
              <a:rPr lang="es-ES" sz="1200">
                <a:latin typeface="Fahkwang"/>
                <a:cs typeface="Fahkwang"/>
                <a:sym typeface="Fahkwang"/>
              </a:rPr>
              <a:t>TÍTULO SECCIÓN</a:t>
            </a:r>
            <a:endParaRPr lang="es-ES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50BF4DC1-B65A-DB38-5EC8-B28EBD9FF4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0719" y="1887106"/>
            <a:ext cx="466725" cy="466725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0F2F8371-FB27-3A26-813B-92A82BEED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6889" y="1897424"/>
            <a:ext cx="664961" cy="50868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CFBF7C18-4498-DEFA-1A13-A1EC998FD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9788" y="1896235"/>
            <a:ext cx="459506" cy="459506"/>
          </a:xfrm>
          <a:prstGeom prst="rect">
            <a:avLst/>
          </a:prstGeom>
        </p:spPr>
      </p:pic>
      <p:grpSp>
        <p:nvGrpSpPr>
          <p:cNvPr id="74" name="Grupo 73">
            <a:extLst>
              <a:ext uri="{FF2B5EF4-FFF2-40B4-BE49-F238E27FC236}">
                <a16:creationId xmlns:a16="http://schemas.microsoft.com/office/drawing/2014/main" id="{04FCB854-D3F0-A18E-C58E-24F4E5046DD0}"/>
              </a:ext>
            </a:extLst>
          </p:cNvPr>
          <p:cNvGrpSpPr/>
          <p:nvPr/>
        </p:nvGrpSpPr>
        <p:grpSpPr>
          <a:xfrm>
            <a:off x="1226894" y="1893729"/>
            <a:ext cx="480718" cy="450492"/>
            <a:chOff x="1226894" y="1893729"/>
            <a:chExt cx="480718" cy="450492"/>
          </a:xfrm>
        </p:grpSpPr>
        <p:sp>
          <p:nvSpPr>
            <p:cNvPr id="71" name="Forma libre: forma 70">
              <a:extLst>
                <a:ext uri="{FF2B5EF4-FFF2-40B4-BE49-F238E27FC236}">
                  <a16:creationId xmlns:a16="http://schemas.microsoft.com/office/drawing/2014/main" id="{7C290716-8FF2-43D5-7D3F-682ACD6E1C92}"/>
                </a:ext>
              </a:extLst>
            </p:cNvPr>
            <p:cNvSpPr/>
            <p:nvPr/>
          </p:nvSpPr>
          <p:spPr>
            <a:xfrm>
              <a:off x="1226894" y="1893729"/>
              <a:ext cx="480718" cy="450492"/>
            </a:xfrm>
            <a:custGeom>
              <a:avLst/>
              <a:gdLst>
                <a:gd name="csX0" fmla="*/ 215342 w 480718"/>
                <a:gd name="csY0" fmla="*/ 13817 h 450492"/>
                <a:gd name="csX1" fmla="*/ 6101 w 480718"/>
                <a:gd name="csY1" fmla="*/ 382262 h 450492"/>
                <a:gd name="csX2" fmla="*/ 22749 w 480718"/>
                <a:gd name="csY2" fmla="*/ 444397 h 450492"/>
                <a:gd name="csX3" fmla="*/ 44765 w 480718"/>
                <a:gd name="csY3" fmla="*/ 450492 h 450492"/>
                <a:gd name="csX4" fmla="*/ 435954 w 480718"/>
                <a:gd name="csY4" fmla="*/ 450492 h 450492"/>
                <a:gd name="csX5" fmla="*/ 480713 w 480718"/>
                <a:gd name="csY5" fmla="*/ 404277 h 450492"/>
                <a:gd name="csX6" fmla="*/ 474618 w 480718"/>
                <a:gd name="csY6" fmla="*/ 382262 h 450492"/>
                <a:gd name="csX7" fmla="*/ 265377 w 480718"/>
                <a:gd name="csY7" fmla="*/ 13817 h 450492"/>
                <a:gd name="csX8" fmla="*/ 224598 w 480718"/>
                <a:gd name="csY8" fmla="*/ 4560 h 450492"/>
                <a:gd name="csX9" fmla="*/ 215342 w 480718"/>
                <a:gd name="csY9" fmla="*/ 13817 h 4504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80718" h="450492">
                  <a:moveTo>
                    <a:pt x="215342" y="13817"/>
                  </a:moveTo>
                  <a:lnTo>
                    <a:pt x="6101" y="382262"/>
                  </a:lnTo>
                  <a:cubicBezTo>
                    <a:pt x="-6453" y="404027"/>
                    <a:pt x="984" y="431842"/>
                    <a:pt x="22749" y="444397"/>
                  </a:cubicBezTo>
                  <a:cubicBezTo>
                    <a:pt x="29459" y="448263"/>
                    <a:pt x="37032" y="450356"/>
                    <a:pt x="44765" y="450492"/>
                  </a:cubicBezTo>
                  <a:lnTo>
                    <a:pt x="435954" y="450492"/>
                  </a:lnTo>
                  <a:cubicBezTo>
                    <a:pt x="461063" y="450083"/>
                    <a:pt x="481100" y="429409"/>
                    <a:pt x="480713" y="404277"/>
                  </a:cubicBezTo>
                  <a:cubicBezTo>
                    <a:pt x="480599" y="396545"/>
                    <a:pt x="478484" y="388948"/>
                    <a:pt x="474618" y="382262"/>
                  </a:cubicBezTo>
                  <a:lnTo>
                    <a:pt x="265377" y="13817"/>
                  </a:lnTo>
                  <a:cubicBezTo>
                    <a:pt x="256667" y="-11"/>
                    <a:pt x="238426" y="-4151"/>
                    <a:pt x="224598" y="4560"/>
                  </a:cubicBezTo>
                  <a:cubicBezTo>
                    <a:pt x="220868" y="6925"/>
                    <a:pt x="217684" y="10087"/>
                    <a:pt x="215342" y="13817"/>
                  </a:cubicBezTo>
                  <a:close/>
                </a:path>
              </a:pathLst>
            </a:custGeom>
            <a:noFill/>
            <a:ln w="22412" cap="flat">
              <a:solidFill>
                <a:srgbClr val="7F8768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2" name="Forma libre: forma 71">
              <a:extLst>
                <a:ext uri="{FF2B5EF4-FFF2-40B4-BE49-F238E27FC236}">
                  <a16:creationId xmlns:a16="http://schemas.microsoft.com/office/drawing/2014/main" id="{5DC67762-92FB-EF4F-6AD8-AADEF48BEDF6}"/>
                </a:ext>
              </a:extLst>
            </p:cNvPr>
            <p:cNvSpPr/>
            <p:nvPr/>
          </p:nvSpPr>
          <p:spPr>
            <a:xfrm>
              <a:off x="1467254" y="2050830"/>
              <a:ext cx="2274" cy="145558"/>
            </a:xfrm>
            <a:custGeom>
              <a:avLst/>
              <a:gdLst>
                <a:gd name="csX0" fmla="*/ 0 w 2274"/>
                <a:gd name="csY0" fmla="*/ 0 h 145558"/>
                <a:gd name="csX1" fmla="*/ 0 w 2274"/>
                <a:gd name="csY1" fmla="*/ 145558 h 145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274" h="145558">
                  <a:moveTo>
                    <a:pt x="0" y="0"/>
                  </a:moveTo>
                  <a:lnTo>
                    <a:pt x="0" y="145558"/>
                  </a:lnTo>
                </a:path>
              </a:pathLst>
            </a:custGeom>
            <a:noFill/>
            <a:ln w="26894" cap="rnd">
              <a:solidFill>
                <a:srgbClr val="7F8768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B506DD9D-2120-8F40-56C9-1882C15A3ABC}"/>
                </a:ext>
              </a:extLst>
            </p:cNvPr>
            <p:cNvSpPr/>
            <p:nvPr/>
          </p:nvSpPr>
          <p:spPr>
            <a:xfrm>
              <a:off x="1451333" y="2247085"/>
              <a:ext cx="31840" cy="31840"/>
            </a:xfrm>
            <a:prstGeom prst="ellipse">
              <a:avLst/>
            </a:prstGeom>
            <a:solidFill>
              <a:srgbClr val="7F8768"/>
            </a:solidFill>
            <a:ln w="2241" cap="flat">
              <a:solidFill>
                <a:srgbClr val="7F8768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pic>
        <p:nvPicPr>
          <p:cNvPr id="50" name="Gráfico 49">
            <a:extLst>
              <a:ext uri="{FF2B5EF4-FFF2-40B4-BE49-F238E27FC236}">
                <a16:creationId xmlns:a16="http://schemas.microsoft.com/office/drawing/2014/main" id="{DA9CBCDD-5AB0-8B97-FCAE-3DAD93C39E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51875" y="1859926"/>
            <a:ext cx="502633" cy="510210"/>
          </a:xfrm>
          <a:prstGeom prst="rect">
            <a:avLst/>
          </a:prstGeom>
        </p:spPr>
      </p:pic>
      <p:sp>
        <p:nvSpPr>
          <p:cNvPr id="55" name="Rectangle 24">
            <a:extLst>
              <a:ext uri="{FF2B5EF4-FFF2-40B4-BE49-F238E27FC236}">
                <a16:creationId xmlns:a16="http://schemas.microsoft.com/office/drawing/2014/main" id="{BED7B167-75B1-A0F7-CB27-43493F54BCFB}"/>
              </a:ext>
            </a:extLst>
          </p:cNvPr>
          <p:cNvSpPr/>
          <p:nvPr/>
        </p:nvSpPr>
        <p:spPr>
          <a:xfrm>
            <a:off x="400356" y="3093614"/>
            <a:ext cx="2167993" cy="3469549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46" indent="-171446">
              <a:buFont typeface="Arial" panose="020B0604020202020204" pitchFamily="34" charset="0"/>
              <a:buChar char="•"/>
            </a:pPr>
            <a:endParaRPr lang="es-ES" sz="10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</a:t>
            </a: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xxxxxxxxxxxxxxxxxxxxxxxxxxxxxxxxxxxxxxxxxxxxxxxxxxxxxxxxxxxxxxxxxxxxxxxxxxxxxxx.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</a:t>
            </a: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7000"/>
              </a:lnSpc>
              <a:buClr>
                <a:srgbClr val="00B050"/>
              </a:buClr>
            </a:pPr>
            <a:endParaRPr lang="es-ES" sz="10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24">
            <a:extLst>
              <a:ext uri="{FF2B5EF4-FFF2-40B4-BE49-F238E27FC236}">
                <a16:creationId xmlns:a16="http://schemas.microsoft.com/office/drawing/2014/main" id="{5855A915-AC5C-E3F8-B0CC-5224263452A2}"/>
              </a:ext>
            </a:extLst>
          </p:cNvPr>
          <p:cNvSpPr/>
          <p:nvPr/>
        </p:nvSpPr>
        <p:spPr>
          <a:xfrm>
            <a:off x="5068498" y="3093614"/>
            <a:ext cx="2167993" cy="3469549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46" indent="-171446">
              <a:buFont typeface="Arial" panose="020B0604020202020204" pitchFamily="34" charset="0"/>
              <a:buChar char="•"/>
            </a:pPr>
            <a:endParaRPr lang="es-ES" sz="10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</a:t>
            </a: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xxxxxxxxxxxxxxxxxxxxxxxxxxxxxxxxxxxxxxxxxxxxxxxxxxxxxxxxxxxxxxxxxxxxxxxxxxxxxxx.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</a:t>
            </a: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7000"/>
              </a:lnSpc>
              <a:buClr>
                <a:srgbClr val="00B050"/>
              </a:buClr>
            </a:pPr>
            <a:endParaRPr lang="es-ES" sz="10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24">
            <a:extLst>
              <a:ext uri="{FF2B5EF4-FFF2-40B4-BE49-F238E27FC236}">
                <a16:creationId xmlns:a16="http://schemas.microsoft.com/office/drawing/2014/main" id="{79218838-B3AB-BE62-E481-E0B011208F01}"/>
              </a:ext>
            </a:extLst>
          </p:cNvPr>
          <p:cNvSpPr/>
          <p:nvPr/>
        </p:nvSpPr>
        <p:spPr>
          <a:xfrm>
            <a:off x="7348098" y="3093614"/>
            <a:ext cx="2167993" cy="3469549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46" indent="-171446">
              <a:buFont typeface="Arial" panose="020B0604020202020204" pitchFamily="34" charset="0"/>
              <a:buChar char="•"/>
            </a:pPr>
            <a:endParaRPr lang="es-ES" sz="10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</a:t>
            </a: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xxxxxxxxxxxxxxxxxxxxxxxxxxxxxxxxxxxxxxxxxxxxxxxxxxxxxxxxxxxxxxxxxxxxxxxxxxxxxxx.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</a:t>
            </a: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7000"/>
              </a:lnSpc>
              <a:buClr>
                <a:srgbClr val="00B050"/>
              </a:buClr>
            </a:pPr>
            <a:endParaRPr lang="es-ES" sz="10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24">
            <a:extLst>
              <a:ext uri="{FF2B5EF4-FFF2-40B4-BE49-F238E27FC236}">
                <a16:creationId xmlns:a16="http://schemas.microsoft.com/office/drawing/2014/main" id="{6D08921C-0856-51E2-0E01-CB9BBD995B4A}"/>
              </a:ext>
            </a:extLst>
          </p:cNvPr>
          <p:cNvSpPr/>
          <p:nvPr/>
        </p:nvSpPr>
        <p:spPr>
          <a:xfrm>
            <a:off x="9623651" y="3093614"/>
            <a:ext cx="2167993" cy="3469549"/>
          </a:xfrm>
          <a:prstGeom prst="rect">
            <a:avLst/>
          </a:prstGeom>
          <a:noFill/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46" indent="-171446">
              <a:buFont typeface="Arial" panose="020B0604020202020204" pitchFamily="34" charset="0"/>
              <a:buChar char="•"/>
            </a:pPr>
            <a:endParaRPr lang="es-ES" sz="10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171446" indent="-171446">
              <a:buFont typeface="Arial" panose="020B0604020202020204" pitchFamily="34" charset="0"/>
              <a:buChar char="•"/>
            </a:pPr>
            <a:endParaRPr lang="es-ES" sz="9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</a:t>
            </a: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xxxxxxxxxxxxxxxxxxxxxxxxxxxxxxxxxxxxxxxxxxxxxxxxxxxxxxxxxxxxxxxxxxxxxxxxxxxxxxx.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xxxxxxxxxxxxxxxxxxxxxxxxxxxxxxxxxxxxxxxxxxxxxxxxxxxxxxxxxxxxxxxxxxxxxxxxxxxxxxxxxxxxxxxxxxxxxxxxxxxxxxxxxxxxxxxxxxxxxxxxxxxxxxxxxxxxxxxxxxxxxxxxxxxxxxxxxxxxxxxxx.</a:t>
            </a: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endParaRPr lang="es-ES" sz="1067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defTabSz="1625519">
              <a:lnSpc>
                <a:spcPct val="107000"/>
              </a:lnSpc>
              <a:buClr>
                <a:schemeClr val="tx1"/>
              </a:buClr>
            </a:pPr>
            <a:r>
              <a:rPr lang="es-ES" sz="1067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xxxxxxxxxxxxxxxxxxxxxxxxxx</a:t>
            </a:r>
            <a:r>
              <a:rPr lang="es-ES" sz="1067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7000"/>
              </a:lnSpc>
              <a:buClr>
                <a:srgbClr val="00B050"/>
              </a:buClr>
            </a:pPr>
            <a:endParaRPr lang="es-ES" sz="10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E2E28933-AD0E-32C9-41B7-234C9EA3087C}"/>
              </a:ext>
            </a:extLst>
          </p:cNvPr>
          <p:cNvSpPr txBox="1"/>
          <p:nvPr/>
        </p:nvSpPr>
        <p:spPr>
          <a:xfrm>
            <a:off x="665050" y="1030637"/>
            <a:ext cx="592128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200" b="1">
                <a:solidFill>
                  <a:srgbClr val="000000"/>
                </a:solidFill>
                <a:latin typeface="Fahkwang"/>
                <a:cs typeface="Fahkwang"/>
              </a:rPr>
              <a:t>Título</a:t>
            </a:r>
            <a:endParaRPr lang="es-ES"/>
          </a:p>
        </p:txBody>
      </p:sp>
      <p:sp>
        <p:nvSpPr>
          <p:cNvPr id="65" name="Rectangle 18">
            <a:extLst>
              <a:ext uri="{FF2B5EF4-FFF2-40B4-BE49-F238E27FC236}">
                <a16:creationId xmlns:a16="http://schemas.microsoft.com/office/drawing/2014/main" id="{4CB2D218-7D97-3534-E041-403B347DF660}"/>
              </a:ext>
            </a:extLst>
          </p:cNvPr>
          <p:cNvSpPr/>
          <p:nvPr/>
        </p:nvSpPr>
        <p:spPr>
          <a:xfrm>
            <a:off x="2742304" y="2457008"/>
            <a:ext cx="2195964" cy="3410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Subtítulo</a:t>
            </a:r>
            <a:endParaRPr lang="es-ES" sz="140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A04549A8-F20A-0378-7504-FE8CE25EDFEE}"/>
              </a:ext>
            </a:extLst>
          </p:cNvPr>
          <p:cNvSpPr/>
          <p:nvPr/>
        </p:nvSpPr>
        <p:spPr>
          <a:xfrm>
            <a:off x="5054512" y="2457008"/>
            <a:ext cx="2195964" cy="3410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Subtítulo</a:t>
            </a:r>
            <a:endParaRPr lang="es-ES" sz="140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18">
            <a:extLst>
              <a:ext uri="{FF2B5EF4-FFF2-40B4-BE49-F238E27FC236}">
                <a16:creationId xmlns:a16="http://schemas.microsoft.com/office/drawing/2014/main" id="{AE4217F9-7C8E-0C33-C080-AE17F3B1A55E}"/>
              </a:ext>
            </a:extLst>
          </p:cNvPr>
          <p:cNvSpPr/>
          <p:nvPr/>
        </p:nvSpPr>
        <p:spPr>
          <a:xfrm>
            <a:off x="7347108" y="2457008"/>
            <a:ext cx="2195964" cy="3410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Subtítulo</a:t>
            </a:r>
            <a:endParaRPr lang="es-ES" sz="140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18">
            <a:extLst>
              <a:ext uri="{FF2B5EF4-FFF2-40B4-BE49-F238E27FC236}">
                <a16:creationId xmlns:a16="http://schemas.microsoft.com/office/drawing/2014/main" id="{17E9ACD4-6C5E-3A5A-2885-66A4C8D2B55C}"/>
              </a:ext>
            </a:extLst>
          </p:cNvPr>
          <p:cNvSpPr/>
          <p:nvPr/>
        </p:nvSpPr>
        <p:spPr>
          <a:xfrm>
            <a:off x="9622265" y="2457008"/>
            <a:ext cx="2195964" cy="3410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Subtítulo</a:t>
            </a:r>
            <a:endParaRPr lang="es-ES" sz="140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596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0"/>
        </a:solidFill>
        <a:effectLst/>
      </p:bgPr>
    </p:bg>
    <p:spTree>
      <p:nvGrpSpPr>
        <p:cNvPr id="1" name="Shape 597">
          <a:extLst>
            <a:ext uri="{FF2B5EF4-FFF2-40B4-BE49-F238E27FC236}">
              <a16:creationId xmlns:a16="http://schemas.microsoft.com/office/drawing/2014/main" id="{13743E2D-AAC9-1E67-5311-736B9577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BE02861-965F-0E97-9190-C9C2CC7E1CF3}"/>
              </a:ext>
            </a:extLst>
          </p:cNvPr>
          <p:cNvSpPr/>
          <p:nvPr/>
        </p:nvSpPr>
        <p:spPr>
          <a:xfrm>
            <a:off x="-21589" y="2156318"/>
            <a:ext cx="5835315" cy="3599447"/>
          </a:xfrm>
          <a:prstGeom prst="rect">
            <a:avLst/>
          </a:prstGeom>
          <a:solidFill>
            <a:srgbClr val="FF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036771D-4BA1-D2B5-808C-D52F0BDC974D}"/>
              </a:ext>
            </a:extLst>
          </p:cNvPr>
          <p:cNvSpPr/>
          <p:nvPr/>
        </p:nvSpPr>
        <p:spPr>
          <a:xfrm>
            <a:off x="6098698" y="2312473"/>
            <a:ext cx="6103642" cy="3449689"/>
          </a:xfrm>
          <a:prstGeom prst="rect">
            <a:avLst/>
          </a:prstGeom>
          <a:solidFill>
            <a:srgbClr val="FF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B6E443E4-0AA2-D5ED-46FA-F89F1EB053CD}"/>
              </a:ext>
            </a:extLst>
          </p:cNvPr>
          <p:cNvSpPr/>
          <p:nvPr/>
        </p:nvSpPr>
        <p:spPr>
          <a:xfrm>
            <a:off x="-21588" y="1926864"/>
            <a:ext cx="5835916" cy="498772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A64C34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/>
            <a:r>
              <a:rPr lang="nl-NL" sz="2000" b="1">
                <a:solidFill>
                  <a:srgbClr val="FFFCFC"/>
                </a:solidFill>
                <a:latin typeface="Source Sans Pro 3"/>
                <a:cs typeface="Arial"/>
              </a:rPr>
              <a:t>          Categoría</a:t>
            </a:r>
          </a:p>
        </p:txBody>
      </p:sp>
      <p:sp>
        <p:nvSpPr>
          <p:cNvPr id="8" name="Vertical Text Placeholder 12">
            <a:extLst>
              <a:ext uri="{FF2B5EF4-FFF2-40B4-BE49-F238E27FC236}">
                <a16:creationId xmlns:a16="http://schemas.microsoft.com/office/drawing/2014/main" id="{75346AD1-6B27-2E42-C2C7-33C92A57C095}"/>
              </a:ext>
            </a:extLst>
          </p:cNvPr>
          <p:cNvSpPr txBox="1">
            <a:spLocks/>
          </p:cNvSpPr>
          <p:nvPr/>
        </p:nvSpPr>
        <p:spPr>
          <a:xfrm>
            <a:off x="6138127" y="2200246"/>
            <a:ext cx="6324247" cy="3538266"/>
          </a:xfrm>
          <a:prstGeom prst="rect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</p:spPr>
        <p:txBody>
          <a:bodyPr vert="horz" lIns="91440" tIns="182880" rIns="91440" bIns="91440" rtlCol="0" anchor="t">
            <a:noAutofit/>
          </a:bodyPr>
          <a:lstStyle>
            <a:defPPr>
              <a:defRPr lang="es-E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7170" indent="-217170" defTabSz="718833">
              <a:spcBef>
                <a:spcPts val="600"/>
              </a:spcBef>
              <a:spcAft>
                <a:spcPts val="600"/>
              </a:spcAft>
              <a:buClr>
                <a:srgbClr val="565655"/>
              </a:buClr>
              <a:buFont typeface="Wingdings" panose="05000000000000000000" pitchFamily="2" charset="2"/>
              <a:buChar char="§"/>
            </a:pPr>
            <a:endParaRPr lang="es-ES" sz="1600" b="1">
              <a:solidFill>
                <a:srgbClr val="80846A"/>
              </a:solidFill>
              <a:latin typeface="Source Sans Pro"/>
              <a:ea typeface="Source Sans Pro"/>
              <a:cs typeface="Arial"/>
            </a:endParaRPr>
          </a:p>
          <a:p>
            <a:pPr marL="826755" lvl="1" indent="-217170" defTabSz="718833">
              <a:spcBef>
                <a:spcPts val="600"/>
              </a:spcBef>
              <a:buClr>
                <a:srgbClr val="565655"/>
              </a:buClr>
              <a:buFont typeface="Wingdings" panose="05000000000000000000" pitchFamily="2" charset="2"/>
              <a:buChar char="§"/>
            </a:pPr>
            <a:r>
              <a:rPr lang="es-ES" sz="1600" b="1">
                <a:solidFill>
                  <a:srgbClr val="7F8768"/>
                </a:solidFill>
                <a:latin typeface="Source Sans Pro"/>
                <a:ea typeface="Source Sans Pro"/>
                <a:cs typeface="Arial"/>
              </a:rPr>
              <a:t>XXXXXXXXXXXX			           0,2M</a:t>
            </a:r>
          </a:p>
          <a:p>
            <a:pPr marL="826755" lvl="1" indent="-217170" defTabSz="718833">
              <a:spcBef>
                <a:spcPts val="600"/>
              </a:spcBef>
              <a:buClr>
                <a:srgbClr val="565655"/>
              </a:buClr>
              <a:buFont typeface="Wingdings" panose="05000000000000000000" pitchFamily="2" charset="2"/>
              <a:buChar char="§"/>
            </a:pPr>
            <a:r>
              <a:rPr lang="es-ES" sz="1600" b="1">
                <a:solidFill>
                  <a:srgbClr val="7F8768"/>
                </a:solidFill>
                <a:latin typeface="Source Sans Pro"/>
                <a:ea typeface="Source Sans Pro"/>
                <a:cs typeface="Arial"/>
              </a:rPr>
              <a:t>XXXXXXXXXXXX			           0,2M</a:t>
            </a:r>
          </a:p>
          <a:p>
            <a:pPr marL="826755" lvl="1" indent="-217170" defTabSz="718833">
              <a:spcBef>
                <a:spcPts val="600"/>
              </a:spcBef>
              <a:buClr>
                <a:srgbClr val="565655"/>
              </a:buClr>
              <a:buFont typeface="Wingdings" panose="05000000000000000000" pitchFamily="2" charset="2"/>
              <a:buChar char="§"/>
            </a:pPr>
            <a:r>
              <a:rPr lang="es-ES" sz="1600" b="1">
                <a:solidFill>
                  <a:srgbClr val="7F8768"/>
                </a:solidFill>
                <a:latin typeface="Source Sans Pro"/>
                <a:ea typeface="Source Sans Pro"/>
                <a:cs typeface="Arial"/>
              </a:rPr>
              <a:t>XXXXXXXXXXXX			           0,2M</a:t>
            </a:r>
          </a:p>
          <a:p>
            <a:pPr marL="826755" lvl="1" indent="-217170" defTabSz="718833">
              <a:spcBef>
                <a:spcPts val="600"/>
              </a:spcBef>
              <a:buClr>
                <a:srgbClr val="565655"/>
              </a:buClr>
              <a:buFont typeface="Wingdings" panose="05000000000000000000" pitchFamily="2" charset="2"/>
              <a:buChar char="§"/>
            </a:pPr>
            <a:r>
              <a:rPr lang="es-ES" sz="1600" b="1">
                <a:solidFill>
                  <a:srgbClr val="7F8768"/>
                </a:solidFill>
                <a:latin typeface="Source Sans Pro"/>
                <a:ea typeface="Source Sans Pro"/>
                <a:cs typeface="Arial"/>
              </a:rPr>
              <a:t>XXXXXXXXXXXX			           0,2M</a:t>
            </a:r>
          </a:p>
          <a:p>
            <a:pPr marL="826755" lvl="1" indent="-217170" defTabSz="718833">
              <a:spcBef>
                <a:spcPts val="600"/>
              </a:spcBef>
              <a:buClr>
                <a:srgbClr val="565655"/>
              </a:buClr>
              <a:buFont typeface="Wingdings" panose="05000000000000000000" pitchFamily="2" charset="2"/>
              <a:buChar char="§"/>
            </a:pPr>
            <a:r>
              <a:rPr lang="es-ES" sz="1600" b="1">
                <a:solidFill>
                  <a:srgbClr val="7F8768"/>
                </a:solidFill>
                <a:latin typeface="Source Sans Pro"/>
                <a:ea typeface="Source Sans Pro"/>
                <a:cs typeface="Arial"/>
              </a:rPr>
              <a:t>XXXXXXXXXXXX			           0,2M</a:t>
            </a:r>
          </a:p>
          <a:p>
            <a:pPr marL="217170" indent="-217170" defTabSz="718833">
              <a:spcBef>
                <a:spcPts val="600"/>
              </a:spcBef>
              <a:spcAft>
                <a:spcPts val="600"/>
              </a:spcAft>
              <a:buClr>
                <a:srgbClr val="565655"/>
              </a:buClr>
              <a:buFont typeface="Wingdings" panose="05000000000000000000" pitchFamily="2" charset="2"/>
              <a:buChar char="§"/>
            </a:pPr>
            <a:endParaRPr lang="es-ES" sz="1600" b="1">
              <a:solidFill>
                <a:srgbClr val="80846A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/>
            </a:endParaRPr>
          </a:p>
          <a:p>
            <a:pPr marL="217170" indent="-217170" defTabSz="718833">
              <a:spcBef>
                <a:spcPts val="600"/>
              </a:spcBef>
              <a:spcAft>
                <a:spcPts val="600"/>
              </a:spcAft>
              <a:buClr>
                <a:srgbClr val="565655"/>
              </a:buClr>
              <a:buFont typeface="Wingdings" panose="05000000000000000000" pitchFamily="2" charset="2"/>
              <a:buChar char="§"/>
            </a:pPr>
            <a:endParaRPr lang="es-ES" sz="1600" b="1">
              <a:solidFill>
                <a:srgbClr val="80846A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/>
            </a:endParaRPr>
          </a:p>
          <a:p>
            <a:pPr marL="217170" indent="-217170" defTabSz="718833">
              <a:spcBef>
                <a:spcPts val="600"/>
              </a:spcBef>
              <a:spcAft>
                <a:spcPts val="600"/>
              </a:spcAft>
              <a:buClr>
                <a:srgbClr val="565655"/>
              </a:buClr>
              <a:buFont typeface="Wingdings" panose="05000000000000000000" pitchFamily="2" charset="2"/>
              <a:buChar char="§"/>
            </a:pPr>
            <a:endParaRPr lang="es-ES" sz="1600" b="1">
              <a:solidFill>
                <a:srgbClr val="80846A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/>
            </a:endParaRPr>
          </a:p>
          <a:p>
            <a:pPr marL="217170" indent="-217170" defTabSz="718833">
              <a:spcBef>
                <a:spcPts val="600"/>
              </a:spcBef>
              <a:spcAft>
                <a:spcPts val="600"/>
              </a:spcAft>
              <a:buClr>
                <a:srgbClr val="565655"/>
              </a:buClr>
              <a:buFont typeface="Wingdings" panose="05000000000000000000" pitchFamily="2" charset="2"/>
              <a:buChar char="§"/>
            </a:pPr>
            <a:endParaRPr lang="es-ES" sz="1600" b="1">
              <a:solidFill>
                <a:srgbClr val="80846A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/>
            </a:endParaRPr>
          </a:p>
          <a:p>
            <a:pPr defTabSz="718833">
              <a:spcBef>
                <a:spcPts val="600"/>
              </a:spcBef>
              <a:spcAft>
                <a:spcPts val="600"/>
              </a:spcAft>
              <a:buClr>
                <a:srgbClr val="565655"/>
              </a:buClr>
            </a:pPr>
            <a:endParaRPr lang="es-ES" sz="1600" b="1">
              <a:solidFill>
                <a:srgbClr val="80846A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/>
            </a:endParaRPr>
          </a:p>
          <a:p>
            <a:pPr marL="217170" indent="-217170" defTabSz="718833">
              <a:spcBef>
                <a:spcPts val="600"/>
              </a:spcBef>
              <a:spcAft>
                <a:spcPts val="600"/>
              </a:spcAft>
              <a:buClr>
                <a:srgbClr val="565655"/>
              </a:buClr>
              <a:buFont typeface="Wingdings" panose="05000000000000000000" pitchFamily="2" charset="2"/>
              <a:buChar char="§"/>
            </a:pPr>
            <a:endParaRPr lang="es-ES" sz="1600" b="1">
              <a:solidFill>
                <a:srgbClr val="00B05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pPr marL="217170" indent="-217170" defTabSz="718833">
              <a:spcBef>
                <a:spcPts val="600"/>
              </a:spcBef>
              <a:spcAft>
                <a:spcPts val="600"/>
              </a:spcAft>
              <a:buClr>
                <a:srgbClr val="565655"/>
              </a:buClr>
              <a:buFont typeface="Wingdings" panose="05000000000000000000" pitchFamily="2" charset="2"/>
              <a:buChar char="§"/>
            </a:pPr>
            <a:endParaRPr lang="es-ES" sz="1600">
              <a:solidFill>
                <a:srgbClr val="00B05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/>
            </a:endParaRPr>
          </a:p>
          <a:p>
            <a:pPr algn="ctr" defTabSz="718833">
              <a:spcBef>
                <a:spcPts val="600"/>
              </a:spcBef>
              <a:spcAft>
                <a:spcPts val="600"/>
              </a:spcAft>
              <a:buClr>
                <a:srgbClr val="565655"/>
              </a:buClr>
            </a:pPr>
            <a:endParaRPr lang="en-GB" sz="11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F318F47-1D36-5178-EBF1-A89B20825F84}"/>
              </a:ext>
            </a:extLst>
          </p:cNvPr>
          <p:cNvSpPr/>
          <p:nvPr/>
        </p:nvSpPr>
        <p:spPr>
          <a:xfrm>
            <a:off x="6091555" y="1911945"/>
            <a:ext cx="6100445" cy="48874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A945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/>
            <a:r>
              <a:rPr lang="nl-NL" sz="1600" b="1">
                <a:solidFill>
                  <a:prstClr val="white"/>
                </a:solidFill>
                <a:latin typeface="Arial"/>
                <a:cs typeface="Arial"/>
              </a:rPr>
              <a:t>         </a:t>
            </a:r>
            <a:r>
              <a:rPr lang="nl-NL" sz="2000" b="1">
                <a:solidFill>
                  <a:srgbClr val="FFFFFF"/>
                </a:solidFill>
                <a:latin typeface="Source Sans Pro 3"/>
                <a:cs typeface="Arial"/>
              </a:rPr>
              <a:t>Categoría</a:t>
            </a:r>
            <a:endParaRPr lang="nl-NL" sz="1600" b="1">
              <a:solidFill>
                <a:srgbClr val="FFFFFF"/>
              </a:solidFill>
              <a:latin typeface="Source Sans Pro 3"/>
              <a:cs typeface="Arial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3FD364FE-F96C-6391-4E55-01DCC13071E9}"/>
              </a:ext>
            </a:extLst>
          </p:cNvPr>
          <p:cNvSpPr/>
          <p:nvPr/>
        </p:nvSpPr>
        <p:spPr>
          <a:xfrm>
            <a:off x="2933484" y="5916457"/>
            <a:ext cx="3449458" cy="418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en-GB" sz="3200" b="1">
                <a:solidFill>
                  <a:srgbClr val="B97563"/>
                </a:solidFill>
                <a:latin typeface="Arial"/>
                <a:cs typeface="Arial"/>
              </a:rPr>
              <a:t>~1,6 </a:t>
            </a:r>
            <a:r>
              <a:rPr lang="en-US" sz="3200" b="1">
                <a:solidFill>
                  <a:srgbClr val="B97563"/>
                </a:solidFill>
                <a:latin typeface="Arial"/>
                <a:cs typeface="Arial"/>
              </a:rPr>
              <a:t>m€</a:t>
            </a: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DD8F3974-D5C2-9BF7-B13A-720174164EED}"/>
              </a:ext>
            </a:extLst>
          </p:cNvPr>
          <p:cNvSpPr/>
          <p:nvPr/>
        </p:nvSpPr>
        <p:spPr>
          <a:xfrm>
            <a:off x="9357592" y="5815813"/>
            <a:ext cx="2821133" cy="437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E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r>
              <a:rPr lang="en-GB" sz="3200" b="1">
                <a:solidFill>
                  <a:srgbClr val="80846A"/>
                </a:solidFill>
                <a:latin typeface="Arial"/>
                <a:cs typeface="Arial"/>
              </a:rPr>
              <a:t>~</a:t>
            </a:r>
            <a:r>
              <a:rPr lang="en-US" sz="3200" b="1">
                <a:solidFill>
                  <a:srgbClr val="80846A"/>
                </a:solidFill>
                <a:latin typeface="Arial"/>
                <a:cs typeface="Arial"/>
              </a:rPr>
              <a:t> 1,9 m€</a:t>
            </a:r>
          </a:p>
        </p:txBody>
      </p:sp>
      <p:sp>
        <p:nvSpPr>
          <p:cNvPr id="19" name="Vertical Text Placeholder 12">
            <a:extLst>
              <a:ext uri="{FF2B5EF4-FFF2-40B4-BE49-F238E27FC236}">
                <a16:creationId xmlns:a16="http://schemas.microsoft.com/office/drawing/2014/main" id="{792C7B90-E7B1-13B9-CEAC-2E11FF9D0A06}"/>
              </a:ext>
            </a:extLst>
          </p:cNvPr>
          <p:cNvSpPr txBox="1">
            <a:spLocks/>
          </p:cNvSpPr>
          <p:nvPr/>
        </p:nvSpPr>
        <p:spPr>
          <a:xfrm>
            <a:off x="890432" y="2717992"/>
            <a:ext cx="4647817" cy="2834545"/>
          </a:xfrm>
          <a:prstGeom prst="rect">
            <a:avLst/>
          </a:prstGeom>
          <a:noFill/>
        </p:spPr>
        <p:txBody>
          <a:bodyPr lIns="68580" tIns="137160" rIns="68580" bIns="68580" anchor="t"/>
          <a:lstStyle>
            <a:defPPr>
              <a:defRPr lang="es-ES"/>
            </a:defPPr>
            <a:lvl1pPr marL="217488" indent="-217488" algn="l" defTabSz="719138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Segoe UI Light" panose="020B0502040204020203" pitchFamily="34" charset="0"/>
              <a:buChar char="•"/>
              <a:defRPr sz="1600" kern="1200">
                <a:solidFill>
                  <a:srgbClr val="565655"/>
                </a:solidFill>
                <a:latin typeface="+mn-lt"/>
                <a:ea typeface="+mn-ea"/>
                <a:cs typeface="+mn-cs"/>
              </a:defRPr>
            </a:lvl1pPr>
            <a:lvl2pPr marL="471488" indent="-254000" algn="l" defTabSz="719138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Calibri Light" panose="020F0302020204030204" pitchFamily="34" charset="0"/>
              <a:buChar char="─"/>
              <a:defRPr sz="1600" i="0" kern="1200">
                <a:solidFill>
                  <a:srgbClr val="565655"/>
                </a:solidFill>
                <a:latin typeface="+mn-lt"/>
                <a:ea typeface="+mn-ea"/>
                <a:cs typeface="+mn-cs"/>
              </a:defRPr>
            </a:lvl2pPr>
            <a:lvl3pPr marL="0" indent="0" algn="l" defTabSz="719138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rgbClr val="0070C0"/>
              </a:buClr>
              <a:buSzPct val="85000"/>
              <a:buFont typeface="Arial" panose="020B0604020202020204" pitchFamily="34" charset="0"/>
              <a:buNone/>
              <a:defRPr sz="1600" i="0" kern="1200">
                <a:solidFill>
                  <a:srgbClr val="565655"/>
                </a:solidFill>
                <a:latin typeface="+mn-lt"/>
                <a:ea typeface="+mn-ea"/>
                <a:cs typeface="+mn-cs"/>
              </a:defRPr>
            </a:lvl3pPr>
            <a:lvl4pPr marL="0" indent="0" algn="l" defTabSz="719138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kern="1200" cap="none" spc="30" baseline="0">
                <a:solidFill>
                  <a:srgbClr val="565655"/>
                </a:solidFill>
                <a:latin typeface="+mj-lt"/>
                <a:ea typeface="+mn-ea"/>
                <a:cs typeface="Calibri" panose="020F0502020204030204" pitchFamily="34" charset="0"/>
              </a:defRPr>
            </a:lvl4pPr>
            <a:lvl5pPr marL="271463" indent="-271463" algn="l" defTabSz="719138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defRPr sz="1600" i="0" kern="1200">
                <a:solidFill>
                  <a:srgbClr val="565655"/>
                </a:solidFill>
                <a:latin typeface="+mn-lt"/>
                <a:ea typeface="+mn-ea"/>
                <a:cs typeface="+mn-cs"/>
              </a:defRPr>
            </a:lvl5pPr>
            <a:lvl6pPr marL="217488" indent="-2174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>
                <a:schemeClr val="tx2">
                  <a:lumMod val="50000"/>
                </a:schemeClr>
              </a:buClr>
              <a:buFont typeface="Arial" panose="020B0604020202020204" pitchFamily="34" charset="0"/>
              <a:buChar char="•"/>
              <a:defRPr sz="1600" b="0" i="0" kern="1200">
                <a:solidFill>
                  <a:srgbClr val="565655"/>
                </a:solidFill>
                <a:latin typeface="+mn-lt"/>
                <a:ea typeface="+mn-ea"/>
                <a:cs typeface="+mn-cs"/>
              </a:defRPr>
            </a:lvl6pPr>
            <a:lvl7pPr marL="471488" indent="-254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Calibri Light" panose="020F0302020204030204" pitchFamily="34" charset="0"/>
              <a:buChar char="─"/>
              <a:defRPr sz="1600" b="0" i="0" kern="1200">
                <a:solidFill>
                  <a:srgbClr val="565655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rgbClr val="565655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kern="1200">
                <a:solidFill>
                  <a:srgbClr val="565655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17170" indent="-217170" defTabSz="718833">
              <a:spcBef>
                <a:spcPts val="600"/>
              </a:spcBef>
              <a:buClr>
                <a:srgbClr val="565655"/>
              </a:buClr>
              <a:buFont typeface="Wingdings" panose="05000000000000000000" pitchFamily="2" charset="2"/>
              <a:buChar char="§"/>
            </a:pPr>
            <a:r>
              <a:rPr lang="es-ES" b="1">
                <a:solidFill>
                  <a:srgbClr val="B97563"/>
                </a:solidFill>
                <a:latin typeface="Source Sans Pro"/>
                <a:ea typeface="Source Sans Pro"/>
                <a:cs typeface="Arial"/>
              </a:rPr>
              <a:t>XXXXXXXXXXXX			          0,2M</a:t>
            </a:r>
          </a:p>
          <a:p>
            <a:pPr marL="217170" indent="-217170" defTabSz="718833">
              <a:spcBef>
                <a:spcPts val="600"/>
              </a:spcBef>
              <a:buClr>
                <a:srgbClr val="565655"/>
              </a:buClr>
              <a:buFont typeface="Wingdings" panose="05000000000000000000" pitchFamily="2" charset="2"/>
              <a:buChar char="§"/>
            </a:pPr>
            <a:r>
              <a:rPr lang="es-ES" b="1">
                <a:solidFill>
                  <a:srgbClr val="B97563"/>
                </a:solidFill>
                <a:latin typeface="Source Sans Pro"/>
                <a:ea typeface="Source Sans Pro"/>
                <a:cs typeface="Arial"/>
              </a:rPr>
              <a:t>XXXXXXXXXXXX			          0,2M</a:t>
            </a:r>
          </a:p>
          <a:p>
            <a:pPr marL="217170" indent="-217170" defTabSz="718833">
              <a:spcBef>
                <a:spcPts val="600"/>
              </a:spcBef>
              <a:buClr>
                <a:srgbClr val="565655"/>
              </a:buClr>
              <a:buFont typeface="Wingdings" panose="05000000000000000000" pitchFamily="2" charset="2"/>
              <a:buChar char="§"/>
            </a:pPr>
            <a:r>
              <a:rPr lang="es-ES" b="1">
                <a:solidFill>
                  <a:srgbClr val="B97563"/>
                </a:solidFill>
                <a:latin typeface="Source Sans Pro"/>
                <a:ea typeface="Source Sans Pro"/>
                <a:cs typeface="Arial"/>
              </a:rPr>
              <a:t>XXXXXXXXXXXX			          0,2M</a:t>
            </a:r>
          </a:p>
          <a:p>
            <a:pPr marL="217170" indent="-217170" defTabSz="718833">
              <a:spcBef>
                <a:spcPts val="600"/>
              </a:spcBef>
              <a:buClr>
                <a:srgbClr val="565655"/>
              </a:buClr>
              <a:buFont typeface="Wingdings" panose="05000000000000000000" pitchFamily="2" charset="2"/>
              <a:buChar char="§"/>
            </a:pPr>
            <a:r>
              <a:rPr lang="es-ES" b="1">
                <a:solidFill>
                  <a:srgbClr val="B97563"/>
                </a:solidFill>
                <a:latin typeface="Source Sans Pro"/>
                <a:ea typeface="Source Sans Pro"/>
                <a:cs typeface="Arial"/>
              </a:rPr>
              <a:t>XXXXXXXXXXXX			          0,2M</a:t>
            </a:r>
          </a:p>
          <a:p>
            <a:pPr marL="217170" indent="-217170" defTabSz="718833">
              <a:spcBef>
                <a:spcPts val="600"/>
              </a:spcBef>
              <a:buClr>
                <a:srgbClr val="565655"/>
              </a:buClr>
              <a:buFont typeface="Wingdings" panose="05000000000000000000" pitchFamily="2" charset="2"/>
              <a:buChar char="§"/>
            </a:pPr>
            <a:r>
              <a:rPr lang="es-ES" b="1">
                <a:solidFill>
                  <a:srgbClr val="B97563"/>
                </a:solidFill>
                <a:latin typeface="Source Sans Pro"/>
                <a:ea typeface="Source Sans Pro"/>
                <a:cs typeface="Arial"/>
              </a:rPr>
              <a:t>XXXXXXXXXXXX			          0,2M</a:t>
            </a:r>
          </a:p>
          <a:p>
            <a:pPr marL="217170" indent="-217170" defTabSz="718833">
              <a:spcBef>
                <a:spcPts val="600"/>
              </a:spcBef>
              <a:buClr>
                <a:srgbClr val="565655"/>
              </a:buClr>
              <a:buFont typeface="Wingdings" panose="05000000000000000000" pitchFamily="2" charset="2"/>
              <a:buChar char="§"/>
            </a:pPr>
            <a:endParaRPr lang="es-ES" b="1">
              <a:solidFill>
                <a:srgbClr val="9F5900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Forma libre 4">
            <a:extLst>
              <a:ext uri="{FF2B5EF4-FFF2-40B4-BE49-F238E27FC236}">
                <a16:creationId xmlns:a16="http://schemas.microsoft.com/office/drawing/2014/main" id="{467CDA93-779B-7624-FA49-6737C1C39BF6}"/>
              </a:ext>
            </a:extLst>
          </p:cNvPr>
          <p:cNvSpPr/>
          <p:nvPr/>
        </p:nvSpPr>
        <p:spPr>
          <a:xfrm>
            <a:off x="-1226258" y="332990"/>
            <a:ext cx="6414114" cy="500482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6445404 w 6660995"/>
              <a:gd name="connsiteY2" fmla="*/ 516084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  <a:gd name="connsiteX0" fmla="*/ 7434 w 6660995"/>
              <a:gd name="connsiteY0" fmla="*/ 7652 h 523573"/>
              <a:gd name="connsiteX1" fmla="*/ 0 w 6660995"/>
              <a:gd name="connsiteY1" fmla="*/ 523573 h 523573"/>
              <a:gd name="connsiteX2" fmla="*/ 6445404 w 6660995"/>
              <a:gd name="connsiteY2" fmla="*/ 516084 h 523573"/>
              <a:gd name="connsiteX3" fmla="*/ 6660995 w 6660995"/>
              <a:gd name="connsiteY3" fmla="*/ 0 h 523573"/>
              <a:gd name="connsiteX4" fmla="*/ 7434 w 6660995"/>
              <a:gd name="connsiteY4" fmla="*/ 7652 h 52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523573">
                <a:moveTo>
                  <a:pt x="7434" y="7652"/>
                </a:moveTo>
                <a:lnTo>
                  <a:pt x="0" y="523573"/>
                </a:lnTo>
                <a:lnTo>
                  <a:pt x="6445404" y="516084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solidFill>
            <a:srgbClr val="C9C4B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CC314E-4E3B-AB18-4BB7-2E4FB6AD88A2}"/>
              </a:ext>
            </a:extLst>
          </p:cNvPr>
          <p:cNvCxnSpPr>
            <a:cxnSpLocks/>
          </p:cNvCxnSpPr>
          <p:nvPr/>
        </p:nvCxnSpPr>
        <p:spPr>
          <a:xfrm flipV="1">
            <a:off x="6089476" y="5734493"/>
            <a:ext cx="6197801" cy="11262"/>
          </a:xfrm>
          <a:prstGeom prst="line">
            <a:avLst/>
          </a:prstGeom>
          <a:ln w="6350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9">
            <a:extLst>
              <a:ext uri="{FF2B5EF4-FFF2-40B4-BE49-F238E27FC236}">
                <a16:creationId xmlns:a16="http://schemas.microsoft.com/office/drawing/2014/main" id="{C7827C8C-1576-3BC9-9716-4CC84A9B1597}"/>
              </a:ext>
            </a:extLst>
          </p:cNvPr>
          <p:cNvCxnSpPr>
            <a:cxnSpLocks/>
          </p:cNvCxnSpPr>
          <p:nvPr/>
        </p:nvCxnSpPr>
        <p:spPr>
          <a:xfrm flipV="1">
            <a:off x="-21589" y="5748021"/>
            <a:ext cx="5835315" cy="12653"/>
          </a:xfrm>
          <a:prstGeom prst="line">
            <a:avLst/>
          </a:prstGeom>
          <a:ln w="6350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áfico 23">
            <a:extLst>
              <a:ext uri="{FF2B5EF4-FFF2-40B4-BE49-F238E27FC236}">
                <a16:creationId xmlns:a16="http://schemas.microsoft.com/office/drawing/2014/main" id="{E81C4F94-2CFD-4277-6DA9-36BE9F7C9B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248" y="315323"/>
            <a:ext cx="1399683" cy="39720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568DD71-A773-B9FD-9CDB-C8BE620B205C}"/>
              </a:ext>
            </a:extLst>
          </p:cNvPr>
          <p:cNvSpPr txBox="1"/>
          <p:nvPr/>
        </p:nvSpPr>
        <p:spPr>
          <a:xfrm>
            <a:off x="564196" y="429552"/>
            <a:ext cx="6096000" cy="293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6510" defTabSz="1219170">
              <a:lnSpc>
                <a:spcPct val="115000"/>
              </a:lnSpc>
              <a:spcBef>
                <a:spcPts val="133"/>
              </a:spcBef>
              <a:buClr>
                <a:srgbClr val="000000"/>
              </a:buClr>
              <a:buSzPts val="1100"/>
              <a:defRPr/>
            </a:pPr>
            <a:r>
              <a:rPr lang="es-ES" sz="1200">
                <a:solidFill>
                  <a:schemeClr val="tx2">
                    <a:lumMod val="10000"/>
                  </a:schemeClr>
                </a:solidFill>
                <a:latin typeface="Fahkwang"/>
                <a:cs typeface="Fahkwang"/>
                <a:sym typeface="Fahkwang"/>
              </a:rPr>
              <a:t>TÍTULO SECCIÓN</a:t>
            </a:r>
            <a:endParaRPr lang="es-ES">
              <a:solidFill>
                <a:schemeClr val="tx2">
                  <a:lumMod val="10000"/>
                </a:schemeClr>
              </a:solidFill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42D6EDC7-F05C-BFD9-9CEB-04CFE7A32B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1005" y="1976739"/>
            <a:ext cx="343874" cy="35915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B3BEC62-B5C1-2FB4-D138-576234F9C6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042" y="2039057"/>
            <a:ext cx="411775" cy="29412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F03580D-DB8E-82BF-5397-F1BFD1656831}"/>
              </a:ext>
            </a:extLst>
          </p:cNvPr>
          <p:cNvSpPr txBox="1"/>
          <p:nvPr/>
        </p:nvSpPr>
        <p:spPr>
          <a:xfrm>
            <a:off x="665050" y="1030637"/>
            <a:ext cx="592128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200" b="1">
                <a:solidFill>
                  <a:srgbClr val="000000"/>
                </a:solidFill>
                <a:latin typeface="Fahkwang"/>
                <a:cs typeface="Fahkwang"/>
              </a:rPr>
              <a:t>Título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6364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 1">
            <a:extLst>
              <a:ext uri="{FF2B5EF4-FFF2-40B4-BE49-F238E27FC236}">
                <a16:creationId xmlns:a16="http://schemas.microsoft.com/office/drawing/2014/main" id="{4F414F25-DE21-DC41-2341-147DCCB5BCCA}"/>
              </a:ext>
            </a:extLst>
          </p:cNvPr>
          <p:cNvSpPr/>
          <p:nvPr/>
        </p:nvSpPr>
        <p:spPr>
          <a:xfrm>
            <a:off x="0" y="376473"/>
            <a:ext cx="8881327" cy="6105053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348760"/>
              <a:gd name="connsiteY0" fmla="*/ 165 h 4859633"/>
              <a:gd name="connsiteX1" fmla="*/ 416311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126382 w 5932449"/>
              <a:gd name="connsiteY0" fmla="*/ 7654 h 4859633"/>
              <a:gd name="connsiteX1" fmla="*/ 0 w 5932449"/>
              <a:gd name="connsiteY1" fmla="*/ 4859633 h 4859633"/>
              <a:gd name="connsiteX2" fmla="*/ 3880624 w 5932449"/>
              <a:gd name="connsiteY2" fmla="*/ 4859633 h 4859633"/>
              <a:gd name="connsiteX3" fmla="*/ 5932449 w 5932449"/>
              <a:gd name="connsiteY3" fmla="*/ 0 h 4859633"/>
              <a:gd name="connsiteX4" fmla="*/ 126382 w 5932449"/>
              <a:gd name="connsiteY4" fmla="*/ 7654 h 4859633"/>
              <a:gd name="connsiteX0" fmla="*/ 118948 w 5925015"/>
              <a:gd name="connsiteY0" fmla="*/ 7654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118948 w 5925015"/>
              <a:gd name="connsiteY4" fmla="*/ 7654 h 4867122"/>
              <a:gd name="connsiteX0" fmla="*/ 505524 w 5925015"/>
              <a:gd name="connsiteY0" fmla="*/ 0 h 4881934"/>
              <a:gd name="connsiteX1" fmla="*/ 0 w 5925015"/>
              <a:gd name="connsiteY1" fmla="*/ 4881934 h 4881934"/>
              <a:gd name="connsiteX2" fmla="*/ 3873190 w 5925015"/>
              <a:gd name="connsiteY2" fmla="*/ 4874445 h 4881934"/>
              <a:gd name="connsiteX3" fmla="*/ 5925015 w 5925015"/>
              <a:gd name="connsiteY3" fmla="*/ 14812 h 4881934"/>
              <a:gd name="connsiteX4" fmla="*/ 505524 w 5925015"/>
              <a:gd name="connsiteY4" fmla="*/ 0 h 4881934"/>
              <a:gd name="connsiteX0" fmla="*/ 2 w 5925015"/>
              <a:gd name="connsiteY0" fmla="*/ 165 h 4867122"/>
              <a:gd name="connsiteX1" fmla="*/ 0 w 5925015"/>
              <a:gd name="connsiteY1" fmla="*/ 4867122 h 4867122"/>
              <a:gd name="connsiteX2" fmla="*/ 3873190 w 5925015"/>
              <a:gd name="connsiteY2" fmla="*/ 4859633 h 4867122"/>
              <a:gd name="connsiteX3" fmla="*/ 5925015 w 5925015"/>
              <a:gd name="connsiteY3" fmla="*/ 0 h 4867122"/>
              <a:gd name="connsiteX4" fmla="*/ 2 w 5925015"/>
              <a:gd name="connsiteY4" fmla="*/ 165 h 4867122"/>
              <a:gd name="connsiteX0" fmla="*/ 535260 w 6460273"/>
              <a:gd name="connsiteY0" fmla="*/ 165 h 4867122"/>
              <a:gd name="connsiteX1" fmla="*/ 0 w 6460273"/>
              <a:gd name="connsiteY1" fmla="*/ 4867122 h 4867122"/>
              <a:gd name="connsiteX2" fmla="*/ 4408448 w 6460273"/>
              <a:gd name="connsiteY2" fmla="*/ 4859633 h 4867122"/>
              <a:gd name="connsiteX3" fmla="*/ 6460273 w 6460273"/>
              <a:gd name="connsiteY3" fmla="*/ 0 h 4867122"/>
              <a:gd name="connsiteX4" fmla="*/ 535260 w 6460273"/>
              <a:gd name="connsiteY4" fmla="*/ 165 h 4867122"/>
              <a:gd name="connsiteX0" fmla="*/ 14869 w 6460273"/>
              <a:gd name="connsiteY0" fmla="*/ 0 h 4874446"/>
              <a:gd name="connsiteX1" fmla="*/ 0 w 6460273"/>
              <a:gd name="connsiteY1" fmla="*/ 4874446 h 4874446"/>
              <a:gd name="connsiteX2" fmla="*/ 4408448 w 6460273"/>
              <a:gd name="connsiteY2" fmla="*/ 4866957 h 4874446"/>
              <a:gd name="connsiteX3" fmla="*/ 6460273 w 6460273"/>
              <a:gd name="connsiteY3" fmla="*/ 7324 h 4874446"/>
              <a:gd name="connsiteX4" fmla="*/ 14869 w 6460273"/>
              <a:gd name="connsiteY4" fmla="*/ 0 h 4874446"/>
              <a:gd name="connsiteX0" fmla="*/ 334537 w 6779941"/>
              <a:gd name="connsiteY0" fmla="*/ 0 h 4881935"/>
              <a:gd name="connsiteX1" fmla="*/ 0 w 6779941"/>
              <a:gd name="connsiteY1" fmla="*/ 4881935 h 4881935"/>
              <a:gd name="connsiteX2" fmla="*/ 4728116 w 6779941"/>
              <a:gd name="connsiteY2" fmla="*/ 4866957 h 4881935"/>
              <a:gd name="connsiteX3" fmla="*/ 6779941 w 6779941"/>
              <a:gd name="connsiteY3" fmla="*/ 7324 h 4881935"/>
              <a:gd name="connsiteX4" fmla="*/ 334537 w 6779941"/>
              <a:gd name="connsiteY4" fmla="*/ 0 h 4881935"/>
              <a:gd name="connsiteX0" fmla="*/ 0 w 6779941"/>
              <a:gd name="connsiteY0" fmla="*/ 15142 h 4874611"/>
              <a:gd name="connsiteX1" fmla="*/ 0 w 6779941"/>
              <a:gd name="connsiteY1" fmla="*/ 4874611 h 4874611"/>
              <a:gd name="connsiteX2" fmla="*/ 4728116 w 6779941"/>
              <a:gd name="connsiteY2" fmla="*/ 4859633 h 4874611"/>
              <a:gd name="connsiteX3" fmla="*/ 6779941 w 6779941"/>
              <a:gd name="connsiteY3" fmla="*/ 0 h 4874611"/>
              <a:gd name="connsiteX4" fmla="*/ 0 w 6779941"/>
              <a:gd name="connsiteY4" fmla="*/ 15142 h 4874611"/>
              <a:gd name="connsiteX0" fmla="*/ 0 w 6787375"/>
              <a:gd name="connsiteY0" fmla="*/ 412052 h 4874611"/>
              <a:gd name="connsiteX1" fmla="*/ 7434 w 6787375"/>
              <a:gd name="connsiteY1" fmla="*/ 4874611 h 4874611"/>
              <a:gd name="connsiteX2" fmla="*/ 4735550 w 6787375"/>
              <a:gd name="connsiteY2" fmla="*/ 4859633 h 4874611"/>
              <a:gd name="connsiteX3" fmla="*/ 6787375 w 6787375"/>
              <a:gd name="connsiteY3" fmla="*/ 0 h 4874611"/>
              <a:gd name="connsiteX4" fmla="*/ 0 w 6787375"/>
              <a:gd name="connsiteY4" fmla="*/ 412052 h 4874611"/>
              <a:gd name="connsiteX0" fmla="*/ 0 w 6608956"/>
              <a:gd name="connsiteY0" fmla="*/ 164 h 4462723"/>
              <a:gd name="connsiteX1" fmla="*/ 7434 w 6608956"/>
              <a:gd name="connsiteY1" fmla="*/ 4462723 h 4462723"/>
              <a:gd name="connsiteX2" fmla="*/ 4735550 w 6608956"/>
              <a:gd name="connsiteY2" fmla="*/ 4447745 h 4462723"/>
              <a:gd name="connsiteX3" fmla="*/ 6608956 w 6608956"/>
              <a:gd name="connsiteY3" fmla="*/ 0 h 4462723"/>
              <a:gd name="connsiteX4" fmla="*/ 0 w 6608956"/>
              <a:gd name="connsiteY4" fmla="*/ 164 h 4462723"/>
              <a:gd name="connsiteX0" fmla="*/ 0 w 6668429"/>
              <a:gd name="connsiteY0" fmla="*/ 149942 h 4612501"/>
              <a:gd name="connsiteX1" fmla="*/ 7434 w 6668429"/>
              <a:gd name="connsiteY1" fmla="*/ 4612501 h 4612501"/>
              <a:gd name="connsiteX2" fmla="*/ 4735550 w 6668429"/>
              <a:gd name="connsiteY2" fmla="*/ 4597523 h 4612501"/>
              <a:gd name="connsiteX3" fmla="*/ 6668429 w 6668429"/>
              <a:gd name="connsiteY3" fmla="*/ 0 h 4612501"/>
              <a:gd name="connsiteX4" fmla="*/ 0 w 6668429"/>
              <a:gd name="connsiteY4" fmla="*/ 149942 h 4612501"/>
              <a:gd name="connsiteX0" fmla="*/ 0 w 6698166"/>
              <a:gd name="connsiteY0" fmla="*/ 0 h 4619826"/>
              <a:gd name="connsiteX1" fmla="*/ 37171 w 6698166"/>
              <a:gd name="connsiteY1" fmla="*/ 4619826 h 4619826"/>
              <a:gd name="connsiteX2" fmla="*/ 4765287 w 6698166"/>
              <a:gd name="connsiteY2" fmla="*/ 4604848 h 4619826"/>
              <a:gd name="connsiteX3" fmla="*/ 6698166 w 6698166"/>
              <a:gd name="connsiteY3" fmla="*/ 7325 h 4619826"/>
              <a:gd name="connsiteX4" fmla="*/ 0 w 6698166"/>
              <a:gd name="connsiteY4" fmla="*/ 0 h 4619826"/>
              <a:gd name="connsiteX0" fmla="*/ 7434 w 6660995"/>
              <a:gd name="connsiteY0" fmla="*/ 7652 h 4612501"/>
              <a:gd name="connsiteX1" fmla="*/ 0 w 6660995"/>
              <a:gd name="connsiteY1" fmla="*/ 4612501 h 4612501"/>
              <a:gd name="connsiteX2" fmla="*/ 4728116 w 6660995"/>
              <a:gd name="connsiteY2" fmla="*/ 4597523 h 4612501"/>
              <a:gd name="connsiteX3" fmla="*/ 6660995 w 6660995"/>
              <a:gd name="connsiteY3" fmla="*/ 0 h 4612501"/>
              <a:gd name="connsiteX4" fmla="*/ 7434 w 6660995"/>
              <a:gd name="connsiteY4" fmla="*/ 7652 h 4612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60995" h="4612501">
                <a:moveTo>
                  <a:pt x="7434" y="7652"/>
                </a:moveTo>
                <a:lnTo>
                  <a:pt x="0" y="4612501"/>
                </a:lnTo>
                <a:lnTo>
                  <a:pt x="4728116" y="4597523"/>
                </a:lnTo>
                <a:lnTo>
                  <a:pt x="6660995" y="0"/>
                </a:lnTo>
                <a:lnTo>
                  <a:pt x="7434" y="7652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/>
          </a:p>
        </p:txBody>
      </p:sp>
      <p:sp>
        <p:nvSpPr>
          <p:cNvPr id="9" name="Forma libre 13">
            <a:extLst>
              <a:ext uri="{FF2B5EF4-FFF2-40B4-BE49-F238E27FC236}">
                <a16:creationId xmlns:a16="http://schemas.microsoft.com/office/drawing/2014/main" id="{A2B4DDD7-055A-C22E-FE48-FACF32C43B4A}"/>
              </a:ext>
            </a:extLst>
          </p:cNvPr>
          <p:cNvSpPr/>
          <p:nvPr/>
        </p:nvSpPr>
        <p:spPr>
          <a:xfrm>
            <a:off x="0" y="-70337"/>
            <a:ext cx="9690995" cy="5951764"/>
          </a:xfrm>
          <a:custGeom>
            <a:avLst/>
            <a:gdLst>
              <a:gd name="connsiteX0" fmla="*/ 0 w 6936058"/>
              <a:gd name="connsiteY0" fmla="*/ 0 h 5196468"/>
              <a:gd name="connsiteX1" fmla="*/ 0 w 6936058"/>
              <a:gd name="connsiteY1" fmla="*/ 5196468 h 5196468"/>
              <a:gd name="connsiteX2" fmla="*/ 4757853 w 6936058"/>
              <a:gd name="connsiteY2" fmla="*/ 5196468 h 5196468"/>
              <a:gd name="connsiteX3" fmla="*/ 6936058 w 6936058"/>
              <a:gd name="connsiteY3" fmla="*/ 22302 h 5196468"/>
              <a:gd name="connsiteX4" fmla="*/ 0 w 6936058"/>
              <a:gd name="connsiteY4" fmla="*/ 0 h 5196468"/>
              <a:gd name="connsiteX0" fmla="*/ 0 w 6809678"/>
              <a:gd name="connsiteY0" fmla="*/ 0 h 5196468"/>
              <a:gd name="connsiteX1" fmla="*/ 0 w 6809678"/>
              <a:gd name="connsiteY1" fmla="*/ 5196468 h 5196468"/>
              <a:gd name="connsiteX2" fmla="*/ 4757853 w 6809678"/>
              <a:gd name="connsiteY2" fmla="*/ 5196468 h 5196468"/>
              <a:gd name="connsiteX3" fmla="*/ 6809678 w 6809678"/>
              <a:gd name="connsiteY3" fmla="*/ 336835 h 5196468"/>
              <a:gd name="connsiteX4" fmla="*/ 0 w 6809678"/>
              <a:gd name="connsiteY4" fmla="*/ 0 h 5196468"/>
              <a:gd name="connsiteX0" fmla="*/ 371708 w 6809678"/>
              <a:gd name="connsiteY0" fmla="*/ 172409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371708 w 6809678"/>
              <a:gd name="connsiteY4" fmla="*/ 172409 h 4859633"/>
              <a:gd name="connsiteX0" fmla="*/ 460918 w 6809678"/>
              <a:gd name="connsiteY0" fmla="*/ 165 h 4859633"/>
              <a:gd name="connsiteX1" fmla="*/ 0 w 6809678"/>
              <a:gd name="connsiteY1" fmla="*/ 4859633 h 4859633"/>
              <a:gd name="connsiteX2" fmla="*/ 4757853 w 6809678"/>
              <a:gd name="connsiteY2" fmla="*/ 4859633 h 4859633"/>
              <a:gd name="connsiteX3" fmla="*/ 6809678 w 6809678"/>
              <a:gd name="connsiteY3" fmla="*/ 0 h 4859633"/>
              <a:gd name="connsiteX4" fmla="*/ 460918 w 6809678"/>
              <a:gd name="connsiteY4" fmla="*/ 165 h 4859633"/>
              <a:gd name="connsiteX0" fmla="*/ 1 w 6348761"/>
              <a:gd name="connsiteY0" fmla="*/ 165 h 4867122"/>
              <a:gd name="connsiteX1" fmla="*/ 0 w 6348761"/>
              <a:gd name="connsiteY1" fmla="*/ 4867122 h 4867122"/>
              <a:gd name="connsiteX2" fmla="*/ 4296936 w 6348761"/>
              <a:gd name="connsiteY2" fmla="*/ 4859633 h 4867122"/>
              <a:gd name="connsiteX3" fmla="*/ 6348761 w 6348761"/>
              <a:gd name="connsiteY3" fmla="*/ 0 h 4867122"/>
              <a:gd name="connsiteX4" fmla="*/ 1 w 6348761"/>
              <a:gd name="connsiteY4" fmla="*/ 165 h 4867122"/>
              <a:gd name="connsiteX0" fmla="*/ 0 w 6348760"/>
              <a:gd name="connsiteY0" fmla="*/ 165 h 4859633"/>
              <a:gd name="connsiteX1" fmla="*/ 7433 w 6348760"/>
              <a:gd name="connsiteY1" fmla="*/ 4859633 h 4859633"/>
              <a:gd name="connsiteX2" fmla="*/ 4296935 w 6348760"/>
              <a:gd name="connsiteY2" fmla="*/ 4859633 h 4859633"/>
              <a:gd name="connsiteX3" fmla="*/ 6348760 w 6348760"/>
              <a:gd name="connsiteY3" fmla="*/ 0 h 4859633"/>
              <a:gd name="connsiteX4" fmla="*/ 0 w 6348760"/>
              <a:gd name="connsiteY4" fmla="*/ 165 h 4859633"/>
              <a:gd name="connsiteX0" fmla="*/ 0 w 6732249"/>
              <a:gd name="connsiteY0" fmla="*/ 709576 h 4859633"/>
              <a:gd name="connsiteX1" fmla="*/ 390922 w 6732249"/>
              <a:gd name="connsiteY1" fmla="*/ 4859633 h 4859633"/>
              <a:gd name="connsiteX2" fmla="*/ 4680424 w 6732249"/>
              <a:gd name="connsiteY2" fmla="*/ 4859633 h 4859633"/>
              <a:gd name="connsiteX3" fmla="*/ 6732249 w 6732249"/>
              <a:gd name="connsiteY3" fmla="*/ 0 h 4859633"/>
              <a:gd name="connsiteX4" fmla="*/ 0 w 6732249"/>
              <a:gd name="connsiteY4" fmla="*/ 709576 h 4859633"/>
              <a:gd name="connsiteX0" fmla="*/ 0 w 6439402"/>
              <a:gd name="connsiteY0" fmla="*/ 7190 h 4157247"/>
              <a:gd name="connsiteX1" fmla="*/ 390922 w 6439402"/>
              <a:gd name="connsiteY1" fmla="*/ 4157247 h 4157247"/>
              <a:gd name="connsiteX2" fmla="*/ 4680424 w 6439402"/>
              <a:gd name="connsiteY2" fmla="*/ 4157247 h 4157247"/>
              <a:gd name="connsiteX3" fmla="*/ 6439402 w 6439402"/>
              <a:gd name="connsiteY3" fmla="*/ 0 h 4157247"/>
              <a:gd name="connsiteX4" fmla="*/ 0 w 6439402"/>
              <a:gd name="connsiteY4" fmla="*/ 7190 h 4157247"/>
              <a:gd name="connsiteX0" fmla="*/ 0 w 6439402"/>
              <a:gd name="connsiteY0" fmla="*/ 7190 h 4164271"/>
              <a:gd name="connsiteX1" fmla="*/ 14405 w 6439402"/>
              <a:gd name="connsiteY1" fmla="*/ 4164271 h 4164271"/>
              <a:gd name="connsiteX2" fmla="*/ 4680424 w 6439402"/>
              <a:gd name="connsiteY2" fmla="*/ 4157247 h 4164271"/>
              <a:gd name="connsiteX3" fmla="*/ 6439402 w 6439402"/>
              <a:gd name="connsiteY3" fmla="*/ 0 h 4164271"/>
              <a:gd name="connsiteX4" fmla="*/ 0 w 6439402"/>
              <a:gd name="connsiteY4" fmla="*/ 7190 h 4164271"/>
              <a:gd name="connsiteX0" fmla="*/ 0 w 6439402"/>
              <a:gd name="connsiteY0" fmla="*/ 7190 h 4157247"/>
              <a:gd name="connsiteX1" fmla="*/ 404868 w 6439402"/>
              <a:gd name="connsiteY1" fmla="*/ 4136175 h 4157247"/>
              <a:gd name="connsiteX2" fmla="*/ 4680424 w 6439402"/>
              <a:gd name="connsiteY2" fmla="*/ 4157247 h 4157247"/>
              <a:gd name="connsiteX3" fmla="*/ 6439402 w 6439402"/>
              <a:gd name="connsiteY3" fmla="*/ 0 h 4157247"/>
              <a:gd name="connsiteX4" fmla="*/ 0 w 6439402"/>
              <a:gd name="connsiteY4" fmla="*/ 7190 h 4157247"/>
              <a:gd name="connsiteX0" fmla="*/ 132016 w 6034534"/>
              <a:gd name="connsiteY0" fmla="*/ 14214 h 4157247"/>
              <a:gd name="connsiteX1" fmla="*/ 0 w 6034534"/>
              <a:gd name="connsiteY1" fmla="*/ 4136175 h 4157247"/>
              <a:gd name="connsiteX2" fmla="*/ 4275556 w 6034534"/>
              <a:gd name="connsiteY2" fmla="*/ 4157247 h 4157247"/>
              <a:gd name="connsiteX3" fmla="*/ 6034534 w 6034534"/>
              <a:gd name="connsiteY3" fmla="*/ 0 h 4157247"/>
              <a:gd name="connsiteX4" fmla="*/ 132016 w 6034534"/>
              <a:gd name="connsiteY4" fmla="*/ 14214 h 4157247"/>
              <a:gd name="connsiteX0" fmla="*/ 0 w 6041969"/>
              <a:gd name="connsiteY0" fmla="*/ 14214 h 4157247"/>
              <a:gd name="connsiteX1" fmla="*/ 7435 w 6041969"/>
              <a:gd name="connsiteY1" fmla="*/ 4136175 h 4157247"/>
              <a:gd name="connsiteX2" fmla="*/ 4282991 w 6041969"/>
              <a:gd name="connsiteY2" fmla="*/ 4157247 h 4157247"/>
              <a:gd name="connsiteX3" fmla="*/ 6041969 w 6041969"/>
              <a:gd name="connsiteY3" fmla="*/ 0 h 4157247"/>
              <a:gd name="connsiteX4" fmla="*/ 0 w 6041969"/>
              <a:gd name="connsiteY4" fmla="*/ 14214 h 4157247"/>
              <a:gd name="connsiteX0" fmla="*/ 445780 w 6487749"/>
              <a:gd name="connsiteY0" fmla="*/ 14214 h 4157247"/>
              <a:gd name="connsiteX1" fmla="*/ 0 w 6487749"/>
              <a:gd name="connsiteY1" fmla="*/ 4136175 h 4157247"/>
              <a:gd name="connsiteX2" fmla="*/ 4728771 w 6487749"/>
              <a:gd name="connsiteY2" fmla="*/ 4157247 h 4157247"/>
              <a:gd name="connsiteX3" fmla="*/ 6487749 w 6487749"/>
              <a:gd name="connsiteY3" fmla="*/ 0 h 4157247"/>
              <a:gd name="connsiteX4" fmla="*/ 445780 w 6487749"/>
              <a:gd name="connsiteY4" fmla="*/ 14214 h 4157247"/>
              <a:gd name="connsiteX0" fmla="*/ 0 w 6523074"/>
              <a:gd name="connsiteY0" fmla="*/ 21238 h 4157247"/>
              <a:gd name="connsiteX1" fmla="*/ 35325 w 6523074"/>
              <a:gd name="connsiteY1" fmla="*/ 4136175 h 4157247"/>
              <a:gd name="connsiteX2" fmla="*/ 4764096 w 6523074"/>
              <a:gd name="connsiteY2" fmla="*/ 4157247 h 4157247"/>
              <a:gd name="connsiteX3" fmla="*/ 6523074 w 6523074"/>
              <a:gd name="connsiteY3" fmla="*/ 0 h 4157247"/>
              <a:gd name="connsiteX4" fmla="*/ 0 w 6523074"/>
              <a:gd name="connsiteY4" fmla="*/ 21238 h 4157247"/>
              <a:gd name="connsiteX0" fmla="*/ 0 w 6509129"/>
              <a:gd name="connsiteY0" fmla="*/ 21238 h 4157247"/>
              <a:gd name="connsiteX1" fmla="*/ 35325 w 6509129"/>
              <a:gd name="connsiteY1" fmla="*/ 4136175 h 4157247"/>
              <a:gd name="connsiteX2" fmla="*/ 4764096 w 6509129"/>
              <a:gd name="connsiteY2" fmla="*/ 4157247 h 4157247"/>
              <a:gd name="connsiteX3" fmla="*/ 6509129 w 6509129"/>
              <a:gd name="connsiteY3" fmla="*/ 0 h 4157247"/>
              <a:gd name="connsiteX4" fmla="*/ 0 w 6509129"/>
              <a:gd name="connsiteY4" fmla="*/ 21238 h 4157247"/>
              <a:gd name="connsiteX0" fmla="*/ 0 w 6502156"/>
              <a:gd name="connsiteY0" fmla="*/ 167 h 4157247"/>
              <a:gd name="connsiteX1" fmla="*/ 28352 w 6502156"/>
              <a:gd name="connsiteY1" fmla="*/ 4136175 h 4157247"/>
              <a:gd name="connsiteX2" fmla="*/ 4757123 w 6502156"/>
              <a:gd name="connsiteY2" fmla="*/ 4157247 h 4157247"/>
              <a:gd name="connsiteX3" fmla="*/ 6502156 w 6502156"/>
              <a:gd name="connsiteY3" fmla="*/ 0 h 4157247"/>
              <a:gd name="connsiteX4" fmla="*/ 0 w 6502156"/>
              <a:gd name="connsiteY4" fmla="*/ 167 h 4157247"/>
              <a:gd name="connsiteX0" fmla="*/ 27428 w 6529584"/>
              <a:gd name="connsiteY0" fmla="*/ 167 h 4157247"/>
              <a:gd name="connsiteX1" fmla="*/ 0 w 6529584"/>
              <a:gd name="connsiteY1" fmla="*/ 4150223 h 4157247"/>
              <a:gd name="connsiteX2" fmla="*/ 4784551 w 6529584"/>
              <a:gd name="connsiteY2" fmla="*/ 4157247 h 4157247"/>
              <a:gd name="connsiteX3" fmla="*/ 6529584 w 6529584"/>
              <a:gd name="connsiteY3" fmla="*/ 0 h 4157247"/>
              <a:gd name="connsiteX4" fmla="*/ 27428 w 6529584"/>
              <a:gd name="connsiteY4" fmla="*/ 167 h 4157247"/>
              <a:gd name="connsiteX0" fmla="*/ 320274 w 6822430"/>
              <a:gd name="connsiteY0" fmla="*/ 167 h 4164271"/>
              <a:gd name="connsiteX1" fmla="*/ 0 w 6822430"/>
              <a:gd name="connsiteY1" fmla="*/ 4164271 h 4164271"/>
              <a:gd name="connsiteX2" fmla="*/ 5077397 w 6822430"/>
              <a:gd name="connsiteY2" fmla="*/ 4157247 h 4164271"/>
              <a:gd name="connsiteX3" fmla="*/ 6822430 w 6822430"/>
              <a:gd name="connsiteY3" fmla="*/ 0 h 4164271"/>
              <a:gd name="connsiteX4" fmla="*/ 320274 w 6822430"/>
              <a:gd name="connsiteY4" fmla="*/ 167 h 4164271"/>
              <a:gd name="connsiteX0" fmla="*/ 0 w 6822891"/>
              <a:gd name="connsiteY0" fmla="*/ 21239 h 4164271"/>
              <a:gd name="connsiteX1" fmla="*/ 461 w 6822891"/>
              <a:gd name="connsiteY1" fmla="*/ 4164271 h 4164271"/>
              <a:gd name="connsiteX2" fmla="*/ 5077858 w 6822891"/>
              <a:gd name="connsiteY2" fmla="*/ 4157247 h 4164271"/>
              <a:gd name="connsiteX3" fmla="*/ 6822891 w 6822891"/>
              <a:gd name="connsiteY3" fmla="*/ 0 h 4164271"/>
              <a:gd name="connsiteX4" fmla="*/ 0 w 6822891"/>
              <a:gd name="connsiteY4" fmla="*/ 21239 h 4164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2891" h="4164271">
                <a:moveTo>
                  <a:pt x="0" y="21239"/>
                </a:moveTo>
                <a:cubicBezTo>
                  <a:pt x="0" y="1643558"/>
                  <a:pt x="461" y="2541952"/>
                  <a:pt x="461" y="4164271"/>
                </a:cubicBezTo>
                <a:lnTo>
                  <a:pt x="5077858" y="4157247"/>
                </a:lnTo>
                <a:lnTo>
                  <a:pt x="6822891" y="0"/>
                </a:lnTo>
                <a:lnTo>
                  <a:pt x="0" y="21239"/>
                </a:lnTo>
                <a:close/>
              </a:path>
            </a:pathLst>
          </a:custGeom>
          <a:solidFill>
            <a:srgbClr val="CAC5B8">
              <a:alpha val="329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>
              <a:solidFill>
                <a:srgbClr val="CAC5B8"/>
              </a:solidFill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10F4A08F-7167-0E51-ACF3-534E01AC0C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5259" y="5217921"/>
            <a:ext cx="3540341" cy="999376"/>
          </a:xfrm>
          <a:prstGeom prst="rect">
            <a:avLst/>
          </a:prstGeom>
        </p:spPr>
      </p:pic>
      <p:sp>
        <p:nvSpPr>
          <p:cNvPr id="2" name="Google Shape;728;p75">
            <a:extLst>
              <a:ext uri="{FF2B5EF4-FFF2-40B4-BE49-F238E27FC236}">
                <a16:creationId xmlns:a16="http://schemas.microsoft.com/office/drawing/2014/main" id="{63DFEFDD-A885-94E6-53F7-5B32F1C5E991}"/>
              </a:ext>
            </a:extLst>
          </p:cNvPr>
          <p:cNvSpPr txBox="1">
            <a:spLocks/>
          </p:cNvSpPr>
          <p:nvPr/>
        </p:nvSpPr>
        <p:spPr>
          <a:xfrm>
            <a:off x="967020" y="2768590"/>
            <a:ext cx="6085873" cy="87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sz="48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>
              <a:lnSpc>
                <a:spcPct val="115000"/>
              </a:lnSpc>
              <a:spcBef>
                <a:spcPts val="133"/>
              </a:spcBef>
              <a:buClr>
                <a:schemeClr val="accent1"/>
              </a:buClr>
              <a:buSzPts val="1100"/>
            </a:pPr>
            <a:r>
              <a:rPr lang="es-ES" sz="2800" b="0" err="1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Together</a:t>
            </a:r>
            <a:r>
              <a:rPr lang="es-ES" sz="2800" b="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 </a:t>
            </a:r>
            <a:r>
              <a:rPr lang="es-ES" sz="2800" b="0" err="1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towards</a:t>
            </a:r>
            <a:r>
              <a:rPr lang="es-ES" sz="2800" b="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 </a:t>
            </a:r>
          </a:p>
          <a:p>
            <a:pPr>
              <a:lnSpc>
                <a:spcPct val="115000"/>
              </a:lnSpc>
              <a:spcBef>
                <a:spcPts val="133"/>
              </a:spcBef>
              <a:buClr>
                <a:schemeClr val="accent1"/>
              </a:buClr>
              <a:buSzPts val="1100"/>
            </a:pPr>
            <a:r>
              <a:rPr lang="es-ES" sz="2800" b="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A NEW HOR</a:t>
            </a:r>
            <a:r>
              <a:rPr lang="es-ES" sz="280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IZZON</a:t>
            </a:r>
            <a:r>
              <a:rPr lang="es-ES" sz="2800" b="0">
                <a:solidFill>
                  <a:srgbClr val="FFFFFF"/>
                </a:solidFill>
                <a:latin typeface="Fahkwang"/>
                <a:ea typeface="Fahkwang"/>
                <a:cs typeface="Fahkwang"/>
                <a:sym typeface="Fahkwang"/>
              </a:rPr>
              <a:t> OF BEAUTY</a:t>
            </a:r>
          </a:p>
        </p:txBody>
      </p:sp>
    </p:spTree>
    <p:extLst>
      <p:ext uri="{BB962C8B-B14F-4D97-AF65-F5344CB8AC3E}">
        <p14:creationId xmlns:p14="http://schemas.microsoft.com/office/powerpoint/2010/main" val="24502855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70u9KvJTJgHK_EMJq72W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zNpcCmivvrjbq_oR1fJ0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94BQm08Cbm2PVVk9AYod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O7dpqmx81m2BOoGOrd0O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OL36_bApWUrc.yp.Cibd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hqCfgW4wuSmX_DT2mkf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3LB3LQdyeJ1LRPPyTJkb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2pqDz9eVGlWWl62FDeh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h_wSKL5vt5y.rJ1F5rhb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JozkLlYXumS1jkAEkXp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TX8E30Mffth3haAWE.W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.SUBZld4Zob5LigSEHV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nHVmF0pjnpsG6gg55cM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H.g9PTm6N3Mr4vCPxRGg"/>
</p:tagLst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oard Meeting Presentation">
  <a:themeElements>
    <a:clrScheme name="Simple Light">
      <a:dk1>
        <a:srgbClr val="FFFCE9"/>
      </a:dk1>
      <a:lt1>
        <a:srgbClr val="093607"/>
      </a:lt1>
      <a:dk2>
        <a:srgbClr val="0B213F"/>
      </a:dk2>
      <a:lt2>
        <a:srgbClr val="D6D5CD"/>
      </a:lt2>
      <a:accent1>
        <a:srgbClr val="00000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FFFC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CCBAEA12A13444BE38E90EA887243A" ma:contentTypeVersion="3" ma:contentTypeDescription="Crear nuevo documento." ma:contentTypeScope="" ma:versionID="4e48ac3dfc83f8b732346d33d2939433">
  <xsd:schema xmlns:xsd="http://www.w3.org/2001/XMLSchema" xmlns:xs="http://www.w3.org/2001/XMLSchema" xmlns:p="http://schemas.microsoft.com/office/2006/metadata/properties" xmlns:ns2="a450312d-b016-45c2-8c76-73e55290e1be" targetNamespace="http://schemas.microsoft.com/office/2006/metadata/properties" ma:root="true" ma:fieldsID="542f25723b44b6e1a5afaa55591aab6a" ns2:_="">
    <xsd:import namespace="a450312d-b016-45c2-8c76-73e55290e1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50312d-b016-45c2-8c76-73e55290e1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7F5C63-20B9-418B-A40A-9FD463D1D810}">
  <ds:schemaRefs>
    <ds:schemaRef ds:uri="a450312d-b016-45c2-8c76-73e55290e1b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2EF5803-D1A2-4DB0-A5D3-8A4E1B1876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A0B988-5F45-4FE0-A4B9-B38D579330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14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1_Tema de Office</vt:lpstr>
      <vt:lpstr>Board Meeting Presentation</vt:lpstr>
      <vt:lpstr>TÍTULO  2026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Begoña Fernández de Larrea</dc:creator>
  <cp:revision>1</cp:revision>
  <cp:lastPrinted>2025-11-07T15:10:57Z</cp:lastPrinted>
  <dcterms:created xsi:type="dcterms:W3CDTF">2025-11-01T16:18:20Z</dcterms:created>
  <dcterms:modified xsi:type="dcterms:W3CDTF">2026-09-29T14:34:45Z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0x01010013CCBAEA12A13444BE38E90EA887243A</vt:lpwstr>
  </property>
</Properties>
</file>