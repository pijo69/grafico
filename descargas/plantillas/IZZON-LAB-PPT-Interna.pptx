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3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4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8" r:id="rId4"/>
  </p:sldMasterIdLst>
  <p:notesMasterIdLst>
    <p:notesMasterId r:id="rId22"/>
  </p:notesMasterIdLst>
  <p:sldIdLst>
    <p:sldId id="2145708606" r:id="rId5"/>
    <p:sldId id="2145708615" r:id="rId6"/>
    <p:sldId id="2145708616" r:id="rId7"/>
    <p:sldId id="2145708626" r:id="rId8"/>
    <p:sldId id="2145708627" r:id="rId9"/>
    <p:sldId id="2145708628" r:id="rId10"/>
    <p:sldId id="2145708636" r:id="rId11"/>
    <p:sldId id="2145708630" r:id="rId12"/>
    <p:sldId id="2145708632" r:id="rId13"/>
    <p:sldId id="2145708475" r:id="rId14"/>
    <p:sldId id="2145708640" r:id="rId15"/>
    <p:sldId id="2145708635" r:id="rId16"/>
    <p:sldId id="2145708472" r:id="rId17"/>
    <p:sldId id="297" r:id="rId18"/>
    <p:sldId id="270" r:id="rId19"/>
    <p:sldId id="2145708478" r:id="rId20"/>
    <p:sldId id="2145708611" r:id="rId2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A06B"/>
    <a:srgbClr val="BFC4B3"/>
    <a:srgbClr val="7F8768"/>
    <a:srgbClr val="C37868"/>
    <a:srgbClr val="1D1D1B"/>
    <a:srgbClr val="FFFFFF"/>
    <a:srgbClr val="9FA58E"/>
    <a:srgbClr val="C2803B"/>
    <a:srgbClr val="C1A58C"/>
    <a:srgbClr val="B04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0F7D04-25DF-40EA-BEC3-99D6787CC8D6}" v="78" dt="2026-10-21T14:35:42.9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11"/>
    <p:restoredTop sz="94658"/>
  </p:normalViewPr>
  <p:slideViewPr>
    <p:cSldViewPr snapToGrid="0">
      <p:cViewPr varScale="1">
        <p:scale>
          <a:sx n="133" d="100"/>
          <a:sy n="133" d="100"/>
        </p:scale>
        <p:origin x="161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Hoja_de_c_lculo_de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Sint mollit</c:v>
                </c:pt>
              </c:strCache>
            </c:strRef>
          </c:tx>
          <c:spPr>
            <a:noFill/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Tempor cupidatat</c:v>
                </c:pt>
                <c:pt idx="1">
                  <c:v>Tempor</c:v>
                </c:pt>
                <c:pt idx="2">
                  <c:v>Do culpa</c:v>
                </c:pt>
                <c:pt idx="3">
                  <c:v>Dolore</c:v>
                </c:pt>
                <c:pt idx="4">
                  <c:v>Laboris veniam</c:v>
                </c:pt>
                <c:pt idx="5">
                  <c:v>In ullamco pariatur</c:v>
                </c:pt>
                <c:pt idx="6">
                  <c:v>Reprehenderit duis</c:v>
                </c:pt>
                <c:pt idx="7">
                  <c:v>Quis fugiat</c:v>
                </c:pt>
                <c:pt idx="8">
                  <c:v>Et nulla magna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68.400000000000006</c:v>
                </c:pt>
                <c:pt idx="2">
                  <c:v>71.5</c:v>
                </c:pt>
                <c:pt idx="3">
                  <c:v>77.099999999999994</c:v>
                </c:pt>
                <c:pt idx="4">
                  <c:v>78</c:v>
                </c:pt>
                <c:pt idx="5">
                  <c:v>78</c:v>
                </c:pt>
                <c:pt idx="6">
                  <c:v>82.4</c:v>
                </c:pt>
                <c:pt idx="7">
                  <c:v>84.6</c:v>
                </c:pt>
                <c:pt idx="8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A1-4DB6-B933-F68D1B2924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Deserunt</c:v>
                </c:pt>
              </c:strCache>
            </c:strRef>
          </c:tx>
          <c:spPr>
            <a:solidFill>
              <a:srgbClr val="808669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9A4C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D9D-4DFF-AC01-02120AF35AC3}"/>
              </c:ext>
            </c:extLst>
          </c:dPt>
          <c:cat>
            <c:strRef>
              <c:f>Sheet1!$A$2:$A$10</c:f>
              <c:strCache>
                <c:ptCount val="9"/>
                <c:pt idx="0">
                  <c:v>Do occaecat</c:v>
                </c:pt>
                <c:pt idx="1">
                  <c:v>Anim elit in</c:v>
                </c:pt>
                <c:pt idx="2">
                  <c:v>Cupidatat</c:v>
                </c:pt>
                <c:pt idx="3">
                  <c:v>Ipsum</c:v>
                </c:pt>
                <c:pt idx="4">
                  <c:v>Tempor culpa</c:v>
                </c:pt>
                <c:pt idx="5">
                  <c:v>Aliqua mollit duis</c:v>
                </c:pt>
                <c:pt idx="6">
                  <c:v>Minim</c:v>
                </c:pt>
                <c:pt idx="7">
                  <c:v>Labore enim aute</c:v>
                </c:pt>
                <c:pt idx="8">
                  <c:v>Duis consequat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68.400000000000006</c:v>
                </c:pt>
                <c:pt idx="1">
                  <c:v>3.1</c:v>
                </c:pt>
                <c:pt idx="2">
                  <c:v>5.6</c:v>
                </c:pt>
                <c:pt idx="3">
                  <c:v>2.8</c:v>
                </c:pt>
                <c:pt idx="4">
                  <c:v>0</c:v>
                </c:pt>
                <c:pt idx="5">
                  <c:v>4.4000000000000004</c:v>
                </c:pt>
                <c:pt idx="6">
                  <c:v>2.2000000000000002</c:v>
                </c:pt>
                <c:pt idx="7">
                  <c:v>1.6</c:v>
                </c:pt>
                <c:pt idx="8">
                  <c:v>86.2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8A1-4DB6-B933-F68D1B29246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Ullamco aliqua</c:v>
                </c:pt>
              </c:strCache>
            </c:strRef>
          </c:tx>
          <c:spPr>
            <a:solidFill>
              <a:srgbClr val="B17F42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Velit aliqua culpa</c:v>
                </c:pt>
                <c:pt idx="1">
                  <c:v>Amet in esse</c:v>
                </c:pt>
                <c:pt idx="2">
                  <c:v>Incididunt occaecat</c:v>
                </c:pt>
                <c:pt idx="3">
                  <c:v>Sed</c:v>
                </c:pt>
                <c:pt idx="4">
                  <c:v>Aliquip</c:v>
                </c:pt>
                <c:pt idx="5">
                  <c:v>Ut fugiat</c:v>
                </c:pt>
                <c:pt idx="6">
                  <c:v>Aliqua veniam</c:v>
                </c:pt>
                <c:pt idx="7">
                  <c:v>Excepteur consectetur</c:v>
                </c:pt>
                <c:pt idx="8">
                  <c:v>In nulla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1.9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8A1-4DB6-B933-F68D1B2924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&quot;X&quot;" sourceLinked="0"/>
        <c:majorTickMark val="none"/>
        <c:minorTickMark val="none"/>
        <c:tickLblPos val="low"/>
        <c:spPr>
          <a:ln w="12700" cap="flat">
            <a:solidFill>
              <a:srgbClr val="D2D2D2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C9C4B8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2D2D2"/>
              </a:solidFill>
              <a:prstDash val="solid"/>
              <a:round/>
            </a:ln>
          </c:spPr>
        </c:majorGridlines>
        <c:numFmt formatCode="&quot;X&quot;" sourceLinked="0"/>
        <c:majorTickMark val="none"/>
        <c:minorTickMark val="none"/>
        <c:tickLblPos val="nextTo"/>
        <c:spPr>
          <a:ln w="12700" cap="flat">
            <a:solidFill>
              <a:srgbClr val="D2D2D2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9C4B8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9FBB7C-EB3B-4E25-A9BA-A01458DD21F5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39BF3-4A48-4758-BAF6-53F02EC243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9502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@shvetsa?utm_content=attributionCopyText&amp;utm_medium=referral&amp;utm_source=pexels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pexels.com/photo/diverse-businesspeople-talking-in-modern-conference-hall-5324960/?utm_content=attributionCopyText&amp;utm_medium=referral&amp;utm_source=pexels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@myleon?utm_source=unsplash&amp;utm_medium=referral&amp;utm_content=creditCopyText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unsplash.com/s/photos/business-plan?utm_source=unsplash&amp;utm_medium=referral&amp;utm_content=creditCopyText" TargetMode="Externa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@emrealiriz?utm_source=unsplash&amp;utm_medium=referral&amp;utm_content=creditCopyText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unsplash.com/s/photos/business-man?utm_source=unsplash&amp;utm_medium=referral&amp;utm_content=creditCopyText" TargetMode="Externa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@shvetsa?utm_content=attributionCopyText&amp;utm_medium=referral&amp;utm_source=pexels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pexels.com/photo/diverse-businesspeople-talking-in-modern-conference-hall-5324960/?utm_content=attributionCopyText&amp;utm_medium=referral&amp;utm_source=pexels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>
                <a:solidFill>
                  <a:srgbClr val="1A1A1A"/>
                </a:solidFill>
                <a:effectLst/>
                <a:latin typeface="-apple-system"/>
              </a:rPr>
              <a:t>Photo by </a:t>
            </a:r>
            <a:r>
              <a:rPr lang="en-US" b="1" i="0" u="none" strike="noStrike">
                <a:solidFill>
                  <a:srgbClr val="1A1A1A"/>
                </a:solidFill>
                <a:effectLst/>
                <a:latin typeface="-apple-system"/>
                <a:hlinkClick r:id="rId3"/>
              </a:rPr>
              <a:t>Anna Shvets</a:t>
            </a:r>
            <a:r>
              <a:rPr lang="en-US" b="0" i="0">
                <a:solidFill>
                  <a:srgbClr val="1A1A1A"/>
                </a:solidFill>
                <a:effectLst/>
                <a:latin typeface="-apple-system"/>
              </a:rPr>
              <a:t> from </a:t>
            </a:r>
            <a:r>
              <a:rPr lang="en-US" b="1" i="0" u="none" strike="noStrike" err="1">
                <a:solidFill>
                  <a:srgbClr val="1A1A1A"/>
                </a:solidFill>
                <a:effectLst/>
                <a:latin typeface="-apple-system"/>
                <a:hlinkClick r:id="rId4"/>
              </a:rPr>
              <a:t>Pexels</a:t>
            </a:r>
            <a:endParaRPr lang="pt-BR">
              <a:solidFill>
                <a:srgbClr val="979DAC"/>
              </a:solidFill>
              <a:latin typeface="Georgia" panose="02040502050405020303" pitchFamily="18" charset="0"/>
              <a:cs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B707F-C521-495F-8261-6A0F85E64386}" type="slidenum">
              <a:rPr lang="en-ID" smtClean="0"/>
              <a:t>1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916073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39BF3-4A48-4758-BAF6-53F02EC243FE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84466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4">
          <a:extLst>
            <a:ext uri="{FF2B5EF4-FFF2-40B4-BE49-F238E27FC236}">
              <a16:creationId xmlns:a16="http://schemas.microsoft.com/office/drawing/2014/main" id="{3C3A87C5-81AD-2FAF-70CA-5EA7C4839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g2a5256f2c40_0_2:notes">
            <a:extLst>
              <a:ext uri="{FF2B5EF4-FFF2-40B4-BE49-F238E27FC236}">
                <a16:creationId xmlns:a16="http://schemas.microsoft.com/office/drawing/2014/main" id="{95B7E53C-9B0F-C957-2DB4-859B54ED2A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6" name="Google Shape;996;g2a5256f2c40_0_2:notes">
            <a:extLst>
              <a:ext uri="{FF2B5EF4-FFF2-40B4-BE49-F238E27FC236}">
                <a16:creationId xmlns:a16="http://schemas.microsoft.com/office/drawing/2014/main" id="{A26DC41D-FF23-2E5C-C39F-545D127238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75408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34c79db9b5_1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52425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34c79db9b5_1_77:notes"/>
          <p:cNvSpPr txBox="1">
            <a:spLocks noGrp="1"/>
          </p:cNvSpPr>
          <p:nvPr>
            <p:ph type="body" idx="1"/>
          </p:nvPr>
        </p:nvSpPr>
        <p:spPr>
          <a:xfrm>
            <a:off x="680195" y="4343400"/>
            <a:ext cx="5441555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4">
          <a:extLst>
            <a:ext uri="{FF2B5EF4-FFF2-40B4-BE49-F238E27FC236}">
              <a16:creationId xmlns:a16="http://schemas.microsoft.com/office/drawing/2014/main" id="{3CE126DB-4E90-361E-B904-33F60253C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g2a5256f2c40_0_2:notes">
            <a:extLst>
              <a:ext uri="{FF2B5EF4-FFF2-40B4-BE49-F238E27FC236}">
                <a16:creationId xmlns:a16="http://schemas.microsoft.com/office/drawing/2014/main" id="{6675D65D-6D7C-EE24-5A30-4ECA3426BD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6" name="Google Shape;996;g2a5256f2c40_0_2:notes">
            <a:extLst>
              <a:ext uri="{FF2B5EF4-FFF2-40B4-BE49-F238E27FC236}">
                <a16:creationId xmlns:a16="http://schemas.microsoft.com/office/drawing/2014/main" id="{1FCC4931-6FCF-AB9E-11BB-7596D05636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98588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4">
          <a:extLst>
            <a:ext uri="{FF2B5EF4-FFF2-40B4-BE49-F238E27FC236}">
              <a16:creationId xmlns:a16="http://schemas.microsoft.com/office/drawing/2014/main" id="{0D4CD858-05B9-C0C9-9BB7-F20C25314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34c79db9b5_1_60:notes">
            <a:extLst>
              <a:ext uri="{FF2B5EF4-FFF2-40B4-BE49-F238E27FC236}">
                <a16:creationId xmlns:a16="http://schemas.microsoft.com/office/drawing/2014/main" id="{068D8D2A-3278-012E-8E9B-F7CBA78F6D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52425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6" name="Google Shape;606;g334c79db9b5_1_60:notes">
            <a:extLst>
              <a:ext uri="{FF2B5EF4-FFF2-40B4-BE49-F238E27FC236}">
                <a16:creationId xmlns:a16="http://schemas.microsoft.com/office/drawing/2014/main" id="{55933034-7CE8-C8FC-D0D0-09BF9B5F59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0195" y="4343400"/>
            <a:ext cx="5441555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665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665D3-052F-9668-AEB0-FC13B8E3D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31E4CE0-CA46-0353-0F33-3FBD71DD5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09D8E40-7D76-16A7-B0C6-54B58F5657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Intervalos margen</a:t>
            </a:r>
            <a:br>
              <a:rPr lang="es-ES" dirty="0"/>
            </a:br>
            <a:r>
              <a:rPr lang="es-ES" dirty="0"/>
              <a:t>Ubesol legado</a:t>
            </a:r>
            <a:br>
              <a:rPr lang="es-ES" dirty="0"/>
            </a:br>
            <a:r>
              <a:rPr lang="es-ES" dirty="0"/>
              <a:t>capilar </a:t>
            </a:r>
            <a:r>
              <a:rPr lang="es-ES" dirty="0" err="1"/>
              <a:t>know</a:t>
            </a:r>
            <a:r>
              <a:rPr lang="es-ES" dirty="0"/>
              <a:t> </a:t>
            </a:r>
            <a:r>
              <a:rPr lang="es-ES" dirty="0" err="1"/>
              <a:t>how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2F7DACC-FAAF-5FD5-3A78-26D2EC8E9D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7F5DAF-14AD-4624-B017-339C60E67D59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22781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39BF3-4A48-4758-BAF6-53F02EC243FE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76290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>
          <a:extLst>
            <a:ext uri="{FF2B5EF4-FFF2-40B4-BE49-F238E27FC236}">
              <a16:creationId xmlns:a16="http://schemas.microsoft.com/office/drawing/2014/main" id="{5206C78F-DCF6-48C8-1C64-1A6CA7BF9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34c79db9b5_1_49:notes">
            <a:extLst>
              <a:ext uri="{FF2B5EF4-FFF2-40B4-BE49-F238E27FC236}">
                <a16:creationId xmlns:a16="http://schemas.microsoft.com/office/drawing/2014/main" id="{5E96FF33-1715-223C-688B-93A8F6B802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52425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34c79db9b5_1_49:notes">
            <a:extLst>
              <a:ext uri="{FF2B5EF4-FFF2-40B4-BE49-F238E27FC236}">
                <a16:creationId xmlns:a16="http://schemas.microsoft.com/office/drawing/2014/main" id="{6155CF30-D68F-6F5C-A275-4D8A221BCA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0195" y="4343400"/>
            <a:ext cx="5441555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94483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96D32-8B90-5585-F1B9-BDFE93CB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BCDD3AD-E466-C1E6-79E6-6443A6C52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2ED70EE-DCAF-70A0-BD50-F6B301ABB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11F3A3-23DE-3D54-88C2-D7D8F77C8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7F5DAF-14AD-4624-B017-339C60E67D59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17993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Photo by </a:t>
            </a:r>
            <a:r>
              <a:rPr lang="en-US">
                <a:hlinkClick r:id="rId3"/>
              </a:rPr>
              <a:t>Leon</a:t>
            </a:r>
            <a:r>
              <a:rPr lang="en-US"/>
              <a:t> on </a:t>
            </a:r>
            <a:r>
              <a:rPr lang="en-US" err="1">
                <a:hlinkClick r:id="rId4"/>
              </a:rPr>
              <a:t>Unsplash</a:t>
            </a:r>
            <a:r>
              <a:rPr lang="en-US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5924C0-7D9B-4BED-82D7-91085603E2F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4086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Photo by </a:t>
            </a:r>
            <a:r>
              <a:rPr lang="en-US">
                <a:hlinkClick r:id="rId3"/>
              </a:rPr>
              <a:t>Emre </a:t>
            </a:r>
            <a:r>
              <a:rPr lang="en-US" err="1">
                <a:hlinkClick r:id="rId3"/>
              </a:rPr>
              <a:t>Alırız</a:t>
            </a:r>
            <a:r>
              <a:rPr lang="en-US"/>
              <a:t> on </a:t>
            </a:r>
            <a:r>
              <a:rPr lang="en-US" err="1">
                <a:hlinkClick r:id="rId4"/>
              </a:rPr>
              <a:t>Unsplash</a:t>
            </a:r>
            <a:r>
              <a:rPr lang="en-US"/>
              <a:t> </a:t>
            </a:r>
            <a:endParaRPr lang="en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B707F-C521-495F-8261-6A0F85E64386}" type="slidenum">
              <a:rPr lang="en-ID" smtClean="0"/>
              <a:t>15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363970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A9299-57A3-331A-E037-8EDA05FA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2CD2973-25F9-2AD4-FC11-E1B1C79EDD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59FA176-26F9-2F88-E863-7456C5E49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Revisar plantas </a:t>
            </a:r>
            <a:r>
              <a:rPr lang="es-ES" dirty="0" err="1"/>
              <a:t>essity</a:t>
            </a:r>
            <a:br>
              <a:rPr lang="es-ES" dirty="0"/>
            </a:br>
            <a:r>
              <a:rPr lang="es-ES" dirty="0"/>
              <a:t>a tener en cuenta quienes tienen laboratorios</a:t>
            </a:r>
            <a:br>
              <a:rPr lang="es-ES" dirty="0"/>
            </a:br>
            <a:r>
              <a:rPr lang="es-ES" dirty="0"/>
              <a:t>PIPELINE MISSATGES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B75CFF5-AFBD-C38D-2657-121250B31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7F5DAF-14AD-4624-B017-339C60E67D59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06560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>
                <a:solidFill>
                  <a:srgbClr val="1A1A1A"/>
                </a:solidFill>
                <a:effectLst/>
                <a:latin typeface="-apple-system"/>
              </a:rPr>
              <a:t>Photo by </a:t>
            </a:r>
            <a:r>
              <a:rPr lang="en-US" b="1" i="0" u="none" strike="noStrike">
                <a:solidFill>
                  <a:srgbClr val="1A1A1A"/>
                </a:solidFill>
                <a:effectLst/>
                <a:latin typeface="-apple-system"/>
                <a:hlinkClick r:id="rId3"/>
              </a:rPr>
              <a:t>Anna Shvets</a:t>
            </a:r>
            <a:r>
              <a:rPr lang="en-US" b="0" i="0">
                <a:solidFill>
                  <a:srgbClr val="1A1A1A"/>
                </a:solidFill>
                <a:effectLst/>
                <a:latin typeface="-apple-system"/>
              </a:rPr>
              <a:t> from </a:t>
            </a:r>
            <a:r>
              <a:rPr lang="en-US" b="1" i="0" u="none" strike="noStrike" err="1">
                <a:solidFill>
                  <a:srgbClr val="1A1A1A"/>
                </a:solidFill>
                <a:effectLst/>
                <a:latin typeface="-apple-system"/>
                <a:hlinkClick r:id="rId4"/>
              </a:rPr>
              <a:t>Pexels</a:t>
            </a:r>
            <a:endParaRPr lang="pt-BR">
              <a:solidFill>
                <a:srgbClr val="979DAC"/>
              </a:solidFill>
              <a:latin typeface="Georgia" panose="02040502050405020303" pitchFamily="18" charset="0"/>
              <a:cs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B707F-C521-495F-8261-6A0F85E64386}" type="slidenum">
              <a:rPr lang="en-ID" smtClean="0"/>
              <a:t>17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0211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02787E-22B1-11BF-E26F-242343C09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A52B38-DCCA-8B86-FCA4-1575BD8FAA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1A3441E-0835-93FE-4B23-5ADBAB6F2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878071D-F3D3-7ED1-055C-A3917C665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857908-E09C-371C-3BD5-D3BEA8E07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667048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7A2E6F-E67C-CDDF-7398-79B6CD71F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65DA9C1-BFE9-4117-5B6A-24C7B94A5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0ECAB22-D925-3881-ADC9-1447519D4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0E28254-1FFA-7840-3E87-BFA4A156E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2F1447-E283-C85C-67E5-A5840918E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886151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39881F-1515-89F9-3F27-D09AE3B8D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A9EA3BA-43AF-CF04-0C9D-E63C80707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BE09A1F-DF29-E421-DCCC-0471027C4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EC6C3B-2291-8B38-187D-EFCF3EFDC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EC3F2E3-FF2C-4833-53AD-F1CEB21E7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4038665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40ECC9-B037-8186-9D14-41C75B0D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079026-1B6A-4609-5A65-AA504A4FFA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94A0D4E-2C5E-AA5A-543C-F89855B948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9A8EBC-B0AE-47FD-B2CE-8CF33DEB1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71327A0-CA0C-F521-01CC-D3297AAD7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2434F39-8549-905F-ED8A-D60A4405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507272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DF7276-CC4C-A021-411A-E5BB1E228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EF6AA71-412B-FD6D-2534-2D3B022B1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43F64A-A9D0-4640-9EBF-5E445947B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25DAD99-A9C7-F436-7586-44FBC8E54B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342B838-34EB-AADE-CA01-6E6712810F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9F2D025-18C5-FF60-5060-2E5AE2E3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FDF09CD-5D81-EA7D-0DBE-08F8F4C3C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07E979B-64A4-A3EB-54C2-C1EE8497F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070300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AD853B-D0D3-DFBA-2EF1-22518482E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EB000CF-D993-A9DF-3670-92E6BFCC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6A0EDD4-7150-2179-99F3-42EA03114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0AFCAC0-865D-AF27-0584-25E629BA9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58949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062894E-D05D-EFD7-FF19-D87529C16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36BCABD-2EB4-CD0E-9C6C-383BB1D7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C1F8647-AE70-2971-0B12-EB4F860B6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66669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CBA71-8B79-BB01-0182-2C1B93A95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292BE7-EC4B-9D43-7AA4-C4C61B00D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E836D03-550B-CA26-AD75-AA68F4434E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A55F03-5129-E7B8-E062-0CF4AB7CC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9705953-8A73-4BDD-6D0A-A29A77A6E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7386832-2BA2-3834-73F0-D2E957A22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3427319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97825C-9E3B-6A9A-A8FB-605199062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6B7A9E4-296A-8B34-A20E-E64ABAA61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F22A788-9337-2507-6DAF-C15091807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AB6B6CB-86D5-69FB-F925-37B79E7D1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9C97198-DFC8-663F-D644-306E0416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BFB13C9-FF90-43F1-0F49-A8C938032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654048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0FD00E-0A17-8406-2F05-3D856293B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C66A7F-446A-BC16-77A5-998C303593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A9F614-4C4D-29FE-C092-D25084BCE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43450A0-7D27-E4A9-1238-27C76B3E1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6BA77E-A00D-3107-5AC3-483BBDE62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591838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7C9B26B-A26C-484C-886E-393ADF6E48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A91830B-D7EF-B155-6E88-D8D47D196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9240AE7-0836-BF03-08E3-53D8A3952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5986C33-8894-0FE1-3A28-A8F2B9056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578067-9885-419F-8BEF-B624389C6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4915165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 type="title">
  <p:cSld name="Cover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81000" y="2186000"/>
            <a:ext cx="11430000" cy="2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96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96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96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96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96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96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96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96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96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57000" y="5093500"/>
            <a:ext cx="2864400" cy="7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3"/>
          </p:nvPr>
        </p:nvSpPr>
        <p:spPr>
          <a:xfrm>
            <a:off x="8870400" y="5093500"/>
            <a:ext cx="2864400" cy="7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rimson Pro Medium"/>
              <a:buNone/>
              <a:defRPr sz="2133">
                <a:latin typeface="Aptos"/>
                <a:ea typeface="Crimson Pro Medium"/>
                <a:cs typeface="Crimson Pro Medium"/>
                <a:sym typeface="Crimson Pro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rimson Pro Medium"/>
              <a:buNone/>
              <a:defRPr sz="2133">
                <a:latin typeface="Aptos"/>
                <a:ea typeface="Crimson Pro Medium"/>
                <a:cs typeface="Crimson Pro Medium"/>
                <a:sym typeface="Crimson Pro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rimson Pro Medium"/>
              <a:buNone/>
              <a:defRPr sz="2133">
                <a:latin typeface="Aptos"/>
                <a:ea typeface="Crimson Pro Medium"/>
                <a:cs typeface="Crimson Pro Medium"/>
                <a:sym typeface="Crimson Pro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rimson Pro Medium"/>
              <a:buNone/>
              <a:defRPr sz="2133">
                <a:latin typeface="Aptos"/>
                <a:ea typeface="Crimson Pro Medium"/>
                <a:cs typeface="Crimson Pro Medium"/>
                <a:sym typeface="Crimson Pro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rimson Pro Medium"/>
              <a:buNone/>
              <a:defRPr sz="2133">
                <a:latin typeface="Aptos"/>
                <a:ea typeface="Crimson Pro Medium"/>
                <a:cs typeface="Crimson Pro Medium"/>
                <a:sym typeface="Crimson Pro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rimson Pro Medium"/>
              <a:buNone/>
              <a:defRPr sz="2133">
                <a:latin typeface="Aptos"/>
                <a:ea typeface="Crimson Pro Medium"/>
                <a:cs typeface="Crimson Pro Medium"/>
                <a:sym typeface="Crimson Pro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rimson Pro Medium"/>
              <a:buNone/>
              <a:defRPr sz="2133">
                <a:latin typeface="Aptos"/>
                <a:ea typeface="Crimson Pro Medium"/>
                <a:cs typeface="Crimson Pro Medium"/>
                <a:sym typeface="Crimson Pro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rimson Pro Medium"/>
              <a:buNone/>
              <a:defRPr sz="2133">
                <a:latin typeface="Aptos"/>
                <a:ea typeface="Crimson Pro Medium"/>
                <a:cs typeface="Crimson Pro Medium"/>
                <a:sym typeface="Crimson Pro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rimson Pro Medium"/>
              <a:buNone/>
              <a:defRPr sz="2133">
                <a:latin typeface="Aptos"/>
                <a:ea typeface="Crimson Pro Medium"/>
                <a:cs typeface="Crimson Pro Medium"/>
                <a:sym typeface="Crimson Pro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8586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older 7">
            <a:extLst>
              <a:ext uri="{FF2B5EF4-FFF2-40B4-BE49-F238E27FC236}">
                <a16:creationId xmlns:a16="http://schemas.microsoft.com/office/drawing/2014/main" id="{C1067B58-5F19-4C4C-925F-CD497FE681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30640" y="377342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1100" b="0" i="0">
                <a:solidFill>
                  <a:schemeClr val="tx1"/>
                </a:solidFill>
                <a:latin typeface="Aptos" panose="020B0504020202020204" pitchFamily="34" charset="0"/>
              </a:defRPr>
            </a:lvl1pPr>
          </a:lstStyle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1EF03F1-FB8B-AA4F-9B50-AC96712EBF1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8209" y="6284306"/>
            <a:ext cx="2788583" cy="1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1191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s of contents" userDrawn="1">
  <p:cSld name="Tables of conten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11F52DB-31F9-24A2-1025-6931E148429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9C4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400"/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46B65A68-481B-791E-A5F8-8B92AEF7BE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26206" y="483487"/>
            <a:ext cx="1891721" cy="5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8013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>
            <a:extLst>
              <a:ext uri="{FF2B5EF4-FFF2-40B4-BE49-F238E27FC236}">
                <a16:creationId xmlns:a16="http://schemas.microsoft.com/office/drawing/2014/main" id="{25D9884E-B7CC-57C9-1FA1-86FCEC74D60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 lIns="0" tIns="0" rIns="0" bIns="0"/>
          <a:lstStyle>
            <a:lvl1pPr marL="7699">
              <a:spcBef>
                <a:spcPts val="40"/>
              </a:spcBef>
              <a:defRPr sz="1001" spc="-3">
                <a:solidFill>
                  <a:srgbClr val="24242B"/>
                </a:solidFill>
                <a:latin typeface="ArialNova-Light"/>
                <a:cs typeface="ArialNova-Light"/>
              </a:defRPr>
            </a:lvl1pPr>
          </a:lstStyle>
          <a:p>
            <a:pPr lvl="0"/>
            <a:r>
              <a:rPr lang="es-ES"/>
              <a:t>Presentación Corporativa Grupo Ubesol _2022</a:t>
            </a:r>
          </a:p>
        </p:txBody>
      </p:sp>
      <p:sp>
        <p:nvSpPr>
          <p:cNvPr id="3" name="Holder 3">
            <a:extLst>
              <a:ext uri="{FF2B5EF4-FFF2-40B4-BE49-F238E27FC236}">
                <a16:creationId xmlns:a16="http://schemas.microsoft.com/office/drawing/2014/main" id="{B93EB576-BE74-1C3C-34F8-09CDC32A140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 lIns="0" tIns="0" rIns="0" bIns="0"/>
          <a:lstStyle>
            <a:lvl1pPr>
              <a:defRPr lang="en-US"/>
            </a:lvl1pPr>
          </a:lstStyle>
          <a:p>
            <a:pPr lvl="0"/>
            <a:fld id="{20010F05-D3FD-46CF-B3A1-EBEEBB1A96AE}" type="datetime1">
              <a:rPr lang="en-US"/>
              <a:pPr lvl="0"/>
              <a:t>10/21/26</a:t>
            </a:fld>
            <a:endParaRPr lang="en-US"/>
          </a:p>
        </p:txBody>
      </p:sp>
      <p:sp>
        <p:nvSpPr>
          <p:cNvPr id="4" name="Holder 4">
            <a:extLst>
              <a:ext uri="{FF2B5EF4-FFF2-40B4-BE49-F238E27FC236}">
                <a16:creationId xmlns:a16="http://schemas.microsoft.com/office/drawing/2014/main" id="{43D2DC83-8E16-BC38-1F5E-D71B0318E5D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pPr lvl="0"/>
            <a:fld id="{153E0ECA-51AC-4D1D-8E44-FF81FA092519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469746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86323E3B-C7CB-C5F6-49EA-91F2DE67D7F0}"/>
              </a:ext>
            </a:extLst>
          </p:cNvPr>
          <p:cNvSpPr/>
          <p:nvPr userDrawn="1"/>
        </p:nvSpPr>
        <p:spPr>
          <a:xfrm>
            <a:off x="0" y="0"/>
            <a:ext cx="12243332" cy="6858000"/>
          </a:xfrm>
          <a:prstGeom prst="rect">
            <a:avLst/>
          </a:prstGeom>
          <a:solidFill>
            <a:srgbClr val="C9C4B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28110424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F9E7B24-FB92-613B-C870-CFD5BD1E4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281C951-2AC7-DFFB-F8EA-C4B512E45B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E4B363-650A-32ED-7930-40008EA54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5D99D5-256D-4319-8ECA-2CBF12F3A282}" type="datetimeFigureOut">
              <a:rPr lang="es-ES" smtClean="0"/>
              <a:t>21/10/26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D82271-EF93-DE95-87F4-E540BA793A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E7E2512-7FAF-4FF4-514F-F389FDA74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0AE1D2-8B12-4D87-AF89-238E1AE12B3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9898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11" r:id="rId13"/>
    <p:sldLayoutId id="2147483812" r:id="rId14"/>
    <p:sldLayoutId id="2147483813" r:id="rId15"/>
    <p:sldLayoutId id="2147483814" r:id="rId16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jpeg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10.svg"/><Relationship Id="rId5" Type="http://schemas.openxmlformats.org/officeDocument/2006/relationships/image" Target="../media/image9.e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chart" Target="../charts/chart1.xml"/><Relationship Id="rId5" Type="http://schemas.openxmlformats.org/officeDocument/2006/relationships/image" Target="../media/image13.svg"/><Relationship Id="rId4" Type="http://schemas.openxmlformats.org/officeDocument/2006/relationships/image" Target="../media/image9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7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2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12.svg"/><Relationship Id="rId5" Type="http://schemas.openxmlformats.org/officeDocument/2006/relationships/image" Target="../media/image9.emf"/><Relationship Id="rId4" Type="http://schemas.openxmlformats.org/officeDocument/2006/relationships/oleObject" Target="../embeddings/oleObject1.bin"/><Relationship Id="rId9" Type="http://schemas.openxmlformats.org/officeDocument/2006/relationships/image" Target="../media/image2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24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15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28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oleObject" Target="../embeddings/oleObject2.bin"/><Relationship Id="rId5" Type="http://schemas.microsoft.com/office/2007/relationships/hdphoto" Target="../media/hdphoto2.wdp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svg"/><Relationship Id="rId4" Type="http://schemas.microsoft.com/office/2007/relationships/hdphoto" Target="../media/hdphoto3.wdp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1.svg"/><Relationship Id="rId7" Type="http://schemas.openxmlformats.org/officeDocument/2006/relationships/image" Target="../media/image3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4.svg"/><Relationship Id="rId5" Type="http://schemas.openxmlformats.org/officeDocument/2006/relationships/image" Target="../media/image33.svg"/><Relationship Id="rId4" Type="http://schemas.openxmlformats.org/officeDocument/2006/relationships/image" Target="../media/image3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svg"/><Relationship Id="rId5" Type="http://schemas.openxmlformats.org/officeDocument/2006/relationships/image" Target="../media/image5.jpe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11">
            <a:extLst>
              <a:ext uri="{FF2B5EF4-FFF2-40B4-BE49-F238E27FC236}">
                <a16:creationId xmlns:a16="http://schemas.microsoft.com/office/drawing/2014/main" id="{BB6A47A1-942D-D649-580C-730751511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370070" flipH="1">
            <a:off x="7013169" y="-159042"/>
            <a:ext cx="1138782" cy="7518105"/>
          </a:xfrm>
          <a:prstGeom prst="rect">
            <a:avLst/>
          </a:prstGeom>
        </p:spPr>
      </p:pic>
      <p:pic>
        <p:nvPicPr>
          <p:cNvPr id="56" name="Gráfico 55">
            <a:extLst>
              <a:ext uri="{FF2B5EF4-FFF2-40B4-BE49-F238E27FC236}">
                <a16:creationId xmlns:a16="http://schemas.microsoft.com/office/drawing/2014/main" id="{43D69514-3205-8612-63D4-A7DFE3E1EB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361041" y="-287079"/>
            <a:ext cx="13448810" cy="7697971"/>
          </a:xfrm>
          <a:prstGeom prst="rect">
            <a:avLst/>
          </a:prstGeom>
        </p:spPr>
      </p:pic>
      <p:sp>
        <p:nvSpPr>
          <p:cNvPr id="58" name="Gráfico 56">
            <a:extLst>
              <a:ext uri="{FF2B5EF4-FFF2-40B4-BE49-F238E27FC236}">
                <a16:creationId xmlns:a16="http://schemas.microsoft.com/office/drawing/2014/main" id="{C8CB0239-7BBA-73B5-8340-D3624B3B1921}"/>
              </a:ext>
            </a:extLst>
          </p:cNvPr>
          <p:cNvSpPr/>
          <p:nvPr/>
        </p:nvSpPr>
        <p:spPr>
          <a:xfrm>
            <a:off x="-417257" y="-7532"/>
            <a:ext cx="8912670" cy="6837927"/>
          </a:xfrm>
          <a:custGeom>
            <a:avLst/>
            <a:gdLst>
              <a:gd name="csX0" fmla="*/ 8921270 w 8921270"/>
              <a:gd name="csY0" fmla="*/ 0 h 6844525"/>
              <a:gd name="csX1" fmla="*/ 6037927 w 8921270"/>
              <a:gd name="csY1" fmla="*/ 6844525 h 6844525"/>
              <a:gd name="csX2" fmla="*/ 0 w 8921270"/>
              <a:gd name="csY2" fmla="*/ 6844525 h 6844525"/>
              <a:gd name="csX3" fmla="*/ 0 w 8921270"/>
              <a:gd name="csY3" fmla="*/ 0 h 6844525"/>
              <a:gd name="csX4" fmla="*/ 8921270 w 8921270"/>
              <a:gd name="csY4" fmla="*/ 0 h 6844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921270" h="6844525">
                <a:moveTo>
                  <a:pt x="8921270" y="0"/>
                </a:moveTo>
                <a:lnTo>
                  <a:pt x="6037927" y="6844525"/>
                </a:lnTo>
                <a:lnTo>
                  <a:pt x="0" y="6844525"/>
                </a:lnTo>
                <a:lnTo>
                  <a:pt x="0" y="0"/>
                </a:lnTo>
                <a:lnTo>
                  <a:pt x="8921270" y="0"/>
                </a:lnTo>
                <a:close/>
              </a:path>
            </a:pathLst>
          </a:custGeom>
          <a:blipFill>
            <a:blip r:embed="rId5">
              <a:grayscl/>
              <a:alphaModFix amt="32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19708" t="-348" r="-992" b="-20350"/>
            </a:stretch>
          </a:blipFill>
          <a:ln w="11313" cap="flat">
            <a:noFill/>
            <a:prstDash val="solid"/>
            <a:miter/>
          </a:ln>
        </p:spPr>
        <p:txBody>
          <a:bodyPr/>
          <a:lstStyle/>
          <a:p>
            <a:endParaRPr lang="es-ES"/>
          </a:p>
        </p:txBody>
      </p:sp>
      <p:pic>
        <p:nvPicPr>
          <p:cNvPr id="59" name="Gráfico 58">
            <a:extLst>
              <a:ext uri="{FF2B5EF4-FFF2-40B4-BE49-F238E27FC236}">
                <a16:creationId xmlns:a16="http://schemas.microsoft.com/office/drawing/2014/main" id="{CBA0C9E3-A3DF-DAE7-D02A-2390F9E403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70208" y="648810"/>
            <a:ext cx="868975" cy="630109"/>
          </a:xfrm>
          <a:prstGeom prst="rect">
            <a:avLst/>
          </a:prstGeom>
        </p:spPr>
      </p:pic>
      <p:sp>
        <p:nvSpPr>
          <p:cNvPr id="60" name="Google Shape;542;p56">
            <a:extLst>
              <a:ext uri="{FF2B5EF4-FFF2-40B4-BE49-F238E27FC236}">
                <a16:creationId xmlns:a16="http://schemas.microsoft.com/office/drawing/2014/main" id="{0B666437-0327-B880-BF32-119B215841B4}"/>
              </a:ext>
            </a:extLst>
          </p:cNvPr>
          <p:cNvSpPr txBox="1">
            <a:spLocks/>
          </p:cNvSpPr>
          <p:nvPr/>
        </p:nvSpPr>
        <p:spPr>
          <a:xfrm>
            <a:off x="4835880" y="3096378"/>
            <a:ext cx="6603303" cy="630109"/>
          </a:xfrm>
          <a:prstGeom prst="rect">
            <a:avLst/>
          </a:prstGeom>
        </p:spPr>
        <p:txBody>
          <a:bodyPr spcFirstLastPara="1" vert="horz" wrap="square" lIns="121900" tIns="0" rIns="121900" bIns="121900" rtlCol="0" anchor="t" anchorCtr="0">
            <a:no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6933" algn="r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ts val="1100"/>
            </a:pPr>
            <a:r>
              <a:rPr lang="es-ES" sz="2800" b="1">
                <a:solidFill>
                  <a:schemeClr val="tx1"/>
                </a:solidFill>
                <a:latin typeface="Fahkwang" pitchFamily="2" charset="-34"/>
                <a:cs typeface="Fahkwang" pitchFamily="2" charset="-34"/>
                <a:sym typeface="Source Sans 3 Light"/>
              </a:rPr>
              <a:t>Título de la</a:t>
            </a:r>
          </a:p>
          <a:p>
            <a:pPr marL="16933" algn="r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ts val="1100"/>
            </a:pPr>
            <a:r>
              <a:rPr lang="es-ES" sz="2800" b="1">
                <a:solidFill>
                  <a:schemeClr val="tx1"/>
                </a:solidFill>
                <a:latin typeface="Fahkwang" pitchFamily="2" charset="-34"/>
                <a:cs typeface="Fahkwang" pitchFamily="2" charset="-34"/>
                <a:sym typeface="Source Sans 3 Light"/>
              </a:rPr>
              <a:t>presentación</a:t>
            </a:r>
          </a:p>
          <a:p>
            <a:pPr marL="16933" algn="r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ts val="1100"/>
            </a:pPr>
            <a:r>
              <a:rPr lang="es-ES" sz="4000" b="1">
                <a:solidFill>
                  <a:schemeClr val="tx1"/>
                </a:solidFill>
                <a:latin typeface="Fahkwang" pitchFamily="2" charset="-34"/>
                <a:cs typeface="Fahkwang" pitchFamily="2" charset="-34"/>
                <a:sym typeface="Source Sans 3 Light"/>
              </a:rPr>
              <a:t> XXXX</a:t>
            </a:r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4354ACDE-CA70-589E-29A5-BE58BAA82512}"/>
              </a:ext>
            </a:extLst>
          </p:cNvPr>
          <p:cNvSpPr txBox="1"/>
          <p:nvPr/>
        </p:nvSpPr>
        <p:spPr>
          <a:xfrm>
            <a:off x="7706656" y="5576233"/>
            <a:ext cx="37325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2000">
                <a:latin typeface="Aptos Light" panose="020B0004020202020204" pitchFamily="34" charset="0"/>
                <a:cs typeface="Fahkwang" pitchFamily="2" charset="-34"/>
                <a:sym typeface="Source Sans 3 Light"/>
              </a:rPr>
              <a:t>UT MOLLIT QUIS </a:t>
            </a:r>
            <a:r>
              <a:rPr lang="es-ES" sz="2000" b="1">
                <a:latin typeface="Aptos" panose="020B0004020202020204" pitchFamily="34" charset="0"/>
                <a:cs typeface="Fahkwang" pitchFamily="2" charset="-34"/>
                <a:sym typeface="Source Sans 3 Light"/>
              </a:rPr>
              <a:t>MES/XXXX</a:t>
            </a:r>
            <a:br>
              <a:rPr lang="es-ES" sz="2000">
                <a:solidFill>
                  <a:schemeClr val="bg1"/>
                </a:solidFill>
                <a:cs typeface="Fahkwang" pitchFamily="2" charset="-34"/>
                <a:sym typeface="Source Sans 3 Light"/>
              </a:rPr>
            </a:br>
            <a:endParaRPr lang="es-ES" sz="2000"/>
          </a:p>
        </p:txBody>
      </p:sp>
      <p:cxnSp>
        <p:nvCxnSpPr>
          <p:cNvPr id="62" name="Straight Connector 32">
            <a:extLst>
              <a:ext uri="{FF2B5EF4-FFF2-40B4-BE49-F238E27FC236}">
                <a16:creationId xmlns:a16="http://schemas.microsoft.com/office/drawing/2014/main" id="{C3118701-1097-15AF-D31D-C085FE66D474}"/>
              </a:ext>
            </a:extLst>
          </p:cNvPr>
          <p:cNvCxnSpPr/>
          <p:nvPr/>
        </p:nvCxnSpPr>
        <p:spPr>
          <a:xfrm>
            <a:off x="10942282" y="5300851"/>
            <a:ext cx="32370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Gráfico 62">
            <a:extLst>
              <a:ext uri="{FF2B5EF4-FFF2-40B4-BE49-F238E27FC236}">
                <a16:creationId xmlns:a16="http://schemas.microsoft.com/office/drawing/2014/main" id="{88CD94B2-7DFC-3E82-57AA-0592F953F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27322" y="5001650"/>
            <a:ext cx="5335929" cy="1506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28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526EE178-3FAA-4661-9C37-C58CBCC79DF2}"/>
              </a:ext>
            </a:extLst>
          </p:cNvPr>
          <p:cNvSpPr/>
          <p:nvPr/>
        </p:nvSpPr>
        <p:spPr>
          <a:xfrm>
            <a:off x="4604657" y="0"/>
            <a:ext cx="7587343" cy="6868885"/>
          </a:xfrm>
          <a:custGeom>
            <a:avLst/>
            <a:gdLst>
              <a:gd name="connsiteX0" fmla="*/ 0 w 4691743"/>
              <a:gd name="connsiteY0" fmla="*/ 0 h 6858000"/>
              <a:gd name="connsiteX1" fmla="*/ 4691743 w 4691743"/>
              <a:gd name="connsiteY1" fmla="*/ 0 h 6858000"/>
              <a:gd name="connsiteX2" fmla="*/ 4691743 w 4691743"/>
              <a:gd name="connsiteY2" fmla="*/ 6858000 h 6858000"/>
              <a:gd name="connsiteX3" fmla="*/ 0 w 4691743"/>
              <a:gd name="connsiteY3" fmla="*/ 6858000 h 6858000"/>
              <a:gd name="connsiteX4" fmla="*/ 0 w 4691743"/>
              <a:gd name="connsiteY4" fmla="*/ 0 h 6858000"/>
              <a:gd name="connsiteX0" fmla="*/ 2895600 w 7587343"/>
              <a:gd name="connsiteY0" fmla="*/ 0 h 6868885"/>
              <a:gd name="connsiteX1" fmla="*/ 7587343 w 7587343"/>
              <a:gd name="connsiteY1" fmla="*/ 0 h 6868885"/>
              <a:gd name="connsiteX2" fmla="*/ 7587343 w 7587343"/>
              <a:gd name="connsiteY2" fmla="*/ 6858000 h 6868885"/>
              <a:gd name="connsiteX3" fmla="*/ 0 w 7587343"/>
              <a:gd name="connsiteY3" fmla="*/ 6868885 h 6868885"/>
              <a:gd name="connsiteX4" fmla="*/ 2895600 w 7587343"/>
              <a:gd name="connsiteY4" fmla="*/ 0 h 6868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87343" h="6868885">
                <a:moveTo>
                  <a:pt x="2895600" y="0"/>
                </a:moveTo>
                <a:lnTo>
                  <a:pt x="7587343" y="0"/>
                </a:lnTo>
                <a:lnTo>
                  <a:pt x="7587343" y="6858000"/>
                </a:lnTo>
                <a:lnTo>
                  <a:pt x="0" y="6868885"/>
                </a:lnTo>
                <a:lnTo>
                  <a:pt x="2895600" y="0"/>
                </a:lnTo>
                <a:close/>
              </a:path>
            </a:pathLst>
          </a:custGeom>
          <a:solidFill>
            <a:srgbClr val="C9C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08ECB3F-B4DA-40F9-99DA-C70E0B4DA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370070" flipH="1">
            <a:off x="6028481" y="-159042"/>
            <a:ext cx="1138782" cy="75181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5D7A4-A302-465B-93BA-F16AB93ADDD0}"/>
              </a:ext>
            </a:extLst>
          </p:cNvPr>
          <p:cNvSpPr txBox="1"/>
          <p:nvPr/>
        </p:nvSpPr>
        <p:spPr>
          <a:xfrm>
            <a:off x="920319" y="885827"/>
            <a:ext cx="5511664" cy="10156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600" b="1">
                <a:latin typeface="Fahkwang" pitchFamily="2" charset="-34"/>
                <a:cs typeface="Fahkwang" pitchFamily="2" charset="-34"/>
              </a:rPr>
              <a:t>Índice</a:t>
            </a:r>
            <a:endParaRPr lang="en-ID" sz="6600" b="1">
              <a:latin typeface="Fahkwang" pitchFamily="2" charset="-34"/>
              <a:cs typeface="Fahkwang" pitchFamily="2" charset="-34"/>
            </a:endParaRPr>
          </a:p>
        </p:txBody>
      </p:sp>
      <p:grpSp>
        <p:nvGrpSpPr>
          <p:cNvPr id="900" name="Group 34">
            <a:extLst>
              <a:ext uri="{FF2B5EF4-FFF2-40B4-BE49-F238E27FC236}">
                <a16:creationId xmlns:a16="http://schemas.microsoft.com/office/drawing/2014/main" id="{E3B86CA8-83E0-48F4-A045-2AC2491D2FB0}"/>
              </a:ext>
            </a:extLst>
          </p:cNvPr>
          <p:cNvGrpSpPr/>
          <p:nvPr/>
        </p:nvGrpSpPr>
        <p:grpSpPr>
          <a:xfrm>
            <a:off x="7298780" y="1905000"/>
            <a:ext cx="4465674" cy="223075"/>
            <a:chOff x="7018978" y="3244709"/>
            <a:chExt cx="3714413" cy="127604"/>
          </a:xfrm>
        </p:grpSpPr>
        <p:sp>
          <p:nvSpPr>
            <p:cNvPr id="901" name="Title 1">
              <a:extLst>
                <a:ext uri="{FF2B5EF4-FFF2-40B4-BE49-F238E27FC236}">
                  <a16:creationId xmlns:a16="http://schemas.microsoft.com/office/drawing/2014/main" id="{7428C135-542D-4AA6-B382-B1E5FC3615E4}"/>
                </a:ext>
              </a:extLst>
            </p:cNvPr>
            <p:cNvSpPr txBox="1">
              <a:spLocks/>
            </p:cNvSpPr>
            <p:nvPr/>
          </p:nvSpPr>
          <p:spPr>
            <a:xfrm>
              <a:off x="7018978" y="3244728"/>
              <a:ext cx="1816100" cy="127567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X</a:t>
              </a:r>
            </a:p>
          </p:txBody>
        </p:sp>
        <p:sp>
          <p:nvSpPr>
            <p:cNvPr id="902" name="Title 1">
              <a:extLst>
                <a:ext uri="{FF2B5EF4-FFF2-40B4-BE49-F238E27FC236}">
                  <a16:creationId xmlns:a16="http://schemas.microsoft.com/office/drawing/2014/main" id="{89155A9F-1B99-45C3-A81A-9383D3CE2099}"/>
                </a:ext>
              </a:extLst>
            </p:cNvPr>
            <p:cNvSpPr txBox="1">
              <a:spLocks/>
            </p:cNvSpPr>
            <p:nvPr/>
          </p:nvSpPr>
          <p:spPr>
            <a:xfrm>
              <a:off x="8098963" y="3244709"/>
              <a:ext cx="2634428" cy="127604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TÍTULO DE SECCIÓN</a:t>
              </a:r>
            </a:p>
          </p:txBody>
        </p:sp>
      </p:grpSp>
      <p:cxnSp>
        <p:nvCxnSpPr>
          <p:cNvPr id="903" name="Straight Connector 16">
            <a:extLst>
              <a:ext uri="{FF2B5EF4-FFF2-40B4-BE49-F238E27FC236}">
                <a16:creationId xmlns:a16="http://schemas.microsoft.com/office/drawing/2014/main" id="{BD52791C-83A3-4778-AEC9-2D3A63F7A964}"/>
              </a:ext>
            </a:extLst>
          </p:cNvPr>
          <p:cNvCxnSpPr>
            <a:cxnSpLocks/>
          </p:cNvCxnSpPr>
          <p:nvPr/>
        </p:nvCxnSpPr>
        <p:spPr>
          <a:xfrm>
            <a:off x="7298780" y="2260600"/>
            <a:ext cx="3335079" cy="0"/>
          </a:xfrm>
          <a:prstGeom prst="line">
            <a:avLst/>
          </a:prstGeom>
          <a:ln w="3175" cap="flat" cmpd="sng" algn="ctr">
            <a:solidFill>
              <a:srgbClr val="171717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4" name="Group 34">
            <a:extLst>
              <a:ext uri="{FF2B5EF4-FFF2-40B4-BE49-F238E27FC236}">
                <a16:creationId xmlns:a16="http://schemas.microsoft.com/office/drawing/2014/main" id="{E3B86CA8-83E0-48F4-A045-2AC2491D2FB0}"/>
              </a:ext>
            </a:extLst>
          </p:cNvPr>
          <p:cNvGrpSpPr/>
          <p:nvPr/>
        </p:nvGrpSpPr>
        <p:grpSpPr>
          <a:xfrm>
            <a:off x="7298780" y="2514600"/>
            <a:ext cx="4465674" cy="223075"/>
            <a:chOff x="7018978" y="3244709"/>
            <a:chExt cx="3714413" cy="127604"/>
          </a:xfrm>
        </p:grpSpPr>
        <p:sp>
          <p:nvSpPr>
            <p:cNvPr id="905" name="Title 1">
              <a:extLst>
                <a:ext uri="{FF2B5EF4-FFF2-40B4-BE49-F238E27FC236}">
                  <a16:creationId xmlns:a16="http://schemas.microsoft.com/office/drawing/2014/main" id="{7428C135-542D-4AA6-B382-B1E5FC3615E4}"/>
                </a:ext>
              </a:extLst>
            </p:cNvPr>
            <p:cNvSpPr txBox="1">
              <a:spLocks/>
            </p:cNvSpPr>
            <p:nvPr/>
          </p:nvSpPr>
          <p:spPr>
            <a:xfrm>
              <a:off x="7018978" y="3244728"/>
              <a:ext cx="1816100" cy="127567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X</a:t>
              </a:r>
            </a:p>
          </p:txBody>
        </p:sp>
        <p:sp>
          <p:nvSpPr>
            <p:cNvPr id="906" name="Title 1">
              <a:extLst>
                <a:ext uri="{FF2B5EF4-FFF2-40B4-BE49-F238E27FC236}">
                  <a16:creationId xmlns:a16="http://schemas.microsoft.com/office/drawing/2014/main" id="{89155A9F-1B99-45C3-A81A-9383D3CE2099}"/>
                </a:ext>
              </a:extLst>
            </p:cNvPr>
            <p:cNvSpPr txBox="1">
              <a:spLocks/>
            </p:cNvSpPr>
            <p:nvPr/>
          </p:nvSpPr>
          <p:spPr>
            <a:xfrm>
              <a:off x="8098963" y="3244709"/>
              <a:ext cx="2634428" cy="127604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TÍTULO DE SECCIÓN</a:t>
              </a:r>
            </a:p>
          </p:txBody>
        </p:sp>
      </p:grpSp>
      <p:cxnSp>
        <p:nvCxnSpPr>
          <p:cNvPr id="907" name="Straight Connector 16">
            <a:extLst>
              <a:ext uri="{FF2B5EF4-FFF2-40B4-BE49-F238E27FC236}">
                <a16:creationId xmlns:a16="http://schemas.microsoft.com/office/drawing/2014/main" id="{BD52791C-83A3-4778-AEC9-2D3A63F7A964}"/>
              </a:ext>
            </a:extLst>
          </p:cNvPr>
          <p:cNvCxnSpPr>
            <a:cxnSpLocks/>
          </p:cNvCxnSpPr>
          <p:nvPr/>
        </p:nvCxnSpPr>
        <p:spPr>
          <a:xfrm>
            <a:off x="7298780" y="2870200"/>
            <a:ext cx="3335079" cy="0"/>
          </a:xfrm>
          <a:prstGeom prst="line">
            <a:avLst/>
          </a:prstGeom>
          <a:ln w="3175" cap="flat" cmpd="sng" algn="ctr">
            <a:solidFill>
              <a:srgbClr val="171717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8" name="Group 34">
            <a:extLst>
              <a:ext uri="{FF2B5EF4-FFF2-40B4-BE49-F238E27FC236}">
                <a16:creationId xmlns:a16="http://schemas.microsoft.com/office/drawing/2014/main" id="{E3B86CA8-83E0-48F4-A045-2AC2491D2FB0}"/>
              </a:ext>
            </a:extLst>
          </p:cNvPr>
          <p:cNvGrpSpPr/>
          <p:nvPr/>
        </p:nvGrpSpPr>
        <p:grpSpPr>
          <a:xfrm>
            <a:off x="7298780" y="3124200"/>
            <a:ext cx="4465674" cy="223075"/>
            <a:chOff x="7018978" y="3244709"/>
            <a:chExt cx="3714413" cy="127604"/>
          </a:xfrm>
        </p:grpSpPr>
        <p:sp>
          <p:nvSpPr>
            <p:cNvPr id="909" name="Title 1">
              <a:extLst>
                <a:ext uri="{FF2B5EF4-FFF2-40B4-BE49-F238E27FC236}">
                  <a16:creationId xmlns:a16="http://schemas.microsoft.com/office/drawing/2014/main" id="{7428C135-542D-4AA6-B382-B1E5FC3615E4}"/>
                </a:ext>
              </a:extLst>
            </p:cNvPr>
            <p:cNvSpPr txBox="1">
              <a:spLocks/>
            </p:cNvSpPr>
            <p:nvPr/>
          </p:nvSpPr>
          <p:spPr>
            <a:xfrm>
              <a:off x="7018978" y="3244728"/>
              <a:ext cx="1816100" cy="127567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X</a:t>
              </a:r>
            </a:p>
          </p:txBody>
        </p:sp>
        <p:sp>
          <p:nvSpPr>
            <p:cNvPr id="910" name="Title 1">
              <a:extLst>
                <a:ext uri="{FF2B5EF4-FFF2-40B4-BE49-F238E27FC236}">
                  <a16:creationId xmlns:a16="http://schemas.microsoft.com/office/drawing/2014/main" id="{89155A9F-1B99-45C3-A81A-9383D3CE2099}"/>
                </a:ext>
              </a:extLst>
            </p:cNvPr>
            <p:cNvSpPr txBox="1">
              <a:spLocks/>
            </p:cNvSpPr>
            <p:nvPr/>
          </p:nvSpPr>
          <p:spPr>
            <a:xfrm>
              <a:off x="8098963" y="3244709"/>
              <a:ext cx="2634428" cy="127604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TÍTULO DE SECCIÓN</a:t>
              </a:r>
            </a:p>
          </p:txBody>
        </p:sp>
      </p:grpSp>
      <p:cxnSp>
        <p:nvCxnSpPr>
          <p:cNvPr id="911" name="Straight Connector 16">
            <a:extLst>
              <a:ext uri="{FF2B5EF4-FFF2-40B4-BE49-F238E27FC236}">
                <a16:creationId xmlns:a16="http://schemas.microsoft.com/office/drawing/2014/main" id="{BD52791C-83A3-4778-AEC9-2D3A63F7A964}"/>
              </a:ext>
            </a:extLst>
          </p:cNvPr>
          <p:cNvCxnSpPr>
            <a:cxnSpLocks/>
          </p:cNvCxnSpPr>
          <p:nvPr/>
        </p:nvCxnSpPr>
        <p:spPr>
          <a:xfrm>
            <a:off x="7298780" y="3479800"/>
            <a:ext cx="3335079" cy="0"/>
          </a:xfrm>
          <a:prstGeom prst="line">
            <a:avLst/>
          </a:prstGeom>
          <a:ln w="3175" cap="flat" cmpd="sng" algn="ctr">
            <a:solidFill>
              <a:srgbClr val="171717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2" name="Group 34">
            <a:extLst>
              <a:ext uri="{FF2B5EF4-FFF2-40B4-BE49-F238E27FC236}">
                <a16:creationId xmlns:a16="http://schemas.microsoft.com/office/drawing/2014/main" id="{E3B86CA8-83E0-48F4-A045-2AC2491D2FB0}"/>
              </a:ext>
            </a:extLst>
          </p:cNvPr>
          <p:cNvGrpSpPr/>
          <p:nvPr/>
        </p:nvGrpSpPr>
        <p:grpSpPr>
          <a:xfrm>
            <a:off x="7298780" y="3733800"/>
            <a:ext cx="4465674" cy="223075"/>
            <a:chOff x="7018978" y="3244709"/>
            <a:chExt cx="3714413" cy="127604"/>
          </a:xfrm>
        </p:grpSpPr>
        <p:sp>
          <p:nvSpPr>
            <p:cNvPr id="913" name="Title 1">
              <a:extLst>
                <a:ext uri="{FF2B5EF4-FFF2-40B4-BE49-F238E27FC236}">
                  <a16:creationId xmlns:a16="http://schemas.microsoft.com/office/drawing/2014/main" id="{7428C135-542D-4AA6-B382-B1E5FC3615E4}"/>
                </a:ext>
              </a:extLst>
            </p:cNvPr>
            <p:cNvSpPr txBox="1">
              <a:spLocks/>
            </p:cNvSpPr>
            <p:nvPr/>
          </p:nvSpPr>
          <p:spPr>
            <a:xfrm>
              <a:off x="7018978" y="3244728"/>
              <a:ext cx="1816100" cy="127567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X</a:t>
              </a:r>
            </a:p>
          </p:txBody>
        </p:sp>
        <p:sp>
          <p:nvSpPr>
            <p:cNvPr id="914" name="Title 1">
              <a:extLst>
                <a:ext uri="{FF2B5EF4-FFF2-40B4-BE49-F238E27FC236}">
                  <a16:creationId xmlns:a16="http://schemas.microsoft.com/office/drawing/2014/main" id="{89155A9F-1B99-45C3-A81A-9383D3CE2099}"/>
                </a:ext>
              </a:extLst>
            </p:cNvPr>
            <p:cNvSpPr txBox="1">
              <a:spLocks/>
            </p:cNvSpPr>
            <p:nvPr/>
          </p:nvSpPr>
          <p:spPr>
            <a:xfrm>
              <a:off x="8098963" y="3244709"/>
              <a:ext cx="2634428" cy="127604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TÍTULO DE SECCIÓN</a:t>
              </a:r>
            </a:p>
          </p:txBody>
        </p:sp>
      </p:grpSp>
      <p:cxnSp>
        <p:nvCxnSpPr>
          <p:cNvPr id="915" name="Straight Connector 16">
            <a:extLst>
              <a:ext uri="{FF2B5EF4-FFF2-40B4-BE49-F238E27FC236}">
                <a16:creationId xmlns:a16="http://schemas.microsoft.com/office/drawing/2014/main" id="{BD52791C-83A3-4778-AEC9-2D3A63F7A964}"/>
              </a:ext>
            </a:extLst>
          </p:cNvPr>
          <p:cNvCxnSpPr>
            <a:cxnSpLocks/>
          </p:cNvCxnSpPr>
          <p:nvPr/>
        </p:nvCxnSpPr>
        <p:spPr>
          <a:xfrm>
            <a:off x="7298780" y="4089400"/>
            <a:ext cx="3335079" cy="0"/>
          </a:xfrm>
          <a:prstGeom prst="line">
            <a:avLst/>
          </a:prstGeom>
          <a:ln w="3175" cap="flat" cmpd="sng" algn="ctr">
            <a:solidFill>
              <a:srgbClr val="171717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6" name="Group 34">
            <a:extLst>
              <a:ext uri="{FF2B5EF4-FFF2-40B4-BE49-F238E27FC236}">
                <a16:creationId xmlns:a16="http://schemas.microsoft.com/office/drawing/2014/main" id="{E3B86CA8-83E0-48F4-A045-2AC2491D2FB0}"/>
              </a:ext>
            </a:extLst>
          </p:cNvPr>
          <p:cNvGrpSpPr/>
          <p:nvPr/>
        </p:nvGrpSpPr>
        <p:grpSpPr>
          <a:xfrm>
            <a:off x="7298780" y="4343400"/>
            <a:ext cx="4465674" cy="223075"/>
            <a:chOff x="7018978" y="3244709"/>
            <a:chExt cx="3714413" cy="127604"/>
          </a:xfrm>
        </p:grpSpPr>
        <p:sp>
          <p:nvSpPr>
            <p:cNvPr id="917" name="Title 1">
              <a:extLst>
                <a:ext uri="{FF2B5EF4-FFF2-40B4-BE49-F238E27FC236}">
                  <a16:creationId xmlns:a16="http://schemas.microsoft.com/office/drawing/2014/main" id="{7428C135-542D-4AA6-B382-B1E5FC3615E4}"/>
                </a:ext>
              </a:extLst>
            </p:cNvPr>
            <p:cNvSpPr txBox="1">
              <a:spLocks/>
            </p:cNvSpPr>
            <p:nvPr/>
          </p:nvSpPr>
          <p:spPr>
            <a:xfrm>
              <a:off x="7018978" y="3244728"/>
              <a:ext cx="1816100" cy="127567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X</a:t>
              </a:r>
            </a:p>
          </p:txBody>
        </p:sp>
        <p:sp>
          <p:nvSpPr>
            <p:cNvPr id="918" name="Title 1">
              <a:extLst>
                <a:ext uri="{FF2B5EF4-FFF2-40B4-BE49-F238E27FC236}">
                  <a16:creationId xmlns:a16="http://schemas.microsoft.com/office/drawing/2014/main" id="{89155A9F-1B99-45C3-A81A-9383D3CE2099}"/>
                </a:ext>
              </a:extLst>
            </p:cNvPr>
            <p:cNvSpPr txBox="1">
              <a:spLocks/>
            </p:cNvSpPr>
            <p:nvPr/>
          </p:nvSpPr>
          <p:spPr>
            <a:xfrm>
              <a:off x="8098963" y="3244709"/>
              <a:ext cx="2634428" cy="127604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TÍTULO DE SECCIÓN</a:t>
              </a:r>
            </a:p>
          </p:txBody>
        </p:sp>
      </p:grpSp>
      <p:cxnSp>
        <p:nvCxnSpPr>
          <p:cNvPr id="919" name="Straight Connector 16">
            <a:extLst>
              <a:ext uri="{FF2B5EF4-FFF2-40B4-BE49-F238E27FC236}">
                <a16:creationId xmlns:a16="http://schemas.microsoft.com/office/drawing/2014/main" id="{BD52791C-83A3-4778-AEC9-2D3A63F7A964}"/>
              </a:ext>
            </a:extLst>
          </p:cNvPr>
          <p:cNvCxnSpPr>
            <a:cxnSpLocks/>
          </p:cNvCxnSpPr>
          <p:nvPr/>
        </p:nvCxnSpPr>
        <p:spPr>
          <a:xfrm>
            <a:off x="7298780" y="4699000"/>
            <a:ext cx="3335079" cy="0"/>
          </a:xfrm>
          <a:prstGeom prst="line">
            <a:avLst/>
          </a:prstGeom>
          <a:ln w="3175" cap="flat" cmpd="sng" algn="ctr">
            <a:solidFill>
              <a:srgbClr val="171717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20" name="Group 34">
            <a:extLst>
              <a:ext uri="{FF2B5EF4-FFF2-40B4-BE49-F238E27FC236}">
                <a16:creationId xmlns:a16="http://schemas.microsoft.com/office/drawing/2014/main" id="{E3B86CA8-83E0-48F4-A045-2AC2491D2FB0}"/>
              </a:ext>
            </a:extLst>
          </p:cNvPr>
          <p:cNvGrpSpPr/>
          <p:nvPr/>
        </p:nvGrpSpPr>
        <p:grpSpPr>
          <a:xfrm>
            <a:off x="7298780" y="4953000"/>
            <a:ext cx="4465674" cy="223075"/>
            <a:chOff x="7018978" y="3244709"/>
            <a:chExt cx="3714413" cy="127604"/>
          </a:xfrm>
        </p:grpSpPr>
        <p:sp>
          <p:nvSpPr>
            <p:cNvPr id="921" name="Title 1">
              <a:extLst>
                <a:ext uri="{FF2B5EF4-FFF2-40B4-BE49-F238E27FC236}">
                  <a16:creationId xmlns:a16="http://schemas.microsoft.com/office/drawing/2014/main" id="{7428C135-542D-4AA6-B382-B1E5FC3615E4}"/>
                </a:ext>
              </a:extLst>
            </p:cNvPr>
            <p:cNvSpPr txBox="1">
              <a:spLocks/>
            </p:cNvSpPr>
            <p:nvPr/>
          </p:nvSpPr>
          <p:spPr>
            <a:xfrm>
              <a:off x="7018978" y="3244728"/>
              <a:ext cx="1816100" cy="127567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X</a:t>
              </a:r>
            </a:p>
          </p:txBody>
        </p:sp>
        <p:sp>
          <p:nvSpPr>
            <p:cNvPr id="922" name="Title 1">
              <a:extLst>
                <a:ext uri="{FF2B5EF4-FFF2-40B4-BE49-F238E27FC236}">
                  <a16:creationId xmlns:a16="http://schemas.microsoft.com/office/drawing/2014/main" id="{89155A9F-1B99-45C3-A81A-9383D3CE2099}"/>
                </a:ext>
              </a:extLst>
            </p:cNvPr>
            <p:cNvSpPr txBox="1">
              <a:spLocks/>
            </p:cNvSpPr>
            <p:nvPr/>
          </p:nvSpPr>
          <p:spPr>
            <a:xfrm>
              <a:off x="8098963" y="3244709"/>
              <a:ext cx="2634428" cy="127604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TÍTULO DE SECCIÓN</a:t>
              </a:r>
            </a:p>
          </p:txBody>
        </p:sp>
      </p:grpSp>
      <p:cxnSp>
        <p:nvCxnSpPr>
          <p:cNvPr id="923" name="Straight Connector 16">
            <a:extLst>
              <a:ext uri="{FF2B5EF4-FFF2-40B4-BE49-F238E27FC236}">
                <a16:creationId xmlns:a16="http://schemas.microsoft.com/office/drawing/2014/main" id="{BD52791C-83A3-4778-AEC9-2D3A63F7A964}"/>
              </a:ext>
            </a:extLst>
          </p:cNvPr>
          <p:cNvCxnSpPr>
            <a:cxnSpLocks/>
          </p:cNvCxnSpPr>
          <p:nvPr/>
        </p:nvCxnSpPr>
        <p:spPr>
          <a:xfrm>
            <a:off x="7298780" y="5308600"/>
            <a:ext cx="3335079" cy="0"/>
          </a:xfrm>
          <a:prstGeom prst="line">
            <a:avLst/>
          </a:prstGeom>
          <a:ln w="3175" cap="flat" cmpd="sng" algn="ctr">
            <a:solidFill>
              <a:srgbClr val="171717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24" name="Group 34">
            <a:extLst>
              <a:ext uri="{FF2B5EF4-FFF2-40B4-BE49-F238E27FC236}">
                <a16:creationId xmlns:a16="http://schemas.microsoft.com/office/drawing/2014/main" id="{E3B86CA8-83E0-48F4-A045-2AC2491D2FB0}"/>
              </a:ext>
            </a:extLst>
          </p:cNvPr>
          <p:cNvGrpSpPr/>
          <p:nvPr/>
        </p:nvGrpSpPr>
        <p:grpSpPr>
          <a:xfrm>
            <a:off x="7298780" y="5562600"/>
            <a:ext cx="4465674" cy="223075"/>
            <a:chOff x="7018978" y="3244709"/>
            <a:chExt cx="3714413" cy="127604"/>
          </a:xfrm>
        </p:grpSpPr>
        <p:sp>
          <p:nvSpPr>
            <p:cNvPr id="925" name="Title 1">
              <a:extLst>
                <a:ext uri="{FF2B5EF4-FFF2-40B4-BE49-F238E27FC236}">
                  <a16:creationId xmlns:a16="http://schemas.microsoft.com/office/drawing/2014/main" id="{7428C135-542D-4AA6-B382-B1E5FC3615E4}"/>
                </a:ext>
              </a:extLst>
            </p:cNvPr>
            <p:cNvSpPr txBox="1">
              <a:spLocks/>
            </p:cNvSpPr>
            <p:nvPr/>
          </p:nvSpPr>
          <p:spPr>
            <a:xfrm>
              <a:off x="7018978" y="3244728"/>
              <a:ext cx="1816100" cy="127567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X</a:t>
              </a:r>
            </a:p>
          </p:txBody>
        </p:sp>
        <p:sp>
          <p:nvSpPr>
            <p:cNvPr id="926" name="Title 1">
              <a:extLst>
                <a:ext uri="{FF2B5EF4-FFF2-40B4-BE49-F238E27FC236}">
                  <a16:creationId xmlns:a16="http://schemas.microsoft.com/office/drawing/2014/main" id="{89155A9F-1B99-45C3-A81A-9383D3CE2099}"/>
                </a:ext>
              </a:extLst>
            </p:cNvPr>
            <p:cNvSpPr txBox="1">
              <a:spLocks/>
            </p:cNvSpPr>
            <p:nvPr/>
          </p:nvSpPr>
          <p:spPr>
            <a:xfrm>
              <a:off x="8098963" y="3244709"/>
              <a:ext cx="2634428" cy="127604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b="1" kern="1200">
                  <a:solidFill>
                    <a:schemeClr val="tx1"/>
                  </a:solidFill>
                  <a:latin typeface="Georgia" panose="02040502050405020303" pitchFamily="18" charset="0"/>
                  <a:ea typeface="+mj-ea"/>
                  <a:cs typeface="+mj-cs"/>
                </a:defRPr>
              </a:lvl1pPr>
            </a:lstStyle>
            <a:p>
              <a:pPr>
                <a:spcAft>
                  <a:spcPts val="1200"/>
                </a:spcAft>
              </a:pPr>
              <a:r>
                <a:rPr lang="en-US" sz="1600" b="0">
                  <a:solidFill>
                    <a:srgbClr val="171717"/>
                  </a:solidFill>
                  <a:latin typeface="Aptos" panose="020B0004020202020204" pitchFamily="34" charset="0"/>
                  <a:cs typeface="Segoe UI Light" panose="020B0502040204020203" pitchFamily="34" charset="0"/>
                </a:rPr>
                <a:t>TÍTULO DE SECCIÓN</a:t>
              </a:r>
            </a:p>
          </p:txBody>
        </p:sp>
      </p:grpSp>
      <p:pic>
        <p:nvPicPr>
          <p:cNvPr id="8" name="Gráfico 7">
            <a:extLst>
              <a:ext uri="{FF2B5EF4-FFF2-40B4-BE49-F238E27FC236}">
                <a16:creationId xmlns:a16="http://schemas.microsoft.com/office/drawing/2014/main" id="{49EC8A77-C4E1-D08D-8B25-B61E5845BC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19" y="5522372"/>
            <a:ext cx="2322611" cy="659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281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AE45-6B2A-8B4E-47D1-A4DFCA53A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think-cell data - do not delete" hidden="1">
            <a:extLst>
              <a:ext uri="{FF2B5EF4-FFF2-40B4-BE49-F238E27FC236}">
                <a16:creationId xmlns:a16="http://schemas.microsoft.com/office/drawing/2014/main" id="{0D16E654-D790-5D88-7182-3ECEB33C510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209" imgH="211" progId="TCLayout.ActiveDocument.1">
                  <p:embed/>
                </p:oleObj>
              </mc:Choice>
              <mc:Fallback>
                <p:oleObj name="Diapositiva de think-cell" r:id="rId4" imgW="209" imgH="211" progId="TCLayout.ActiveDocument.1">
                  <p:embed/>
                  <p:pic>
                    <p:nvPicPr>
                      <p:cNvPr id="3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16E654-D790-5D88-7182-3ECEB33C51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6">
            <a:extLst>
              <a:ext uri="{FF2B5EF4-FFF2-40B4-BE49-F238E27FC236}">
                <a16:creationId xmlns:a16="http://schemas.microsoft.com/office/drawing/2014/main" id="{FC9DC152-4CA6-C2AD-C49B-65FFABE0C453}"/>
              </a:ext>
            </a:extLst>
          </p:cNvPr>
          <p:cNvSpPr/>
          <p:nvPr/>
        </p:nvSpPr>
        <p:spPr>
          <a:xfrm>
            <a:off x="1644780" y="1491381"/>
            <a:ext cx="53871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3600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8D7334E5-99C5-B1D0-D623-A1293615BD9C}"/>
              </a:ext>
            </a:extLst>
          </p:cNvPr>
          <p:cNvSpPr/>
          <p:nvPr/>
        </p:nvSpPr>
        <p:spPr>
          <a:xfrm>
            <a:off x="777240" y="1955080"/>
            <a:ext cx="5387188" cy="4251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endParaRPr lang="en-US" sz="1400"/>
          </a:p>
        </p:txBody>
      </p:sp>
      <p:sp>
        <p:nvSpPr>
          <p:cNvPr id="4" name="Text 10">
            <a:extLst>
              <a:ext uri="{FF2B5EF4-FFF2-40B4-BE49-F238E27FC236}">
                <a16:creationId xmlns:a16="http://schemas.microsoft.com/office/drawing/2014/main" id="{3987A479-B167-42BE-3B7F-3C496935B116}"/>
              </a:ext>
            </a:extLst>
          </p:cNvPr>
          <p:cNvSpPr/>
          <p:nvPr/>
        </p:nvSpPr>
        <p:spPr>
          <a:xfrm>
            <a:off x="1205781" y="1811421"/>
            <a:ext cx="5355789" cy="4251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endParaRPr lang="en-US" sz="1400" b="1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3DF70E92-857C-2433-0C64-F4E8233207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38067" y="410177"/>
            <a:ext cx="1534665" cy="435514"/>
          </a:xfrm>
          <a:prstGeom prst="rect">
            <a:avLst/>
          </a:prstGeom>
        </p:spPr>
      </p:pic>
      <p:grpSp>
        <p:nvGrpSpPr>
          <p:cNvPr id="10" name="Grupo 9">
            <a:extLst>
              <a:ext uri="{FF2B5EF4-FFF2-40B4-BE49-F238E27FC236}">
                <a16:creationId xmlns:a16="http://schemas.microsoft.com/office/drawing/2014/main" id="{0B8A4C83-20A3-D482-76C5-DC9AF12DF2A6}"/>
              </a:ext>
            </a:extLst>
          </p:cNvPr>
          <p:cNvGrpSpPr/>
          <p:nvPr/>
        </p:nvGrpSpPr>
        <p:grpSpPr>
          <a:xfrm>
            <a:off x="734353" y="1030985"/>
            <a:ext cx="1891889" cy="2286972"/>
            <a:chOff x="1236630" y="1298015"/>
            <a:chExt cx="1891889" cy="2562821"/>
          </a:xfrm>
        </p:grpSpPr>
        <p:sp>
          <p:nvSpPr>
            <p:cNvPr id="7" name="Rectangle 4">
              <a:extLst>
                <a:ext uri="{FF2B5EF4-FFF2-40B4-BE49-F238E27FC236}">
                  <a16:creationId xmlns:a16="http://schemas.microsoft.com/office/drawing/2014/main" id="{27DCB2D6-2320-3FE5-DA18-B009DFD07976}"/>
                </a:ext>
              </a:extLst>
            </p:cNvPr>
            <p:cNvSpPr/>
            <p:nvPr/>
          </p:nvSpPr>
          <p:spPr>
            <a:xfrm>
              <a:off x="1236630" y="1298015"/>
              <a:ext cx="1891889" cy="2562821"/>
            </a:xfrm>
            <a:prstGeom prst="rect">
              <a:avLst/>
            </a:prstGeom>
            <a:solidFill>
              <a:srgbClr val="17171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74320" tIns="324000" rIns="274320" bIns="365760" rtlCol="0" anchor="b" anchorCtr="0"/>
            <a:lstStyle/>
            <a:p>
              <a:pPr>
                <a:spcBef>
                  <a:spcPts val="2400"/>
                </a:spcBef>
              </a:pPr>
              <a:r>
                <a:rPr lang="en-US" sz="1400" b="1" err="1">
                  <a:solidFill>
                    <a:schemeClr val="bg1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Velit</a:t>
              </a:r>
              <a:endParaRPr lang="en-US" sz="1400" b="1">
                <a:solidFill>
                  <a:schemeClr val="bg1"/>
                </a:solidFill>
                <a:latin typeface="Fahkwang" pitchFamily="2" charset="-34"/>
                <a:ea typeface="Open Sans" charset="0"/>
                <a:cs typeface="Fahkwang" pitchFamily="2" charset="-34"/>
              </a:endParaRPr>
            </a:p>
            <a:p>
              <a:endParaRPr lang="en-US" sz="1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AF91BCDE-BB4C-A04B-14E7-8C1A0C12B1DF}"/>
                </a:ext>
              </a:extLst>
            </p:cNvPr>
            <p:cNvSpPr/>
            <p:nvPr/>
          </p:nvSpPr>
          <p:spPr>
            <a:xfrm>
              <a:off x="1458362" y="1503950"/>
              <a:ext cx="812753" cy="646331"/>
            </a:xfrm>
            <a:prstGeom prst="rect">
              <a:avLst/>
            </a:prstGeom>
            <a:solidFill>
              <a:srgbClr val="171717"/>
            </a:solidFill>
          </p:spPr>
          <p:txBody>
            <a:bodyPr wrap="square" lIns="0" rIns="0">
              <a:spAutoFit/>
            </a:bodyPr>
            <a:lstStyle/>
            <a:p>
              <a:pPr algn="ctr">
                <a:spcBef>
                  <a:spcPts val="2400"/>
                </a:spcBef>
              </a:pPr>
              <a:r>
                <a:rPr lang="en-US" sz="3600" b="1">
                  <a:solidFill>
                    <a:schemeClr val="bg1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XX</a:t>
              </a:r>
            </a:p>
          </p:txBody>
        </p:sp>
      </p:grp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A679660-8CEE-15E5-06E5-B94026C2359C}"/>
              </a:ext>
            </a:extLst>
          </p:cNvPr>
          <p:cNvSpPr txBox="1"/>
          <p:nvPr/>
        </p:nvSpPr>
        <p:spPr>
          <a:xfrm>
            <a:off x="2856289" y="1030984"/>
            <a:ext cx="871644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Deserunt aliqua adipiscing labore</a:t>
            </a:r>
            <a:r>
              <a:rPr lang="es-ES" altLang="es-ES" sz="100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sint incididunt ad, cupidatat minim reprehenderit sunt id commodo, aliqua nisi laboris. Irure et non elit occaecat, dolor enim laboris consequat irure velit pariatur quis proident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s-ES" altLang="es-ES" sz="1000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Dolor</a:t>
            </a:r>
            <a:r>
              <a:rPr lang="es-ES" altLang="es-ES" sz="100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sit exercitation culpa, consectetur occaecat voluptate sunt quis sint occaecat in esse. Aliqua qui sint, non voluptate aliquip, excepteur magna incididunt ea ut quis ea qui exercitation tempor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s-ES" altLang="es-ES" sz="1000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Cillum nulla mollit dolor nulla tempor veniam</a:t>
            </a:r>
            <a:r>
              <a:rPr lang="es-ES" altLang="es-ES" sz="100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proident minim amet nisi proident aute dolor amet medio-largo enim, est aliquip cillum cillum aliquip adipiscing irure nisi, laborum consectetur culpa sint voluptate consectetur sunt in duis velit laboris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s-ES" altLang="es-ES" sz="1000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Fugiat irure duis mollit Consectetur</a:t>
            </a:r>
            <a:r>
              <a:rPr lang="es-ES" altLang="es-ES" sz="100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veniam velit consequat magna magna Nostrud nulla Et: dolor adipiscing id, deserunt sunt, sunt ullamco veniam aliqua est amet sint lorem quis voluptate mollit nulla ad do ea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s-ES" altLang="es-ES" sz="1000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Magna consectetur </a:t>
            </a:r>
            <a:r>
              <a:rPr lang="es-ES" altLang="es-ES" sz="1000" b="1" err="1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</a:t>
            </a:r>
            <a:r>
              <a:rPr lang="es-ES" altLang="es-ES" sz="100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officia eiusmod amet in cupidatat cillum cupidatat nostrud, nostrud officia, quis velit ad eiusmod proident commodo tempor quis qui proident fugiat, non commodo ut pariatur.</a:t>
            </a: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4484637-42D2-DF81-4E69-28F7F0E51E29}"/>
              </a:ext>
            </a:extLst>
          </p:cNvPr>
          <p:cNvGrpSpPr/>
          <p:nvPr/>
        </p:nvGrpSpPr>
        <p:grpSpPr>
          <a:xfrm>
            <a:off x="734353" y="3357721"/>
            <a:ext cx="1891889" cy="1450492"/>
            <a:chOff x="1236630" y="1439952"/>
            <a:chExt cx="1891889" cy="2146385"/>
          </a:xfrm>
        </p:grpSpPr>
        <p:sp>
          <p:nvSpPr>
            <p:cNvPr id="21" name="Rectangle 4">
              <a:extLst>
                <a:ext uri="{FF2B5EF4-FFF2-40B4-BE49-F238E27FC236}">
                  <a16:creationId xmlns:a16="http://schemas.microsoft.com/office/drawing/2014/main" id="{4A3800A1-EB78-01D4-68FA-F37A4CA47177}"/>
                </a:ext>
              </a:extLst>
            </p:cNvPr>
            <p:cNvSpPr/>
            <p:nvPr/>
          </p:nvSpPr>
          <p:spPr>
            <a:xfrm>
              <a:off x="1236630" y="1439952"/>
              <a:ext cx="1891889" cy="2146385"/>
            </a:xfrm>
            <a:prstGeom prst="rect">
              <a:avLst/>
            </a:prstGeom>
            <a:solidFill>
              <a:srgbClr val="B17F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74320" tIns="324000" rIns="274320" bIns="365760" rtlCol="0" anchor="b" anchorCtr="0"/>
            <a:lstStyle/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endParaRPr lang="es-ES" sz="1400" b="1">
                <a:solidFill>
                  <a:srgbClr val="171717"/>
                </a:solidFill>
                <a:latin typeface="Fahkwang" pitchFamily="2" charset="-34"/>
                <a:ea typeface="Open Sans" charset="0"/>
                <a:cs typeface="Fahkwang" pitchFamily="2" charset="-34"/>
              </a:endParaRPr>
            </a:p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r>
                <a:rPr lang="es-ES" sz="1400" b="1">
                  <a:solidFill>
                    <a:srgbClr val="171717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Fugiat ad amet</a:t>
              </a:r>
            </a:p>
          </p:txBody>
        </p:sp>
        <p:sp>
          <p:nvSpPr>
            <p:cNvPr id="22" name="Rectangle 5">
              <a:extLst>
                <a:ext uri="{FF2B5EF4-FFF2-40B4-BE49-F238E27FC236}">
                  <a16:creationId xmlns:a16="http://schemas.microsoft.com/office/drawing/2014/main" id="{C4A1F177-5865-8BD9-D2E7-77B8C96F03CB}"/>
                </a:ext>
              </a:extLst>
            </p:cNvPr>
            <p:cNvSpPr/>
            <p:nvPr/>
          </p:nvSpPr>
          <p:spPr>
            <a:xfrm>
              <a:off x="1458362" y="1530355"/>
              <a:ext cx="812753" cy="646331"/>
            </a:xfrm>
            <a:prstGeom prst="rect">
              <a:avLst/>
            </a:prstGeom>
            <a:noFill/>
          </p:spPr>
          <p:txBody>
            <a:bodyPr wrap="square" lIns="0" rIns="0">
              <a:spAutoFit/>
            </a:bodyPr>
            <a:lstStyle/>
            <a:p>
              <a:pPr algn="ctr">
                <a:spcBef>
                  <a:spcPts val="2400"/>
                </a:spcBef>
              </a:pPr>
              <a:r>
                <a:rPr lang="en-US" sz="3600" b="1" dirty="0">
                  <a:solidFill>
                    <a:srgbClr val="171717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XX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20DD13EA-D763-28B4-DC28-8428A083ECF6}"/>
              </a:ext>
            </a:extLst>
          </p:cNvPr>
          <p:cNvGrpSpPr/>
          <p:nvPr/>
        </p:nvGrpSpPr>
        <p:grpSpPr>
          <a:xfrm>
            <a:off x="734353" y="4847975"/>
            <a:ext cx="1891889" cy="2010025"/>
            <a:chOff x="1236630" y="1298016"/>
            <a:chExt cx="1891889" cy="1806333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7907FAA8-C33D-CA38-FF5D-41B0C5442F09}"/>
                </a:ext>
              </a:extLst>
            </p:cNvPr>
            <p:cNvSpPr/>
            <p:nvPr/>
          </p:nvSpPr>
          <p:spPr>
            <a:xfrm>
              <a:off x="1236630" y="1298016"/>
              <a:ext cx="1891889" cy="1806333"/>
            </a:xfrm>
            <a:prstGeom prst="rect">
              <a:avLst/>
            </a:prstGeom>
            <a:solidFill>
              <a:srgbClr val="C7AA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74320" tIns="324000" rIns="274320" bIns="365760" rtlCol="0" anchor="b" anchorCtr="0"/>
            <a:lstStyle/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endParaRPr lang="es-ES" b="1">
                <a:solidFill>
                  <a:srgbClr val="171717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  <a:p>
              <a:pPr>
                <a:spcBef>
                  <a:spcPts val="2400"/>
                </a:spcBef>
              </a:pPr>
              <a:r>
                <a:rPr lang="es-ES" sz="1400" b="1">
                  <a:solidFill>
                    <a:srgbClr val="171717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Excepteur ex et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B33E5D6C-4C9E-C6D9-8B7A-64CD10A4445B}"/>
                </a:ext>
              </a:extLst>
            </p:cNvPr>
            <p:cNvSpPr/>
            <p:nvPr/>
          </p:nvSpPr>
          <p:spPr>
            <a:xfrm>
              <a:off x="1458362" y="1419948"/>
              <a:ext cx="812753" cy="646331"/>
            </a:xfrm>
            <a:prstGeom prst="rect">
              <a:avLst/>
            </a:prstGeom>
            <a:noFill/>
          </p:spPr>
          <p:txBody>
            <a:bodyPr wrap="square" lIns="0" rIns="0">
              <a:spAutoFit/>
            </a:bodyPr>
            <a:lstStyle/>
            <a:p>
              <a:pPr algn="ctr">
                <a:spcBef>
                  <a:spcPts val="2400"/>
                </a:spcBef>
              </a:pPr>
              <a:r>
                <a:rPr lang="en-US" sz="3600" b="1" dirty="0">
                  <a:solidFill>
                    <a:srgbClr val="171717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XX</a:t>
              </a:r>
            </a:p>
          </p:txBody>
        </p: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AFCA1947-4F3F-9911-057D-B70742D82325}"/>
              </a:ext>
            </a:extLst>
          </p:cNvPr>
          <p:cNvGrpSpPr/>
          <p:nvPr/>
        </p:nvGrpSpPr>
        <p:grpSpPr>
          <a:xfrm>
            <a:off x="2966484" y="3344202"/>
            <a:ext cx="8495414" cy="1464010"/>
            <a:chOff x="2743906" y="3344202"/>
            <a:chExt cx="8717992" cy="1464010"/>
          </a:xfrm>
        </p:grpSpPr>
        <p:cxnSp>
          <p:nvCxnSpPr>
            <p:cNvPr id="23" name="Straight Connector 32">
              <a:extLst>
                <a:ext uri="{FF2B5EF4-FFF2-40B4-BE49-F238E27FC236}">
                  <a16:creationId xmlns:a16="http://schemas.microsoft.com/office/drawing/2014/main" id="{02A615D7-502C-5E8F-95C6-11193611E629}"/>
                </a:ext>
              </a:extLst>
            </p:cNvPr>
            <p:cNvCxnSpPr>
              <a:cxnSpLocks/>
            </p:cNvCxnSpPr>
            <p:nvPr/>
          </p:nvCxnSpPr>
          <p:spPr>
            <a:xfrm>
              <a:off x="2743906" y="3344202"/>
              <a:ext cx="8717992" cy="0"/>
            </a:xfrm>
            <a:prstGeom prst="line">
              <a:avLst/>
            </a:prstGeom>
            <a:ln w="158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32">
              <a:extLst>
                <a:ext uri="{FF2B5EF4-FFF2-40B4-BE49-F238E27FC236}">
                  <a16:creationId xmlns:a16="http://schemas.microsoft.com/office/drawing/2014/main" id="{CF84469F-1B0A-2CFD-4E4E-3591F94F3DB8}"/>
                </a:ext>
              </a:extLst>
            </p:cNvPr>
            <p:cNvCxnSpPr>
              <a:cxnSpLocks/>
            </p:cNvCxnSpPr>
            <p:nvPr/>
          </p:nvCxnSpPr>
          <p:spPr>
            <a:xfrm>
              <a:off x="2743906" y="4808212"/>
              <a:ext cx="8717992" cy="0"/>
            </a:xfrm>
            <a:prstGeom prst="line">
              <a:avLst/>
            </a:prstGeom>
            <a:ln w="158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8883A85-6F7E-47FF-501E-08476C75BD21}"/>
              </a:ext>
            </a:extLst>
          </p:cNvPr>
          <p:cNvSpPr txBox="1"/>
          <p:nvPr/>
        </p:nvSpPr>
        <p:spPr>
          <a:xfrm>
            <a:off x="2856289" y="3465839"/>
            <a:ext cx="871644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Elit</a:t>
            </a:r>
            <a:r>
              <a:rPr lang="es-ES" altLang="es-ES" sz="1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amet cillum</a:t>
            </a:r>
            <a:r>
              <a:rPr lang="es-ES" altLang="es-ES" sz="1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tempor commodo sint exercitation et mollit eiusmod esse in deserunt tempor: tempor dolor, labore consectetur est labore excepteur elit irure aute deserunt nulla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s-ES" altLang="es-E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 excepteur ipsum quis sit id</a:t>
            </a:r>
            <a:r>
              <a:rPr lang="es-ES" altLang="es-ES" sz="1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tempor et deserunt sunt excepteur enim pariatur id duis, aliqua enim, consectetur oportunidades/riesgos mollit ut enim amet adipiscing velit elit veniam ea ea ullamco aliqua voluptate nulla nisi mollit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s-ES" altLang="es-E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Velit nostrud non</a:t>
            </a:r>
            <a:r>
              <a:rPr lang="es-ES" altLang="es-ES" sz="1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reprehenderit ea cillum amet et est exercitation, lorem consectetur dolor incididunt nisi nostrud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E3F1CF0-73CD-B6C6-BD1F-298869F4DF05}"/>
              </a:ext>
            </a:extLst>
          </p:cNvPr>
          <p:cNvSpPr txBox="1"/>
          <p:nvPr/>
        </p:nvSpPr>
        <p:spPr>
          <a:xfrm>
            <a:off x="2856289" y="4975662"/>
            <a:ext cx="871644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Dolore ex officia in in anim</a:t>
            </a:r>
            <a:r>
              <a:rPr lang="es-ES" altLang="es-ES" sz="1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voluptate ut id sint pariatur veniam, ullamco irure aute dolor incididunt laborum laborum id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s-ES" altLang="es-E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 pariatur enim eiusmod esse velit excepteur incididunt</a:t>
            </a:r>
            <a:r>
              <a:rPr lang="es-ES" altLang="es-ES" sz="1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exercitation labore sint lorem lorem sint sunt ea voluptate minim sed Occaecat, anim enim reprehenderit ipsum, aliquip duis lorem ipsum ipsum minim veniam ullamco exercitation mollit incididunt velit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s-ES" altLang="es-E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1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Sed excepteur aliquip quis aliquip</a:t>
            </a:r>
            <a:r>
              <a:rPr lang="es-ES" altLang="es-ES" sz="1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aliqua adipiscing proident commodo nulla (</a:t>
            </a:r>
            <a:r>
              <a:rPr lang="es-ES" altLang="es-ES" sz="10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incididunt</a:t>
            </a:r>
            <a:r>
              <a:rPr lang="es-ES" altLang="es-ES" sz="1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irure voluptate, lorem deserunt) dolore esse qui Dolor reprehenderit anim veniam dolore ex velit lorem, id minim magna sint proident ex enim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56ED6AF-6ACA-51DC-7BBD-90E0053778F7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>
                <a:solidFill>
                  <a:srgbClr val="808669"/>
                </a:solidFill>
                <a:latin typeface="Aptos Light"/>
              </a:rPr>
              <a:t> / Subtítulo de ejemplo</a:t>
            </a:r>
          </a:p>
        </p:txBody>
      </p:sp>
    </p:spTree>
    <p:extLst>
      <p:ext uri="{BB962C8B-B14F-4D97-AF65-F5344CB8AC3E}">
        <p14:creationId xmlns:p14="http://schemas.microsoft.com/office/powerpoint/2010/main" val="2128895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C4B8"/>
        </a:solidFill>
        <a:effectLst/>
      </p:bgPr>
    </p:bg>
    <p:spTree>
      <p:nvGrpSpPr>
        <p:cNvPr id="1" name="Shape 997">
          <a:extLst>
            <a:ext uri="{FF2B5EF4-FFF2-40B4-BE49-F238E27FC236}">
              <a16:creationId xmlns:a16="http://schemas.microsoft.com/office/drawing/2014/main" id="{DCA15793-B90E-3FE1-8CFC-312C9C61E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uadroTexto 24">
            <a:extLst>
              <a:ext uri="{FF2B5EF4-FFF2-40B4-BE49-F238E27FC236}">
                <a16:creationId xmlns:a16="http://schemas.microsoft.com/office/drawing/2014/main" id="{E24AA29D-924A-5F09-C6CE-E7B4451E91B5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 dirty="0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 dirty="0">
                <a:solidFill>
                  <a:srgbClr val="808669"/>
                </a:solidFill>
                <a:latin typeface="Aptos Light"/>
              </a:rPr>
              <a:t> </a:t>
            </a:r>
            <a:r>
              <a:rPr lang="es-ES" sz="3200" b="0" dirty="0">
                <a:solidFill>
                  <a:schemeClr val="bg1"/>
                </a:solidFill>
                <a:latin typeface="Aptos Light"/>
              </a:rPr>
              <a:t>/ Subtítulo de ejemplo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92550B02-02E3-28BF-868C-D8A4EADB3C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  <p:sp>
        <p:nvSpPr>
          <p:cNvPr id="503" name="Tarjeta 504"/>
          <p:cNvSpPr/>
          <p:nvPr/>
        </p:nvSpPr>
        <p:spPr>
          <a:xfrm>
            <a:off x="523446" y="3002691"/>
            <a:ext cx="2622550" cy="3321221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9525"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04" name="Círculo 505"/>
          <p:cNvSpPr/>
          <p:nvPr/>
        </p:nvSpPr>
        <p:spPr>
          <a:xfrm>
            <a:off x="1301836" y="2453330"/>
            <a:ext cx="1065770" cy="1065770"/>
          </a:xfrm>
          <a:prstGeom prst="ellipse">
            <a:avLst/>
          </a:prstGeom>
          <a:solidFill>
            <a:srgbClr val="17171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ES" sz="1300" b="1">
                <a:solidFill>
                  <a:srgbClr val="FFFFFF"/>
                </a:solidFill>
                <a:latin typeface="Aptos"/>
              </a:rPr>
              <a:t>XX</a:t>
            </a:r>
          </a:p>
        </p:txBody>
      </p:sp>
      <p:sp>
        <p:nvSpPr>
          <p:cNvPr id="505" name="Elemento 506"/>
          <p:cNvSpPr/>
          <p:nvPr/>
        </p:nvSpPr>
        <p:spPr>
          <a:xfrm>
            <a:off x="756680" y="3634688"/>
            <a:ext cx="204830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ES" sz="1400" b="1" spc="30" dirty="0">
                <a:solidFill>
                  <a:srgbClr val="171717"/>
                </a:solidFill>
                <a:latin typeface="Aptos"/>
              </a:rPr>
              <a:t>OFFICIA MOLLIT</a:t>
            </a:r>
          </a:p>
        </p:txBody>
      </p:sp>
      <p:sp>
        <p:nvSpPr>
          <p:cNvPr id="506" name="Barra 507"/>
          <p:cNvSpPr/>
          <p:nvPr/>
        </p:nvSpPr>
        <p:spPr>
          <a:xfrm>
            <a:off x="701246" y="4355585"/>
            <a:ext cx="2266950" cy="762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07" name="Avance 508"/>
          <p:cNvSpPr/>
          <p:nvPr/>
        </p:nvSpPr>
        <p:spPr>
          <a:xfrm>
            <a:off x="701246" y="4355585"/>
            <a:ext cx="1768221" cy="76200"/>
          </a:xfrm>
          <a:prstGeom prst="rect">
            <a:avLst/>
          </a:prstGeom>
          <a:solidFill>
            <a:srgbClr val="80866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08" name="Marcador 509"/>
          <p:cNvSpPr/>
          <p:nvPr/>
        </p:nvSpPr>
        <p:spPr>
          <a:xfrm>
            <a:off x="2380567" y="4304785"/>
            <a:ext cx="177800" cy="177800"/>
          </a:xfrm>
          <a:prstGeom prst="ellipse">
            <a:avLst/>
          </a:prstGeom>
          <a:solidFill>
            <a:srgbClr val="171717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09" name="Elemento 510"/>
          <p:cNvSpPr/>
          <p:nvPr/>
        </p:nvSpPr>
        <p:spPr>
          <a:xfrm>
            <a:off x="701246" y="4520685"/>
            <a:ext cx="22669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s-ES" sz="1100" b="0">
                <a:solidFill>
                  <a:srgbClr val="171717"/>
                </a:solidFill>
                <a:latin typeface="Aptos"/>
              </a:rPr>
              <a:t>Avance </a:t>
            </a:r>
            <a:r>
              <a:rPr lang="es-ES" sz="1100" b="1">
                <a:solidFill>
                  <a:srgbClr val="171717"/>
                </a:solidFill>
                <a:latin typeface="Aptos"/>
              </a:rPr>
              <a:t>XX%</a:t>
            </a:r>
          </a:p>
        </p:txBody>
      </p:sp>
      <p:sp>
        <p:nvSpPr>
          <p:cNvPr id="510" name="Elemento 511"/>
          <p:cNvSpPr/>
          <p:nvPr/>
        </p:nvSpPr>
        <p:spPr>
          <a:xfrm>
            <a:off x="701246" y="5166668"/>
            <a:ext cx="22669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Amet nostrud deserunt sed</a:t>
            </a:r>
          </a:p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Veniam ea reprehenderit</a:t>
            </a:r>
          </a:p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Labore elit anim nostrud</a:t>
            </a:r>
          </a:p>
        </p:txBody>
      </p:sp>
      <p:sp>
        <p:nvSpPr>
          <p:cNvPr id="6" name="Tarjeta 504">
            <a:extLst>
              <a:ext uri="{FF2B5EF4-FFF2-40B4-BE49-F238E27FC236}">
                <a16:creationId xmlns:a16="http://schemas.microsoft.com/office/drawing/2014/main" id="{B3BA0203-9A91-9280-40F1-FD650C6FAAEC}"/>
              </a:ext>
            </a:extLst>
          </p:cNvPr>
          <p:cNvSpPr/>
          <p:nvPr/>
        </p:nvSpPr>
        <p:spPr>
          <a:xfrm>
            <a:off x="3390213" y="3002691"/>
            <a:ext cx="2622550" cy="3321221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9525"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7" name="Círculo 505">
            <a:extLst>
              <a:ext uri="{FF2B5EF4-FFF2-40B4-BE49-F238E27FC236}">
                <a16:creationId xmlns:a16="http://schemas.microsoft.com/office/drawing/2014/main" id="{ED7972C1-FC0D-5372-E37D-6470D8F8C7AC}"/>
              </a:ext>
            </a:extLst>
          </p:cNvPr>
          <p:cNvSpPr/>
          <p:nvPr/>
        </p:nvSpPr>
        <p:spPr>
          <a:xfrm>
            <a:off x="4168603" y="2453330"/>
            <a:ext cx="1065770" cy="1065770"/>
          </a:xfrm>
          <a:prstGeom prst="ellipse">
            <a:avLst/>
          </a:prstGeom>
          <a:solidFill>
            <a:srgbClr val="17171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ES" sz="1300" b="1">
                <a:solidFill>
                  <a:srgbClr val="FFFFFF"/>
                </a:solidFill>
                <a:latin typeface="Aptos"/>
              </a:rPr>
              <a:t>XX</a:t>
            </a:r>
          </a:p>
        </p:txBody>
      </p:sp>
      <p:sp>
        <p:nvSpPr>
          <p:cNvPr id="8" name="Elemento 506">
            <a:extLst>
              <a:ext uri="{FF2B5EF4-FFF2-40B4-BE49-F238E27FC236}">
                <a16:creationId xmlns:a16="http://schemas.microsoft.com/office/drawing/2014/main" id="{72D80D1E-3FA8-5EA2-565E-5961333E4FD5}"/>
              </a:ext>
            </a:extLst>
          </p:cNvPr>
          <p:cNvSpPr/>
          <p:nvPr/>
        </p:nvSpPr>
        <p:spPr>
          <a:xfrm>
            <a:off x="3623447" y="3634688"/>
            <a:ext cx="204830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ES" sz="1400" b="1" spc="30" dirty="0">
                <a:solidFill>
                  <a:srgbClr val="171717"/>
                </a:solidFill>
                <a:latin typeface="Aptos"/>
              </a:rPr>
              <a:t>OFFICIA MOLLIT</a:t>
            </a:r>
          </a:p>
        </p:txBody>
      </p:sp>
      <p:sp>
        <p:nvSpPr>
          <p:cNvPr id="9" name="Barra 507">
            <a:extLst>
              <a:ext uri="{FF2B5EF4-FFF2-40B4-BE49-F238E27FC236}">
                <a16:creationId xmlns:a16="http://schemas.microsoft.com/office/drawing/2014/main" id="{E5CCD2A8-70DB-9C82-826B-A1D46235867D}"/>
              </a:ext>
            </a:extLst>
          </p:cNvPr>
          <p:cNvSpPr/>
          <p:nvPr/>
        </p:nvSpPr>
        <p:spPr>
          <a:xfrm>
            <a:off x="3568013" y="4355585"/>
            <a:ext cx="2266950" cy="762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10" name="Avance 508">
            <a:extLst>
              <a:ext uri="{FF2B5EF4-FFF2-40B4-BE49-F238E27FC236}">
                <a16:creationId xmlns:a16="http://schemas.microsoft.com/office/drawing/2014/main" id="{50AE06F0-9290-9845-F511-7F78001AACE2}"/>
              </a:ext>
            </a:extLst>
          </p:cNvPr>
          <p:cNvSpPr/>
          <p:nvPr/>
        </p:nvSpPr>
        <p:spPr>
          <a:xfrm>
            <a:off x="3568013" y="4355585"/>
            <a:ext cx="1768221" cy="76200"/>
          </a:xfrm>
          <a:prstGeom prst="rect">
            <a:avLst/>
          </a:prstGeom>
          <a:solidFill>
            <a:srgbClr val="80866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11" name="Marcador 509">
            <a:extLst>
              <a:ext uri="{FF2B5EF4-FFF2-40B4-BE49-F238E27FC236}">
                <a16:creationId xmlns:a16="http://schemas.microsoft.com/office/drawing/2014/main" id="{B8AF5EE8-CF40-D6BC-A66E-3B21B7E1E60C}"/>
              </a:ext>
            </a:extLst>
          </p:cNvPr>
          <p:cNvSpPr/>
          <p:nvPr/>
        </p:nvSpPr>
        <p:spPr>
          <a:xfrm>
            <a:off x="5247334" y="4304785"/>
            <a:ext cx="177800" cy="177800"/>
          </a:xfrm>
          <a:prstGeom prst="ellipse">
            <a:avLst/>
          </a:prstGeom>
          <a:solidFill>
            <a:srgbClr val="171717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12" name="Elemento 510">
            <a:extLst>
              <a:ext uri="{FF2B5EF4-FFF2-40B4-BE49-F238E27FC236}">
                <a16:creationId xmlns:a16="http://schemas.microsoft.com/office/drawing/2014/main" id="{8CD4C70A-BF89-9728-AB28-AA5244347CC7}"/>
              </a:ext>
            </a:extLst>
          </p:cNvPr>
          <p:cNvSpPr/>
          <p:nvPr/>
        </p:nvSpPr>
        <p:spPr>
          <a:xfrm>
            <a:off x="3568013" y="4520685"/>
            <a:ext cx="22669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s-ES" sz="1100" b="0">
                <a:solidFill>
                  <a:srgbClr val="171717"/>
                </a:solidFill>
                <a:latin typeface="Aptos"/>
              </a:rPr>
              <a:t>Avance </a:t>
            </a:r>
            <a:r>
              <a:rPr lang="es-ES" sz="1100" b="1">
                <a:solidFill>
                  <a:srgbClr val="171717"/>
                </a:solidFill>
                <a:latin typeface="Aptos"/>
              </a:rPr>
              <a:t>XX%</a:t>
            </a:r>
          </a:p>
        </p:txBody>
      </p:sp>
      <p:sp>
        <p:nvSpPr>
          <p:cNvPr id="13" name="Elemento 511">
            <a:extLst>
              <a:ext uri="{FF2B5EF4-FFF2-40B4-BE49-F238E27FC236}">
                <a16:creationId xmlns:a16="http://schemas.microsoft.com/office/drawing/2014/main" id="{C92B78C7-5FC9-F154-DD32-51981DCEB72F}"/>
              </a:ext>
            </a:extLst>
          </p:cNvPr>
          <p:cNvSpPr/>
          <p:nvPr/>
        </p:nvSpPr>
        <p:spPr>
          <a:xfrm>
            <a:off x="3568013" y="5166668"/>
            <a:ext cx="22669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Amet nostrud deserunt sed</a:t>
            </a:r>
          </a:p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Veniam ea reprehenderit</a:t>
            </a:r>
          </a:p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Labore elit anim nostrud</a:t>
            </a:r>
          </a:p>
        </p:txBody>
      </p:sp>
      <p:sp>
        <p:nvSpPr>
          <p:cNvPr id="14" name="Tarjeta 504">
            <a:extLst>
              <a:ext uri="{FF2B5EF4-FFF2-40B4-BE49-F238E27FC236}">
                <a16:creationId xmlns:a16="http://schemas.microsoft.com/office/drawing/2014/main" id="{404555F6-E02D-9CBF-581B-0C6F022E621C}"/>
              </a:ext>
            </a:extLst>
          </p:cNvPr>
          <p:cNvSpPr/>
          <p:nvPr/>
        </p:nvSpPr>
        <p:spPr>
          <a:xfrm>
            <a:off x="6256981" y="3002691"/>
            <a:ext cx="2622550" cy="3321221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9525"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15" name="Círculo 505">
            <a:extLst>
              <a:ext uri="{FF2B5EF4-FFF2-40B4-BE49-F238E27FC236}">
                <a16:creationId xmlns:a16="http://schemas.microsoft.com/office/drawing/2014/main" id="{960256DB-2AC2-5C32-95E9-56AC0ADAA1E8}"/>
              </a:ext>
            </a:extLst>
          </p:cNvPr>
          <p:cNvSpPr/>
          <p:nvPr/>
        </p:nvSpPr>
        <p:spPr>
          <a:xfrm>
            <a:off x="7035371" y="2453330"/>
            <a:ext cx="1065770" cy="1065770"/>
          </a:xfrm>
          <a:prstGeom prst="ellipse">
            <a:avLst/>
          </a:prstGeom>
          <a:solidFill>
            <a:srgbClr val="17171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ES" sz="1300" b="1">
                <a:solidFill>
                  <a:srgbClr val="FFFFFF"/>
                </a:solidFill>
                <a:latin typeface="Aptos"/>
              </a:rPr>
              <a:t>XX</a:t>
            </a:r>
          </a:p>
        </p:txBody>
      </p:sp>
      <p:sp>
        <p:nvSpPr>
          <p:cNvPr id="16" name="Elemento 506">
            <a:extLst>
              <a:ext uri="{FF2B5EF4-FFF2-40B4-BE49-F238E27FC236}">
                <a16:creationId xmlns:a16="http://schemas.microsoft.com/office/drawing/2014/main" id="{3F8D7CB3-C633-0E00-2276-0D8149C823F1}"/>
              </a:ext>
            </a:extLst>
          </p:cNvPr>
          <p:cNvSpPr/>
          <p:nvPr/>
        </p:nvSpPr>
        <p:spPr>
          <a:xfrm>
            <a:off x="6490215" y="3634688"/>
            <a:ext cx="204830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ES" sz="1400" b="1" spc="30" dirty="0">
                <a:solidFill>
                  <a:srgbClr val="171717"/>
                </a:solidFill>
                <a:latin typeface="Aptos"/>
              </a:rPr>
              <a:t>OFFICIA MOLLIT</a:t>
            </a:r>
          </a:p>
        </p:txBody>
      </p:sp>
      <p:sp>
        <p:nvSpPr>
          <p:cNvPr id="17" name="Barra 507">
            <a:extLst>
              <a:ext uri="{FF2B5EF4-FFF2-40B4-BE49-F238E27FC236}">
                <a16:creationId xmlns:a16="http://schemas.microsoft.com/office/drawing/2014/main" id="{870B77E1-0FF2-DDB6-1060-D1DDEC06D86A}"/>
              </a:ext>
            </a:extLst>
          </p:cNvPr>
          <p:cNvSpPr/>
          <p:nvPr/>
        </p:nvSpPr>
        <p:spPr>
          <a:xfrm>
            <a:off x="6434781" y="4355585"/>
            <a:ext cx="2266950" cy="762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18" name="Avance 508">
            <a:extLst>
              <a:ext uri="{FF2B5EF4-FFF2-40B4-BE49-F238E27FC236}">
                <a16:creationId xmlns:a16="http://schemas.microsoft.com/office/drawing/2014/main" id="{AC69E452-BDEE-22E0-76EC-45204AEE7749}"/>
              </a:ext>
            </a:extLst>
          </p:cNvPr>
          <p:cNvSpPr/>
          <p:nvPr/>
        </p:nvSpPr>
        <p:spPr>
          <a:xfrm>
            <a:off x="6434781" y="4355585"/>
            <a:ext cx="1768221" cy="76200"/>
          </a:xfrm>
          <a:prstGeom prst="rect">
            <a:avLst/>
          </a:prstGeom>
          <a:solidFill>
            <a:srgbClr val="80866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19" name="Marcador 509">
            <a:extLst>
              <a:ext uri="{FF2B5EF4-FFF2-40B4-BE49-F238E27FC236}">
                <a16:creationId xmlns:a16="http://schemas.microsoft.com/office/drawing/2014/main" id="{1A4AF797-3159-E294-9FF5-9382062A6AE6}"/>
              </a:ext>
            </a:extLst>
          </p:cNvPr>
          <p:cNvSpPr/>
          <p:nvPr/>
        </p:nvSpPr>
        <p:spPr>
          <a:xfrm>
            <a:off x="8114102" y="4304785"/>
            <a:ext cx="177800" cy="177800"/>
          </a:xfrm>
          <a:prstGeom prst="ellipse">
            <a:avLst/>
          </a:prstGeom>
          <a:solidFill>
            <a:srgbClr val="171717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20" name="Elemento 510">
            <a:extLst>
              <a:ext uri="{FF2B5EF4-FFF2-40B4-BE49-F238E27FC236}">
                <a16:creationId xmlns:a16="http://schemas.microsoft.com/office/drawing/2014/main" id="{928EC53E-150F-8D4C-FE85-0F56BD0B13A5}"/>
              </a:ext>
            </a:extLst>
          </p:cNvPr>
          <p:cNvSpPr/>
          <p:nvPr/>
        </p:nvSpPr>
        <p:spPr>
          <a:xfrm>
            <a:off x="6434781" y="4520685"/>
            <a:ext cx="22669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s-ES" sz="1100" b="0">
                <a:solidFill>
                  <a:srgbClr val="171717"/>
                </a:solidFill>
                <a:latin typeface="Aptos"/>
              </a:rPr>
              <a:t>Avance </a:t>
            </a:r>
            <a:r>
              <a:rPr lang="es-ES" sz="1100" b="1">
                <a:solidFill>
                  <a:srgbClr val="171717"/>
                </a:solidFill>
                <a:latin typeface="Aptos"/>
              </a:rPr>
              <a:t>XX%</a:t>
            </a:r>
          </a:p>
        </p:txBody>
      </p:sp>
      <p:sp>
        <p:nvSpPr>
          <p:cNvPr id="21" name="Elemento 511">
            <a:extLst>
              <a:ext uri="{FF2B5EF4-FFF2-40B4-BE49-F238E27FC236}">
                <a16:creationId xmlns:a16="http://schemas.microsoft.com/office/drawing/2014/main" id="{A4E33ABF-2B97-86FF-71B7-CB67FF4D72FC}"/>
              </a:ext>
            </a:extLst>
          </p:cNvPr>
          <p:cNvSpPr/>
          <p:nvPr/>
        </p:nvSpPr>
        <p:spPr>
          <a:xfrm>
            <a:off x="6434781" y="5166668"/>
            <a:ext cx="22669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Amet nostrud deserunt sed</a:t>
            </a:r>
          </a:p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Veniam ea reprehenderit</a:t>
            </a:r>
          </a:p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Labore elit anim nostrud</a:t>
            </a:r>
          </a:p>
        </p:txBody>
      </p:sp>
      <p:sp>
        <p:nvSpPr>
          <p:cNvPr id="22" name="Tarjeta 504">
            <a:extLst>
              <a:ext uri="{FF2B5EF4-FFF2-40B4-BE49-F238E27FC236}">
                <a16:creationId xmlns:a16="http://schemas.microsoft.com/office/drawing/2014/main" id="{B4509DAF-4E60-DC25-679B-9CAA42ABE8E5}"/>
              </a:ext>
            </a:extLst>
          </p:cNvPr>
          <p:cNvSpPr/>
          <p:nvPr/>
        </p:nvSpPr>
        <p:spPr>
          <a:xfrm>
            <a:off x="9099035" y="3002691"/>
            <a:ext cx="2622550" cy="3321221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9525"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23" name="Círculo 505">
            <a:extLst>
              <a:ext uri="{FF2B5EF4-FFF2-40B4-BE49-F238E27FC236}">
                <a16:creationId xmlns:a16="http://schemas.microsoft.com/office/drawing/2014/main" id="{A3FD1B6E-0DD5-1586-7708-5DDB8F6F0CC3}"/>
              </a:ext>
            </a:extLst>
          </p:cNvPr>
          <p:cNvSpPr/>
          <p:nvPr/>
        </p:nvSpPr>
        <p:spPr>
          <a:xfrm>
            <a:off x="9877425" y="2453330"/>
            <a:ext cx="1065770" cy="1065770"/>
          </a:xfrm>
          <a:prstGeom prst="ellipse">
            <a:avLst/>
          </a:prstGeom>
          <a:solidFill>
            <a:srgbClr val="17171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ES" sz="1300" b="1">
                <a:solidFill>
                  <a:srgbClr val="FFFFFF"/>
                </a:solidFill>
                <a:latin typeface="Aptos"/>
              </a:rPr>
              <a:t>XX</a:t>
            </a:r>
          </a:p>
        </p:txBody>
      </p:sp>
      <p:sp>
        <p:nvSpPr>
          <p:cNvPr id="24" name="Elemento 506">
            <a:extLst>
              <a:ext uri="{FF2B5EF4-FFF2-40B4-BE49-F238E27FC236}">
                <a16:creationId xmlns:a16="http://schemas.microsoft.com/office/drawing/2014/main" id="{28226307-FBBD-A581-79AA-4A297EB76844}"/>
              </a:ext>
            </a:extLst>
          </p:cNvPr>
          <p:cNvSpPr/>
          <p:nvPr/>
        </p:nvSpPr>
        <p:spPr>
          <a:xfrm>
            <a:off x="9332269" y="3634688"/>
            <a:ext cx="204830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ES" sz="1400" b="1" spc="30" dirty="0">
                <a:solidFill>
                  <a:srgbClr val="171717"/>
                </a:solidFill>
                <a:latin typeface="Aptos"/>
              </a:rPr>
              <a:t>OFFICIA MOLLIT</a:t>
            </a:r>
          </a:p>
        </p:txBody>
      </p:sp>
      <p:sp>
        <p:nvSpPr>
          <p:cNvPr id="26" name="Barra 507">
            <a:extLst>
              <a:ext uri="{FF2B5EF4-FFF2-40B4-BE49-F238E27FC236}">
                <a16:creationId xmlns:a16="http://schemas.microsoft.com/office/drawing/2014/main" id="{3B51461D-86F3-55CE-EABF-F073A72EACA5}"/>
              </a:ext>
            </a:extLst>
          </p:cNvPr>
          <p:cNvSpPr/>
          <p:nvPr/>
        </p:nvSpPr>
        <p:spPr>
          <a:xfrm>
            <a:off x="9276835" y="4355585"/>
            <a:ext cx="2266950" cy="762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27" name="Avance 508">
            <a:extLst>
              <a:ext uri="{FF2B5EF4-FFF2-40B4-BE49-F238E27FC236}">
                <a16:creationId xmlns:a16="http://schemas.microsoft.com/office/drawing/2014/main" id="{8EE53BF1-46E1-81B9-58A9-D92C97BB0B18}"/>
              </a:ext>
            </a:extLst>
          </p:cNvPr>
          <p:cNvSpPr/>
          <p:nvPr/>
        </p:nvSpPr>
        <p:spPr>
          <a:xfrm>
            <a:off x="9276835" y="4355585"/>
            <a:ext cx="1768221" cy="76200"/>
          </a:xfrm>
          <a:prstGeom prst="rect">
            <a:avLst/>
          </a:prstGeom>
          <a:solidFill>
            <a:srgbClr val="80866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28" name="Marcador 509">
            <a:extLst>
              <a:ext uri="{FF2B5EF4-FFF2-40B4-BE49-F238E27FC236}">
                <a16:creationId xmlns:a16="http://schemas.microsoft.com/office/drawing/2014/main" id="{94DB8FDE-45F1-B1EE-464D-DC37AE77164A}"/>
              </a:ext>
            </a:extLst>
          </p:cNvPr>
          <p:cNvSpPr/>
          <p:nvPr/>
        </p:nvSpPr>
        <p:spPr>
          <a:xfrm>
            <a:off x="10956156" y="4304785"/>
            <a:ext cx="177800" cy="177800"/>
          </a:xfrm>
          <a:prstGeom prst="ellipse">
            <a:avLst/>
          </a:prstGeom>
          <a:solidFill>
            <a:srgbClr val="171717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29" name="Elemento 510">
            <a:extLst>
              <a:ext uri="{FF2B5EF4-FFF2-40B4-BE49-F238E27FC236}">
                <a16:creationId xmlns:a16="http://schemas.microsoft.com/office/drawing/2014/main" id="{F62930C6-6CC9-32ED-75DE-254D89BB0707}"/>
              </a:ext>
            </a:extLst>
          </p:cNvPr>
          <p:cNvSpPr/>
          <p:nvPr/>
        </p:nvSpPr>
        <p:spPr>
          <a:xfrm>
            <a:off x="9276835" y="4520685"/>
            <a:ext cx="22669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s-ES" sz="1100" b="0">
                <a:solidFill>
                  <a:srgbClr val="171717"/>
                </a:solidFill>
                <a:latin typeface="Aptos"/>
              </a:rPr>
              <a:t>Avance </a:t>
            </a:r>
            <a:r>
              <a:rPr lang="es-ES" sz="1100" b="1">
                <a:solidFill>
                  <a:srgbClr val="171717"/>
                </a:solidFill>
                <a:latin typeface="Aptos"/>
              </a:rPr>
              <a:t>XX%</a:t>
            </a:r>
          </a:p>
        </p:txBody>
      </p:sp>
      <p:sp>
        <p:nvSpPr>
          <p:cNvPr id="30" name="Elemento 511">
            <a:extLst>
              <a:ext uri="{FF2B5EF4-FFF2-40B4-BE49-F238E27FC236}">
                <a16:creationId xmlns:a16="http://schemas.microsoft.com/office/drawing/2014/main" id="{B14BF26E-0227-9D82-9F80-F88198D45F11}"/>
              </a:ext>
            </a:extLst>
          </p:cNvPr>
          <p:cNvSpPr/>
          <p:nvPr/>
        </p:nvSpPr>
        <p:spPr>
          <a:xfrm>
            <a:off x="9276835" y="5166668"/>
            <a:ext cx="22669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Amet nostrud deserunt sed</a:t>
            </a:r>
          </a:p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Veniam ea reprehenderit</a:t>
            </a:r>
          </a:p>
          <a:p>
            <a:pPr marL="114300" indent="-114300" algn="l">
              <a:spcAft>
                <a:spcPts val="5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300" b="0">
                <a:solidFill>
                  <a:srgbClr val="171717"/>
                </a:solidFill>
                <a:latin typeface="Aptos"/>
              </a:rPr>
              <a:t>Labore elit anim nostrud</a:t>
            </a:r>
          </a:p>
        </p:txBody>
      </p:sp>
    </p:spTree>
    <p:extLst>
      <p:ext uri="{BB962C8B-B14F-4D97-AF65-F5344CB8AC3E}">
        <p14:creationId xmlns:p14="http://schemas.microsoft.com/office/powerpoint/2010/main" val="2084174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1DD0BAF6-3544-E160-37C3-6CEAE40C303D}"/>
              </a:ext>
            </a:extLst>
          </p:cNvPr>
          <p:cNvSpPr/>
          <p:nvPr/>
        </p:nvSpPr>
        <p:spPr>
          <a:xfrm>
            <a:off x="-40804" y="0"/>
            <a:ext cx="6181173" cy="6858000"/>
          </a:xfrm>
          <a:prstGeom prst="rect">
            <a:avLst/>
          </a:prstGeom>
          <a:solidFill>
            <a:srgbClr val="171717"/>
          </a:solidFill>
          <a:ln w="11219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8700B39-ABFE-7870-F333-827C6536F5D0}"/>
              </a:ext>
            </a:extLst>
          </p:cNvPr>
          <p:cNvSpPr txBox="1"/>
          <p:nvPr/>
        </p:nvSpPr>
        <p:spPr>
          <a:xfrm>
            <a:off x="622300" y="572479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>
                <a:solidFill>
                  <a:schemeClr val="bg1"/>
                </a:solidFill>
                <a:latin typeface="Fahkwang"/>
              </a:rPr>
              <a:t>Título de ejemplo</a:t>
            </a:r>
            <a:r>
              <a:rPr lang="es-ES" sz="3200" b="0">
                <a:solidFill>
                  <a:schemeClr val="bg1"/>
                </a:solidFill>
                <a:latin typeface="Aptos Light"/>
              </a:rPr>
              <a:t> </a:t>
            </a:r>
          </a:p>
          <a:p>
            <a:pPr algn="l">
              <a:buNone/>
            </a:pPr>
            <a:r>
              <a:rPr lang="es-ES" sz="3200" b="0">
                <a:solidFill>
                  <a:srgbClr val="808669"/>
                </a:solidFill>
                <a:latin typeface="Aptos Light"/>
              </a:rPr>
              <a:t>/ Subtítulo de ejemplo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3F4911-8CF4-5955-5AB9-76F8B3324FE8}"/>
              </a:ext>
            </a:extLst>
          </p:cNvPr>
          <p:cNvSpPr txBox="1"/>
          <p:nvPr/>
        </p:nvSpPr>
        <p:spPr>
          <a:xfrm>
            <a:off x="361499" y="1834286"/>
            <a:ext cx="4715326" cy="403187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608965" lvl="1" defTabSz="1219170">
              <a:buClr>
                <a:srgbClr val="C7AA92"/>
              </a:buClr>
              <a:defRPr/>
            </a:pP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est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irure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esse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proident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cupidatat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dolore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ullamco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ut labore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incididunt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magna id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consequat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exercitation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officia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officia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laborum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laboris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velit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nisi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lorem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labore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labore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lorem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consectetur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pariatur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qui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irure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veniam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lorem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eiusmod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duis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sunt et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fugiat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occaecat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et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aute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irure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esse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velit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do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ullamco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officia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veniam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est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nulla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reprehenderit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nulla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commodo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minim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sit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sint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id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ullamco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.</a:t>
            </a:r>
          </a:p>
          <a:p>
            <a:pPr marL="608965" lvl="1" defTabSz="1219170">
              <a:buClr>
                <a:srgbClr val="C7AA92"/>
              </a:buClr>
              <a:defRPr/>
            </a:pP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Proident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culpa.</a:t>
            </a:r>
          </a:p>
          <a:p>
            <a:pPr marL="608965" lvl="1" defTabSz="1219170">
              <a:buClr>
                <a:srgbClr val="C7AA92"/>
              </a:buClr>
              <a:defRPr/>
            </a:pPr>
            <a:endParaRPr lang="es-ES" sz="1600" kern="0">
              <a:solidFill>
                <a:schemeClr val="bg1"/>
              </a:solidFill>
              <a:latin typeface="Aptos Light" panose="020B0004020202020204" pitchFamily="34" charset="0"/>
              <a:ea typeface="Aptos"/>
              <a:cs typeface="Aptos"/>
            </a:endParaRPr>
          </a:p>
          <a:p>
            <a:pPr marL="608965" lvl="1" defTabSz="1219170">
              <a:buClr>
                <a:srgbClr val="C7AA92"/>
              </a:buClr>
              <a:defRPr/>
            </a:pPr>
            <a:endParaRPr lang="es-ES" sz="1600" kern="0">
              <a:solidFill>
                <a:schemeClr val="bg1"/>
              </a:solidFill>
              <a:latin typeface="Aptos Light" panose="020B0004020202020204" pitchFamily="34" charset="0"/>
              <a:ea typeface="Aptos"/>
              <a:cs typeface="Aptos"/>
            </a:endParaRPr>
          </a:p>
          <a:p>
            <a:pPr marL="608965" lvl="1" defTabSz="1219170">
              <a:buClr>
                <a:srgbClr val="C7AA92"/>
              </a:buClr>
              <a:defRPr/>
            </a:pPr>
            <a:endParaRPr lang="es-ES" sz="1600" kern="0">
              <a:solidFill>
                <a:schemeClr val="bg1"/>
              </a:solidFill>
              <a:latin typeface="Aptos Light" panose="020B0004020202020204" pitchFamily="34" charset="0"/>
              <a:ea typeface="Aptos"/>
              <a:cs typeface="Aptos"/>
            </a:endParaRPr>
          </a:p>
          <a:p>
            <a:pPr marL="608965" lvl="1" defTabSz="1219170">
              <a:buClr>
                <a:srgbClr val="C7AA92"/>
              </a:buClr>
              <a:defRPr/>
            </a:pP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labore sed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deserunt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elit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magna culpa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eiusmod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in ex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nulla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officia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et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tempor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aute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ea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laborum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sit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pariatur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consequat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sint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</a:t>
            </a:r>
            <a:r>
              <a:rPr lang="es-ES" sz="1600" kern="0" err="1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aliqua</a:t>
            </a:r>
            <a:r>
              <a:rPr lang="es-ES" sz="1600" kern="0">
                <a:solidFill>
                  <a:schemeClr val="bg1"/>
                </a:solidFill>
                <a:latin typeface="Aptos Light" panose="020B0004020202020204" pitchFamily="34" charset="0"/>
                <a:ea typeface="Aptos"/>
                <a:cs typeface="Aptos"/>
              </a:rPr>
              <a:t> et.</a:t>
            </a:r>
            <a:endParaRPr lang="es-ES">
              <a:solidFill>
                <a:schemeClr val="bg1"/>
              </a:solidFill>
              <a:latin typeface="Aptos Light" panose="020B0004020202020204" pitchFamily="34" charset="0"/>
            </a:endParaRPr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75AC0D86-D786-D071-1DB5-ED396A459075}"/>
              </a:ext>
            </a:extLst>
          </p:cNvPr>
          <p:cNvGrpSpPr/>
          <p:nvPr/>
        </p:nvGrpSpPr>
        <p:grpSpPr>
          <a:xfrm>
            <a:off x="6893105" y="1531199"/>
            <a:ext cx="2323124" cy="3590043"/>
            <a:chOff x="8317784" y="262193"/>
            <a:chExt cx="1285508" cy="2915409"/>
          </a:xfrm>
        </p:grpSpPr>
        <p:grpSp>
          <p:nvGrpSpPr>
            <p:cNvPr id="50" name="Grupo 49">
              <a:extLst>
                <a:ext uri="{FF2B5EF4-FFF2-40B4-BE49-F238E27FC236}">
                  <a16:creationId xmlns:a16="http://schemas.microsoft.com/office/drawing/2014/main" id="{7391E50E-144B-B760-8720-D1AE052F3327}"/>
                </a:ext>
              </a:extLst>
            </p:cNvPr>
            <p:cNvGrpSpPr/>
            <p:nvPr/>
          </p:nvGrpSpPr>
          <p:grpSpPr>
            <a:xfrm>
              <a:off x="8439803" y="1398092"/>
              <a:ext cx="1163489" cy="1779510"/>
              <a:chOff x="8534399" y="1498210"/>
              <a:chExt cx="1257520" cy="1923330"/>
            </a:xfrm>
          </p:grpSpPr>
          <p:grpSp>
            <p:nvGrpSpPr>
              <p:cNvPr id="36" name="Grupo 35">
                <a:extLst>
                  <a:ext uri="{FF2B5EF4-FFF2-40B4-BE49-F238E27FC236}">
                    <a16:creationId xmlns:a16="http://schemas.microsoft.com/office/drawing/2014/main" id="{5165E23B-BCD9-3801-3319-DF984AA749C2}"/>
                  </a:ext>
                </a:extLst>
              </p:cNvPr>
              <p:cNvGrpSpPr/>
              <p:nvPr/>
            </p:nvGrpSpPr>
            <p:grpSpPr>
              <a:xfrm>
                <a:off x="8587605" y="1498210"/>
                <a:ext cx="1204314" cy="1841679"/>
                <a:chOff x="8571351" y="1250131"/>
                <a:chExt cx="1376217" cy="2104557"/>
              </a:xfrm>
            </p:grpSpPr>
            <p:grpSp>
              <p:nvGrpSpPr>
                <p:cNvPr id="12" name="Grupo 11">
                  <a:extLst>
                    <a:ext uri="{FF2B5EF4-FFF2-40B4-BE49-F238E27FC236}">
                      <a16:creationId xmlns:a16="http://schemas.microsoft.com/office/drawing/2014/main" id="{9D2CC271-79F5-8512-35A9-D3FDB4B218CC}"/>
                    </a:ext>
                  </a:extLst>
                </p:cNvPr>
                <p:cNvGrpSpPr/>
                <p:nvPr/>
              </p:nvGrpSpPr>
              <p:grpSpPr>
                <a:xfrm>
                  <a:off x="8571351" y="1250131"/>
                  <a:ext cx="1376217" cy="2104557"/>
                  <a:chOff x="1653309" y="1069092"/>
                  <a:chExt cx="1616364" cy="2471795"/>
                </a:xfrm>
                <a:solidFill>
                  <a:schemeClr val="bg1"/>
                </a:solidFill>
              </p:grpSpPr>
              <p:sp>
                <p:nvSpPr>
                  <p:cNvPr id="6" name="Rectángulo 5">
                    <a:extLst>
                      <a:ext uri="{FF2B5EF4-FFF2-40B4-BE49-F238E27FC236}">
                        <a16:creationId xmlns:a16="http://schemas.microsoft.com/office/drawing/2014/main" id="{9718AA92-1479-5696-5666-85B747254723}"/>
                      </a:ext>
                    </a:extLst>
                  </p:cNvPr>
                  <p:cNvSpPr/>
                  <p:nvPr/>
                </p:nvSpPr>
                <p:spPr>
                  <a:xfrm>
                    <a:off x="1653309" y="2109421"/>
                    <a:ext cx="452582" cy="1431466"/>
                  </a:xfrm>
                  <a:prstGeom prst="rect">
                    <a:avLst/>
                  </a:prstGeom>
                  <a:solidFill>
                    <a:srgbClr val="BFC4B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0" tIns="45720" rIns="91440" bIns="45720" rtlCol="0" anchor="ctr"/>
                  <a:lstStyle/>
                  <a:p>
                    <a:pPr algn="ctr"/>
                    <a:endParaRPr lang="es-ES">
                      <a:solidFill>
                        <a:srgbClr val="FFFFFF"/>
                      </a:solidFill>
                    </a:endParaRPr>
                  </a:p>
                </p:txBody>
              </p:sp>
              <p:sp>
                <p:nvSpPr>
                  <p:cNvPr id="7" name="Rectángulo 6">
                    <a:extLst>
                      <a:ext uri="{FF2B5EF4-FFF2-40B4-BE49-F238E27FC236}">
                        <a16:creationId xmlns:a16="http://schemas.microsoft.com/office/drawing/2014/main" id="{F6E26E1F-5F6F-D4D5-E2A9-15A312ACC18A}"/>
                      </a:ext>
                    </a:extLst>
                  </p:cNvPr>
                  <p:cNvSpPr/>
                  <p:nvPr/>
                </p:nvSpPr>
                <p:spPr>
                  <a:xfrm>
                    <a:off x="2235200" y="1184944"/>
                    <a:ext cx="452582" cy="2346037"/>
                  </a:xfrm>
                  <a:prstGeom prst="rect">
                    <a:avLst/>
                  </a:prstGeom>
                  <a:solidFill>
                    <a:srgbClr val="80866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0" tIns="45720" rIns="91440" bIns="45720" rtlCol="0" anchor="ctr"/>
                  <a:lstStyle/>
                  <a:p>
                    <a:pPr algn="ctr"/>
                    <a:endParaRPr lang="es-ES">
                      <a:solidFill>
                        <a:srgbClr val="FFFFFF"/>
                      </a:solidFill>
                    </a:endParaRPr>
                  </a:p>
                </p:txBody>
              </p:sp>
              <p:sp>
                <p:nvSpPr>
                  <p:cNvPr id="8" name="Rectángulo 7">
                    <a:extLst>
                      <a:ext uri="{FF2B5EF4-FFF2-40B4-BE49-F238E27FC236}">
                        <a16:creationId xmlns:a16="http://schemas.microsoft.com/office/drawing/2014/main" id="{F7DCD1E3-62F4-7332-E88E-6E68DAB5D9D3}"/>
                      </a:ext>
                    </a:extLst>
                  </p:cNvPr>
                  <p:cNvSpPr/>
                  <p:nvPr/>
                </p:nvSpPr>
                <p:spPr>
                  <a:xfrm>
                    <a:off x="2817091" y="1069092"/>
                    <a:ext cx="452582" cy="2461889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0" tIns="45720" rIns="91440" bIns="45720" rtlCol="0" anchor="ctr"/>
                  <a:lstStyle/>
                  <a:p>
                    <a:pPr algn="ctr"/>
                    <a:endParaRPr lang="es-ES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CD782498-4AD5-BFA1-E06C-E4718AF3194B}"/>
                    </a:ext>
                  </a:extLst>
                </p:cNvPr>
                <p:cNvSpPr txBox="1"/>
                <p:nvPr/>
              </p:nvSpPr>
              <p:spPr>
                <a:xfrm rot="16200000">
                  <a:off x="7956398" y="2413802"/>
                  <a:ext cx="1615246" cy="210348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r>
                    <a:rPr lang="es-ES" sz="1400">
                      <a:solidFill>
                        <a:srgbClr val="FFFFFF"/>
                      </a:solidFill>
                      <a:latin typeface="Aptos"/>
                      <a:ea typeface="Aptos"/>
                      <a:cs typeface="Fahkwang"/>
                    </a:rPr>
                    <a:t>ADIPISCING VELIT</a:t>
                  </a:r>
                </a:p>
              </p:txBody>
            </p:sp>
            <p:sp>
              <p:nvSpPr>
                <p:cNvPr id="24" name="CuadroTexto 23">
                  <a:extLst>
                    <a:ext uri="{FF2B5EF4-FFF2-40B4-BE49-F238E27FC236}">
                      <a16:creationId xmlns:a16="http://schemas.microsoft.com/office/drawing/2014/main" id="{0430F1B4-E919-BEA2-1E23-B73D46418A85}"/>
                    </a:ext>
                  </a:extLst>
                </p:cNvPr>
                <p:cNvSpPr txBox="1"/>
                <p:nvPr/>
              </p:nvSpPr>
              <p:spPr>
                <a:xfrm rot="16200000">
                  <a:off x="8451475" y="2413803"/>
                  <a:ext cx="1615246" cy="210348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r>
                    <a:rPr lang="es-ES" sz="1400">
                      <a:solidFill>
                        <a:srgbClr val="FFFFFF"/>
                      </a:solidFill>
                      <a:latin typeface="Aptos"/>
                      <a:ea typeface="Aptos"/>
                      <a:cs typeface="Fahkwang"/>
                    </a:rPr>
                    <a:t>CONSEQUAT</a:t>
                  </a:r>
                </a:p>
              </p:txBody>
            </p:sp>
          </p:grpSp>
          <p:sp>
            <p:nvSpPr>
              <p:cNvPr id="37" name="Forma libre: forma 36">
                <a:extLst>
                  <a:ext uri="{FF2B5EF4-FFF2-40B4-BE49-F238E27FC236}">
                    <a16:creationId xmlns:a16="http://schemas.microsoft.com/office/drawing/2014/main" id="{9AE543C8-12A2-8157-0CA9-FC1160A73A43}"/>
                  </a:ext>
                </a:extLst>
              </p:cNvPr>
              <p:cNvSpPr/>
              <p:nvPr/>
            </p:nvSpPr>
            <p:spPr>
              <a:xfrm>
                <a:off x="8534399" y="3316245"/>
                <a:ext cx="870065" cy="105295"/>
              </a:xfrm>
              <a:custGeom>
                <a:avLst/>
                <a:gdLst>
                  <a:gd name="connsiteX0" fmla="*/ 0 w 1219200"/>
                  <a:gd name="connsiteY0" fmla="*/ 11083 h 116378"/>
                  <a:gd name="connsiteX1" fmla="*/ 0 w 1219200"/>
                  <a:gd name="connsiteY1" fmla="*/ 116378 h 116378"/>
                  <a:gd name="connsiteX2" fmla="*/ 870065 w 1219200"/>
                  <a:gd name="connsiteY2" fmla="*/ 116378 h 116378"/>
                  <a:gd name="connsiteX3" fmla="*/ 870065 w 1219200"/>
                  <a:gd name="connsiteY3" fmla="*/ 16625 h 116378"/>
                  <a:gd name="connsiteX4" fmla="*/ 1219200 w 1219200"/>
                  <a:gd name="connsiteY4" fmla="*/ 0 h 116378"/>
                  <a:gd name="connsiteX0" fmla="*/ 0 w 870065"/>
                  <a:gd name="connsiteY0" fmla="*/ 0 h 105295"/>
                  <a:gd name="connsiteX1" fmla="*/ 0 w 870065"/>
                  <a:gd name="connsiteY1" fmla="*/ 105295 h 105295"/>
                  <a:gd name="connsiteX2" fmla="*/ 870065 w 870065"/>
                  <a:gd name="connsiteY2" fmla="*/ 105295 h 105295"/>
                  <a:gd name="connsiteX3" fmla="*/ 870065 w 870065"/>
                  <a:gd name="connsiteY3" fmla="*/ 5542 h 105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70065" h="105295">
                    <a:moveTo>
                      <a:pt x="0" y="0"/>
                    </a:moveTo>
                    <a:lnTo>
                      <a:pt x="0" y="105295"/>
                    </a:lnTo>
                    <a:lnTo>
                      <a:pt x="870065" y="105295"/>
                    </a:lnTo>
                    <a:lnTo>
                      <a:pt x="870065" y="5542"/>
                    </a:lnTo>
                  </a:path>
                </a:pathLst>
              </a:custGeom>
              <a:noFill/>
              <a:ln w="12700">
                <a:solidFill>
                  <a:srgbClr val="C9C4B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pPr algn="ctr"/>
                <a:endParaRPr lang="es-E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5893A42-2763-5EA2-032B-517F236B1A8D}"/>
                </a:ext>
              </a:extLst>
            </p:cNvPr>
            <p:cNvSpPr txBox="1"/>
            <p:nvPr/>
          </p:nvSpPr>
          <p:spPr>
            <a:xfrm>
              <a:off x="8317784" y="262193"/>
              <a:ext cx="1069242" cy="249940"/>
            </a:xfrm>
            <a:prstGeom prst="rect">
              <a:avLst/>
            </a:prstGeom>
            <a:solidFill>
              <a:srgbClr val="C9C4B8"/>
            </a:solidFill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s-ES" sz="1400" b="1">
                  <a:solidFill>
                    <a:srgbClr val="000000"/>
                  </a:solidFill>
                </a:rPr>
                <a:t>EX</a:t>
              </a:r>
              <a:endParaRPr lang="es-ES" sz="1400" b="1">
                <a:solidFill>
                  <a:srgbClr val="000000"/>
                </a:solidFill>
                <a:latin typeface="Aptos"/>
                <a:cs typeface="Aptos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6BFB2018-731F-EC7A-E7B6-7324CCA6D2A0}"/>
              </a:ext>
            </a:extLst>
          </p:cNvPr>
          <p:cNvGrpSpPr/>
          <p:nvPr/>
        </p:nvGrpSpPr>
        <p:grpSpPr>
          <a:xfrm>
            <a:off x="9549700" y="1590008"/>
            <a:ext cx="2192778" cy="3573694"/>
            <a:chOff x="8364569" y="3753489"/>
            <a:chExt cx="1058570" cy="2294585"/>
          </a:xfrm>
        </p:grpSpPr>
        <p:grpSp>
          <p:nvGrpSpPr>
            <p:cNvPr id="49" name="Grupo 48">
              <a:extLst>
                <a:ext uri="{FF2B5EF4-FFF2-40B4-BE49-F238E27FC236}">
                  <a16:creationId xmlns:a16="http://schemas.microsoft.com/office/drawing/2014/main" id="{D320343B-39EB-6585-8D58-E8F13E9C4B09}"/>
                </a:ext>
              </a:extLst>
            </p:cNvPr>
            <p:cNvGrpSpPr/>
            <p:nvPr/>
          </p:nvGrpSpPr>
          <p:grpSpPr>
            <a:xfrm>
              <a:off x="8429966" y="4850112"/>
              <a:ext cx="805003" cy="1197962"/>
              <a:chOff x="8534399" y="4846980"/>
              <a:chExt cx="870065" cy="1294781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88AF3DD4-8806-7BFF-BB71-DEE8D7763EDD}"/>
                  </a:ext>
                </a:extLst>
              </p:cNvPr>
              <p:cNvGrpSpPr/>
              <p:nvPr/>
            </p:nvGrpSpPr>
            <p:grpSpPr>
              <a:xfrm>
                <a:off x="8590445" y="4846980"/>
                <a:ext cx="770761" cy="1221822"/>
                <a:chOff x="8571345" y="4656176"/>
                <a:chExt cx="880779" cy="1396223"/>
              </a:xfrm>
            </p:grpSpPr>
            <p:grpSp>
              <p:nvGrpSpPr>
                <p:cNvPr id="13" name="Grupo 12">
                  <a:extLst>
                    <a:ext uri="{FF2B5EF4-FFF2-40B4-BE49-F238E27FC236}">
                      <a16:creationId xmlns:a16="http://schemas.microsoft.com/office/drawing/2014/main" id="{EF34AD45-90E0-62B7-04B1-3D58CFDCA50D}"/>
                    </a:ext>
                  </a:extLst>
                </p:cNvPr>
                <p:cNvGrpSpPr/>
                <p:nvPr/>
              </p:nvGrpSpPr>
              <p:grpSpPr>
                <a:xfrm>
                  <a:off x="8571345" y="4656176"/>
                  <a:ext cx="880779" cy="1380149"/>
                  <a:chOff x="1653309" y="4600072"/>
                  <a:chExt cx="1034473" cy="1620981"/>
                </a:xfrm>
                <a:solidFill>
                  <a:schemeClr val="bg1"/>
                </a:solidFill>
              </p:grpSpPr>
              <p:sp>
                <p:nvSpPr>
                  <p:cNvPr id="9" name="Rectángulo 8">
                    <a:extLst>
                      <a:ext uri="{FF2B5EF4-FFF2-40B4-BE49-F238E27FC236}">
                        <a16:creationId xmlns:a16="http://schemas.microsoft.com/office/drawing/2014/main" id="{667BE3FD-78FC-A273-A4DC-674FF00182ED}"/>
                      </a:ext>
                    </a:extLst>
                  </p:cNvPr>
                  <p:cNvSpPr/>
                  <p:nvPr/>
                </p:nvSpPr>
                <p:spPr>
                  <a:xfrm>
                    <a:off x="1653309" y="4967389"/>
                    <a:ext cx="452582" cy="1253664"/>
                  </a:xfrm>
                  <a:prstGeom prst="rect">
                    <a:avLst/>
                  </a:prstGeom>
                  <a:solidFill>
                    <a:srgbClr val="9A4C3A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ES"/>
                  </a:p>
                </p:txBody>
              </p:sp>
              <p:sp>
                <p:nvSpPr>
                  <p:cNvPr id="10" name="Rectángulo 9">
                    <a:extLst>
                      <a:ext uri="{FF2B5EF4-FFF2-40B4-BE49-F238E27FC236}">
                        <a16:creationId xmlns:a16="http://schemas.microsoft.com/office/drawing/2014/main" id="{67DC1BB0-A03F-6053-65C6-25E768DEB000}"/>
                      </a:ext>
                    </a:extLst>
                  </p:cNvPr>
                  <p:cNvSpPr/>
                  <p:nvPr/>
                </p:nvSpPr>
                <p:spPr>
                  <a:xfrm>
                    <a:off x="2235200" y="4600072"/>
                    <a:ext cx="452582" cy="1620981"/>
                  </a:xfrm>
                  <a:prstGeom prst="rect">
                    <a:avLst/>
                  </a:prstGeom>
                  <a:solidFill>
                    <a:srgbClr val="C3786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ES"/>
                  </a:p>
                </p:txBody>
              </p:sp>
            </p:grpSp>
            <p:sp>
              <p:nvSpPr>
                <p:cNvPr id="26" name="CuadroTexto 25">
                  <a:extLst>
                    <a:ext uri="{FF2B5EF4-FFF2-40B4-BE49-F238E27FC236}">
                      <a16:creationId xmlns:a16="http://schemas.microsoft.com/office/drawing/2014/main" id="{4850AD9B-48AC-0105-98FD-BE9A08397FEB}"/>
                    </a:ext>
                  </a:extLst>
                </p:cNvPr>
                <p:cNvSpPr txBox="1"/>
                <p:nvPr/>
              </p:nvSpPr>
              <p:spPr>
                <a:xfrm rot="16200000">
                  <a:off x="8324666" y="5505106"/>
                  <a:ext cx="878699" cy="1835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ES" sz="1400">
                      <a:solidFill>
                        <a:schemeClr val="bg1"/>
                      </a:solidFill>
                      <a:latin typeface="Aptos" panose="020B0503030403020204" pitchFamily="34" charset="0"/>
                      <a:ea typeface="Aptos" panose="020B0503030403020204" pitchFamily="34" charset="0"/>
                      <a:cs typeface="Fahkwang" panose="00000500000000000000" pitchFamily="2" charset="-34"/>
                    </a:rPr>
                    <a:t>INCIDIDUNT PROIDENT</a:t>
                  </a:r>
                </a:p>
              </p:txBody>
            </p:sp>
            <p:sp>
              <p:nvSpPr>
                <p:cNvPr id="27" name="CuadroTexto 26">
                  <a:extLst>
                    <a:ext uri="{FF2B5EF4-FFF2-40B4-BE49-F238E27FC236}">
                      <a16:creationId xmlns:a16="http://schemas.microsoft.com/office/drawing/2014/main" id="{33F0E552-8BAA-68F6-C4B8-C1198C5B96AB}"/>
                    </a:ext>
                  </a:extLst>
                </p:cNvPr>
                <p:cNvSpPr txBox="1"/>
                <p:nvPr/>
              </p:nvSpPr>
              <p:spPr>
                <a:xfrm rot="16200000">
                  <a:off x="8663523" y="5364712"/>
                  <a:ext cx="1191862" cy="18351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es-ES" sz="1400">
                      <a:solidFill>
                        <a:schemeClr val="bg1"/>
                      </a:solidFill>
                      <a:latin typeface="Aptos" panose="020B0503030403020204" pitchFamily="34" charset="0"/>
                      <a:ea typeface="Aptos" panose="020B0503030403020204" pitchFamily="34" charset="0"/>
                      <a:cs typeface="Fahkwang" panose="00000500000000000000" pitchFamily="2" charset="-34"/>
                    </a:rPr>
                    <a:t>VENIAM MINIM</a:t>
                  </a:r>
                </a:p>
              </p:txBody>
            </p:sp>
          </p:grpSp>
          <p:sp>
            <p:nvSpPr>
              <p:cNvPr id="43" name="Forma libre: forma 42">
                <a:extLst>
                  <a:ext uri="{FF2B5EF4-FFF2-40B4-BE49-F238E27FC236}">
                    <a16:creationId xmlns:a16="http://schemas.microsoft.com/office/drawing/2014/main" id="{27C26605-149E-73A3-5336-A50021931214}"/>
                  </a:ext>
                </a:extLst>
              </p:cNvPr>
              <p:cNvSpPr/>
              <p:nvPr/>
            </p:nvSpPr>
            <p:spPr>
              <a:xfrm>
                <a:off x="8534399" y="6036466"/>
                <a:ext cx="870065" cy="105295"/>
              </a:xfrm>
              <a:custGeom>
                <a:avLst/>
                <a:gdLst>
                  <a:gd name="connsiteX0" fmla="*/ 0 w 1219200"/>
                  <a:gd name="connsiteY0" fmla="*/ 11083 h 116378"/>
                  <a:gd name="connsiteX1" fmla="*/ 0 w 1219200"/>
                  <a:gd name="connsiteY1" fmla="*/ 116378 h 116378"/>
                  <a:gd name="connsiteX2" fmla="*/ 870065 w 1219200"/>
                  <a:gd name="connsiteY2" fmla="*/ 116378 h 116378"/>
                  <a:gd name="connsiteX3" fmla="*/ 870065 w 1219200"/>
                  <a:gd name="connsiteY3" fmla="*/ 16625 h 116378"/>
                  <a:gd name="connsiteX4" fmla="*/ 1219200 w 1219200"/>
                  <a:gd name="connsiteY4" fmla="*/ 0 h 116378"/>
                  <a:gd name="connsiteX0" fmla="*/ 0 w 870065"/>
                  <a:gd name="connsiteY0" fmla="*/ 0 h 105295"/>
                  <a:gd name="connsiteX1" fmla="*/ 0 w 870065"/>
                  <a:gd name="connsiteY1" fmla="*/ 105295 h 105295"/>
                  <a:gd name="connsiteX2" fmla="*/ 870065 w 870065"/>
                  <a:gd name="connsiteY2" fmla="*/ 105295 h 105295"/>
                  <a:gd name="connsiteX3" fmla="*/ 870065 w 870065"/>
                  <a:gd name="connsiteY3" fmla="*/ 5542 h 105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70065" h="105295">
                    <a:moveTo>
                      <a:pt x="0" y="0"/>
                    </a:moveTo>
                    <a:lnTo>
                      <a:pt x="0" y="105295"/>
                    </a:lnTo>
                    <a:lnTo>
                      <a:pt x="870065" y="105295"/>
                    </a:lnTo>
                    <a:lnTo>
                      <a:pt x="870065" y="5542"/>
                    </a:lnTo>
                  </a:path>
                </a:pathLst>
              </a:custGeom>
              <a:noFill/>
              <a:ln w="12700">
                <a:solidFill>
                  <a:srgbClr val="C9C4B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3A5199C9-F26F-5B7A-39CC-2D7962B23252}"/>
                </a:ext>
              </a:extLst>
            </p:cNvPr>
            <p:cNvSpPr txBox="1"/>
            <p:nvPr/>
          </p:nvSpPr>
          <p:spPr>
            <a:xfrm>
              <a:off x="8364569" y="3753489"/>
              <a:ext cx="1058570" cy="197616"/>
            </a:xfrm>
            <a:prstGeom prst="rect">
              <a:avLst/>
            </a:prstGeom>
            <a:solidFill>
              <a:srgbClr val="C9C4B8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400" b="1"/>
                <a:t>CONSEQUAT ELIT</a:t>
              </a:r>
            </a:p>
          </p:txBody>
        </p:sp>
      </p:grpSp>
      <p:pic>
        <p:nvPicPr>
          <p:cNvPr id="2" name="Gráfico 1">
            <a:extLst>
              <a:ext uri="{FF2B5EF4-FFF2-40B4-BE49-F238E27FC236}">
                <a16:creationId xmlns:a16="http://schemas.microsoft.com/office/drawing/2014/main" id="{0E09256F-3D10-8875-F5C9-7ACF580B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0CA6A460-B238-EA45-DC67-30EEEC70EB2D}"/>
              </a:ext>
            </a:extLst>
          </p:cNvPr>
          <p:cNvSpPr txBox="1"/>
          <p:nvPr/>
        </p:nvSpPr>
        <p:spPr>
          <a:xfrm>
            <a:off x="7901766" y="2443678"/>
            <a:ext cx="1124373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2000">
                <a:latin typeface="Aptos"/>
                <a:ea typeface="Aptos"/>
                <a:cs typeface="Fahkwang"/>
              </a:rPr>
              <a:t>XX,X</a:t>
            </a:r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0705FD6-62C5-DCE8-E0D2-7199F2483238}"/>
              </a:ext>
            </a:extLst>
          </p:cNvPr>
          <p:cNvSpPr txBox="1"/>
          <p:nvPr/>
        </p:nvSpPr>
        <p:spPr>
          <a:xfrm>
            <a:off x="7160597" y="3292756"/>
            <a:ext cx="1124373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2000">
                <a:latin typeface="Aptos"/>
                <a:ea typeface="Aptos"/>
                <a:cs typeface="Fahkwang"/>
              </a:rPr>
              <a:t>XX,X</a:t>
            </a:r>
            <a:endParaRPr lang="es-E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D1CF00F2-CE42-2E77-4E72-E44F8D742048}"/>
              </a:ext>
            </a:extLst>
          </p:cNvPr>
          <p:cNvSpPr txBox="1"/>
          <p:nvPr/>
        </p:nvSpPr>
        <p:spPr>
          <a:xfrm>
            <a:off x="9768610" y="3138353"/>
            <a:ext cx="1124373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2000">
                <a:latin typeface="Aptos"/>
                <a:ea typeface="Aptos"/>
                <a:cs typeface="Fahkwang"/>
              </a:rPr>
              <a:t>XX,X</a:t>
            </a:r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B308C80-E1FD-B9A2-BE07-A5D5C0FF568B}"/>
              </a:ext>
            </a:extLst>
          </p:cNvPr>
          <p:cNvSpPr txBox="1"/>
          <p:nvPr/>
        </p:nvSpPr>
        <p:spPr>
          <a:xfrm>
            <a:off x="10623557" y="2635957"/>
            <a:ext cx="1124373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2000">
                <a:latin typeface="Aptos"/>
                <a:ea typeface="Aptos"/>
                <a:cs typeface="Fahkwang"/>
              </a:rPr>
              <a:t>XX,X</a:t>
            </a:r>
            <a:endParaRPr lang="es-ES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2CF8246-D7E0-98EA-C596-385DB1B1D4BB}"/>
              </a:ext>
            </a:extLst>
          </p:cNvPr>
          <p:cNvCxnSpPr>
            <a:cxnSpLocks/>
          </p:cNvCxnSpPr>
          <p:nvPr/>
        </p:nvCxnSpPr>
        <p:spPr>
          <a:xfrm>
            <a:off x="9216223" y="1185705"/>
            <a:ext cx="0" cy="5044273"/>
          </a:xfrm>
          <a:prstGeom prst="line">
            <a:avLst/>
          </a:prstGeom>
          <a:ln w="12700">
            <a:solidFill>
              <a:srgbClr val="C7AA9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5130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ED815-ADF6-5A81-8950-ADC9ACCA7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A15646D4-3CF1-A1DB-074F-24B80FA7E9B1}"/>
              </a:ext>
            </a:extLst>
          </p:cNvPr>
          <p:cNvSpPr/>
          <p:nvPr/>
        </p:nvSpPr>
        <p:spPr>
          <a:xfrm>
            <a:off x="8128000" y="1940704"/>
            <a:ext cx="3441700" cy="4254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aphicFrame>
        <p:nvGraphicFramePr>
          <p:cNvPr id="38" name="think-cell data - do not delete" hidden="1">
            <a:extLst>
              <a:ext uri="{FF2B5EF4-FFF2-40B4-BE49-F238E27FC236}">
                <a16:creationId xmlns:a16="http://schemas.microsoft.com/office/drawing/2014/main" id="{63C8DA96-FCEF-F20B-0E12-5A425087118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209" imgH="211" progId="TCLayout.ActiveDocument.1">
                  <p:embed/>
                </p:oleObj>
              </mc:Choice>
              <mc:Fallback>
                <p:oleObj name="Diapositiva de think-cell" r:id="rId3" imgW="209" imgH="211" progId="TCLayout.ActiveDocument.1">
                  <p:embed/>
                  <p:pic>
                    <p:nvPicPr>
                      <p:cNvPr id="3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C8DA96-FCEF-F20B-0E12-5A42508711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5">
            <a:extLst>
              <a:ext uri="{FF2B5EF4-FFF2-40B4-BE49-F238E27FC236}">
                <a16:creationId xmlns:a16="http://schemas.microsoft.com/office/drawing/2014/main" id="{1C38E937-AE6B-A7D9-4C7E-070A843BB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0400" y="2260600"/>
            <a:ext cx="3136900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900"/>
              </a:lnSpc>
            </a:pPr>
            <a:r>
              <a:rPr lang="es-ES" sz="1050" b="1">
                <a:latin typeface="+mj-lt"/>
              </a:rPr>
              <a:t>ELIT MOLLIT:</a:t>
            </a:r>
            <a:br>
              <a:rPr lang="es-ES" sz="900">
                <a:latin typeface="Aptos Light" panose="020B0004020202020204" pitchFamily="34" charset="0"/>
              </a:rPr>
            </a:br>
            <a:r>
              <a:rPr lang="es-ES" sz="900">
                <a:latin typeface="Aptos Light" panose="020B0004020202020204" pitchFamily="34" charset="0"/>
              </a:rPr>
              <a:t>sunt cillum irure commodo consequat esse laboris elit reprehenderit ipsum proident sunt</a:t>
            </a:r>
          </a:p>
          <a:p>
            <a:pPr>
              <a:lnSpc>
                <a:spcPts val="90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900"/>
              </a:lnSpc>
            </a:pPr>
            <a:r>
              <a:rPr lang="es-ES" sz="1050" b="1">
                <a:latin typeface="+mj-lt"/>
              </a:rPr>
              <a:t>FUGIAT ADIPISCING SINT:</a:t>
            </a:r>
            <a:br>
              <a:rPr lang="es-ES" sz="1050" b="1">
                <a:latin typeface="+mj-lt"/>
              </a:rPr>
            </a:br>
            <a:r>
              <a:rPr lang="es-ES" sz="900">
                <a:latin typeface="Aptos Light" panose="020B0004020202020204" pitchFamily="34" charset="0"/>
              </a:rPr>
              <a:t>culpa minim occaecat anim est ad minim nostrud proident ea sit cillum proident ad enim</a:t>
            </a:r>
          </a:p>
          <a:p>
            <a:pPr>
              <a:lnSpc>
                <a:spcPts val="900"/>
              </a:lnSpc>
            </a:pPr>
            <a:endParaRPr lang="es-ES" sz="900">
              <a:latin typeface="Aptos Light" panose="020B0004020202020204" pitchFamily="34" charset="0"/>
            </a:endParaRPr>
          </a:p>
          <a:p>
            <a:pPr>
              <a:lnSpc>
                <a:spcPts val="90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900"/>
              </a:lnSpc>
            </a:pPr>
            <a:r>
              <a:rPr lang="es-ES" sz="1050" b="1">
                <a:latin typeface="+mj-lt"/>
              </a:rPr>
              <a:t>PARIATUR ESSE ELIT:</a:t>
            </a:r>
            <a:br>
              <a:rPr lang="es-ES" sz="1050" b="1">
                <a:latin typeface="+mj-lt"/>
              </a:rPr>
            </a:br>
            <a:r>
              <a:rPr lang="es-ES" sz="900">
                <a:latin typeface="Aptos Light" panose="020B0004020202020204" pitchFamily="34" charset="0"/>
              </a:rPr>
              <a:t>voluptate aliquip duis id eiusmod lorem adipiscing eiusmod deserunt ex officia velit</a:t>
            </a:r>
          </a:p>
          <a:p>
            <a:pPr>
              <a:lnSpc>
                <a:spcPts val="90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900"/>
              </a:lnSpc>
            </a:pPr>
            <a:r>
              <a:rPr lang="es-ES" sz="1050" b="1">
                <a:latin typeface="+mj-lt"/>
              </a:rPr>
              <a:t>DUIS:</a:t>
            </a:r>
            <a:br>
              <a:rPr lang="es-ES" sz="900">
                <a:latin typeface="Aptos Light" panose="020B0004020202020204" pitchFamily="34" charset="0"/>
              </a:rPr>
            </a:br>
            <a:r>
              <a:rPr lang="es-ES" sz="900">
                <a:latin typeface="Aptos Light" panose="020B0004020202020204" pitchFamily="34" charset="0"/>
              </a:rPr>
              <a:t>excepteur cillum fugiat do exercitation ad consequat et officia aliqua in sint</a:t>
            </a:r>
          </a:p>
          <a:p>
            <a:pPr>
              <a:lnSpc>
                <a:spcPts val="90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900"/>
              </a:lnSpc>
            </a:pPr>
            <a:r>
              <a:rPr lang="es-ES" sz="1050" b="1">
                <a:latin typeface="+mj-lt"/>
              </a:rPr>
              <a:t>CULPA OFFICIA NOSTRUD:</a:t>
            </a:r>
            <a:br>
              <a:rPr lang="es-ES" sz="1050" b="1">
                <a:latin typeface="+mj-lt"/>
              </a:rPr>
            </a:br>
            <a:r>
              <a:rPr lang="es-ES" sz="900">
                <a:latin typeface="Aptos Light" panose="020B0004020202020204" pitchFamily="34" charset="0"/>
              </a:rPr>
              <a:t>velit duis incididunt amet laborum aute duis in anim ea sunt pariatur</a:t>
            </a:r>
          </a:p>
          <a:p>
            <a:pPr>
              <a:lnSpc>
                <a:spcPts val="90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900"/>
              </a:lnSpc>
            </a:pPr>
            <a:r>
              <a:rPr lang="es-ES" sz="1050" b="1">
                <a:latin typeface="+mj-lt"/>
              </a:rPr>
              <a:t>AD ADIPISCING MINIM:</a:t>
            </a:r>
            <a:br>
              <a:rPr lang="es-ES" sz="1050" b="1">
                <a:latin typeface="+mj-lt"/>
              </a:rPr>
            </a:br>
            <a:r>
              <a:rPr lang="es-ES" sz="900">
                <a:latin typeface="Aptos Light" panose="020B0004020202020204" pitchFamily="34" charset="0"/>
              </a:rPr>
              <a:t>aliquip cupidatat ut ad veniam excepteur enim incididunt veniam culpa pariatur aliquip quis</a:t>
            </a:r>
          </a:p>
          <a:p>
            <a:pPr>
              <a:lnSpc>
                <a:spcPts val="90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900"/>
              </a:lnSpc>
            </a:pPr>
            <a:r>
              <a:rPr lang="es-ES" sz="1050" b="1">
                <a:latin typeface="+mj-lt"/>
              </a:rPr>
              <a:t>VENIAM EX:</a:t>
            </a:r>
            <a:br>
              <a:rPr lang="es-ES" sz="1050" b="1">
                <a:latin typeface="+mj-lt"/>
              </a:rPr>
            </a:br>
            <a:r>
              <a:rPr lang="es-ES" sz="900">
                <a:latin typeface="Aptos Light" panose="020B0004020202020204" pitchFamily="34" charset="0"/>
              </a:rPr>
              <a:t>magna commodo sunt laborum voluptate id mollit consectetur ut ex ad amet adipiscing</a:t>
            </a:r>
          </a:p>
          <a:p>
            <a:pPr>
              <a:lnSpc>
                <a:spcPts val="900"/>
              </a:lnSpc>
            </a:pPr>
            <a:endParaRPr lang="es-ES" sz="900">
              <a:latin typeface="Aptos Light" panose="020B0004020202020204" pitchFamily="34" charset="0"/>
            </a:endParaRPr>
          </a:p>
        </p:txBody>
      </p:sp>
      <p:sp>
        <p:nvSpPr>
          <p:cNvPr id="16" name="Google Shape;557;p58">
            <a:extLst>
              <a:ext uri="{FF2B5EF4-FFF2-40B4-BE49-F238E27FC236}">
                <a16:creationId xmlns:a16="http://schemas.microsoft.com/office/drawing/2014/main" id="{683BED28-B82F-49E4-7CA2-B53CEB72DCFD}"/>
              </a:ext>
            </a:extLst>
          </p:cNvPr>
          <p:cNvSpPr txBox="1">
            <a:spLocks/>
          </p:cNvSpPr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121900" tIns="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pace Grotesk"/>
              <a:buNone/>
              <a:defRPr sz="36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9pPr>
          </a:lstStyle>
          <a:p>
            <a:pPr algn="l">
              <a:buNone/>
            </a:pPr>
            <a:r>
              <a:rPr lang="es-ES" sz="3200" b="1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>
                <a:solidFill>
                  <a:srgbClr val="808669"/>
                </a:solidFill>
                <a:latin typeface="Aptos Light"/>
              </a:rPr>
              <a:t> / Subtítulo de ejemplo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EA7AB595-AEE9-F69E-603C-9114462E2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  <p:graphicFrame>
        <p:nvGraphicFramePr>
          <p:cNvPr id="15" name="Chart 0">
            <a:extLst>
              <a:ext uri="{FF2B5EF4-FFF2-40B4-BE49-F238E27FC236}">
                <a16:creationId xmlns:a16="http://schemas.microsoft.com/office/drawing/2014/main" id="{DF9ABBC5-FDBC-13E4-5A5F-FCDB8D7F45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18524159"/>
              </p:ext>
            </p:extLst>
          </p:nvPr>
        </p:nvGraphicFramePr>
        <p:xfrm>
          <a:off x="564196" y="1940705"/>
          <a:ext cx="7178040" cy="426062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9145342A-55A7-46B4-9EB4-4B98979C6038}"/>
              </a:ext>
            </a:extLst>
          </p:cNvPr>
          <p:cNvSpPr txBox="1"/>
          <p:nvPr/>
        </p:nvSpPr>
        <p:spPr>
          <a:xfrm>
            <a:off x="8331200" y="1790700"/>
            <a:ext cx="2286000" cy="30480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s-ES" sz="1400" b="1">
                <a:solidFill>
                  <a:srgbClr val="FFFFFF"/>
                </a:solidFill>
                <a:latin typeface="Fahkwang"/>
                <a:cs typeface="Fahkwang"/>
              </a:rPr>
              <a:t>Comentario general</a:t>
            </a:r>
          </a:p>
        </p:txBody>
      </p:sp>
    </p:spTree>
    <p:extLst>
      <p:ext uri="{BB962C8B-B14F-4D97-AF65-F5344CB8AC3E}">
        <p14:creationId xmlns:p14="http://schemas.microsoft.com/office/powerpoint/2010/main" val="3895805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6A83887E-4BD7-2132-D0F9-DE1E6B1C7E8B}"/>
              </a:ext>
            </a:extLst>
          </p:cNvPr>
          <p:cNvSpPr/>
          <p:nvPr/>
        </p:nvSpPr>
        <p:spPr>
          <a:xfrm>
            <a:off x="622300" y="2095500"/>
            <a:ext cx="4584700" cy="381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4352ECA-16B8-DFEA-1F6D-FFB6DF6C3D47}"/>
              </a:ext>
            </a:extLst>
          </p:cNvPr>
          <p:cNvSpPr txBox="1"/>
          <p:nvPr/>
        </p:nvSpPr>
        <p:spPr>
          <a:xfrm>
            <a:off x="774700" y="2489200"/>
            <a:ext cx="4279900" cy="3327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defTabSz="1219170">
              <a:defRPr/>
            </a:pPr>
            <a:endParaRPr lang="es-ES" sz="1200">
              <a:solidFill>
                <a:prstClr val="black"/>
              </a:solidFill>
              <a:latin typeface="Aptos"/>
              <a:cs typeface="Aptos"/>
              <a:sym typeface="Arial"/>
            </a:endParaRPr>
          </a:p>
          <a:p>
            <a:pPr>
              <a:lnSpc>
                <a:spcPts val="1250"/>
              </a:lnSpc>
            </a:pPr>
            <a:r>
              <a:rPr lang="es-ES" sz="1050" b="1">
                <a:latin typeface="+mj-lt"/>
              </a:rPr>
              <a:t>VENIAM ANIM:</a:t>
            </a:r>
            <a:br>
              <a:rPr lang="es-ES" sz="1050" b="1">
                <a:latin typeface="+mj-lt"/>
              </a:rPr>
            </a:br>
            <a:r>
              <a:rPr lang="es-ES" sz="1050">
                <a:latin typeface="Aptos Light" panose="020B0004020202020204" pitchFamily="34" charset="0"/>
              </a:rPr>
              <a:t>reprehenderit est dolore officia nulla sunt</a:t>
            </a:r>
          </a:p>
          <a:p>
            <a:pPr>
              <a:lnSpc>
                <a:spcPts val="45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1250"/>
              </a:lnSpc>
            </a:pPr>
            <a:r>
              <a:rPr lang="es-ES" sz="1050" b="1">
                <a:latin typeface="+mj-lt"/>
              </a:rPr>
              <a:t>DOLORE:</a:t>
            </a:r>
            <a:br>
              <a:rPr lang="es-ES" sz="1050" b="1">
                <a:latin typeface="+mj-lt"/>
              </a:rPr>
            </a:br>
            <a:r>
              <a:rPr lang="es-ES" sz="1050">
                <a:latin typeface="Aptos Light" panose="020B0004020202020204" pitchFamily="34" charset="0"/>
              </a:rPr>
              <a:t>lorem elit elit magna ea officia mollit</a:t>
            </a:r>
          </a:p>
          <a:p>
            <a:pPr>
              <a:lnSpc>
                <a:spcPts val="45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45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1250"/>
              </a:lnSpc>
            </a:pPr>
            <a:r>
              <a:rPr lang="es-ES" sz="1050" b="1">
                <a:latin typeface="+mj-lt"/>
              </a:rPr>
              <a:t>ULLAMCO LOREM:</a:t>
            </a:r>
            <a:br>
              <a:rPr lang="es-ES" sz="1050" b="1">
                <a:latin typeface="+mj-lt"/>
              </a:rPr>
            </a:br>
            <a:r>
              <a:rPr lang="es-ES" sz="1050">
                <a:latin typeface="Aptos Light" panose="020B0004020202020204" pitchFamily="34" charset="0"/>
              </a:rPr>
              <a:t>nostrud magna sunt amet ex qui</a:t>
            </a:r>
          </a:p>
          <a:p>
            <a:pPr>
              <a:lnSpc>
                <a:spcPts val="45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1250"/>
              </a:lnSpc>
            </a:pPr>
            <a:r>
              <a:rPr lang="es-ES" sz="1050" b="1">
                <a:latin typeface="+mj-lt"/>
              </a:rPr>
              <a:t>QUIS:</a:t>
            </a:r>
            <a:br>
              <a:rPr lang="es-ES" sz="1050" b="1">
                <a:latin typeface="+mj-lt"/>
              </a:rPr>
            </a:br>
            <a:r>
              <a:rPr lang="es-ES" sz="1050">
                <a:latin typeface="Aptos Light" panose="020B0004020202020204" pitchFamily="34" charset="0"/>
              </a:rPr>
              <a:t>aliquip aliquip excepteur velit amet irure</a:t>
            </a:r>
          </a:p>
          <a:p>
            <a:pPr>
              <a:lnSpc>
                <a:spcPts val="45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1250"/>
              </a:lnSpc>
            </a:pPr>
            <a:r>
              <a:rPr lang="es-ES" sz="1050" b="1">
                <a:latin typeface="+mj-lt"/>
              </a:rPr>
              <a:t>LABORIS AMET:</a:t>
            </a:r>
            <a:br>
              <a:rPr lang="es-ES" sz="1050" b="1">
                <a:latin typeface="+mj-lt"/>
              </a:rPr>
            </a:br>
            <a:r>
              <a:rPr lang="es-ES" sz="1050">
                <a:latin typeface="Aptos Light" panose="020B0004020202020204" pitchFamily="34" charset="0"/>
              </a:rPr>
              <a:t>aliqua dolore deserunt ad commodo</a:t>
            </a:r>
          </a:p>
          <a:p>
            <a:pPr>
              <a:lnSpc>
                <a:spcPts val="45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1250"/>
              </a:lnSpc>
            </a:pPr>
            <a:r>
              <a:rPr lang="es-ES" sz="1050" b="1">
                <a:latin typeface="+mj-lt"/>
              </a:rPr>
              <a:t>LOREM AMET:</a:t>
            </a:r>
            <a:br>
              <a:rPr lang="es-ES" sz="1050" b="1">
                <a:latin typeface="+mj-lt"/>
              </a:rPr>
            </a:br>
            <a:r>
              <a:rPr lang="es-ES" sz="1050">
                <a:latin typeface="Aptos Light" panose="020B0004020202020204" pitchFamily="34" charset="0"/>
              </a:rPr>
              <a:t>voluptate sint id ipsum irure</a:t>
            </a:r>
          </a:p>
          <a:p>
            <a:pPr>
              <a:lnSpc>
                <a:spcPts val="450"/>
              </a:lnSpc>
            </a:pPr>
            <a:endParaRPr lang="es-ES" sz="1050" b="1">
              <a:latin typeface="+mj-lt"/>
            </a:endParaRPr>
          </a:p>
          <a:p>
            <a:pPr>
              <a:lnSpc>
                <a:spcPts val="1250"/>
              </a:lnSpc>
            </a:pPr>
            <a:r>
              <a:rPr lang="es-ES" sz="1050" b="1">
                <a:latin typeface="+mj-lt"/>
              </a:rPr>
              <a:t>NOSTRUD:</a:t>
            </a:r>
            <a:br>
              <a:rPr lang="es-ES" sz="1050" b="1">
                <a:latin typeface="+mj-lt"/>
              </a:rPr>
            </a:br>
            <a:r>
              <a:rPr lang="es-ES" sz="1050">
                <a:latin typeface="Aptos Light" panose="020B0004020202020204" pitchFamily="34" charset="0"/>
              </a:rPr>
              <a:t>adipiscing mollit cupidatat aliqua eiusmod irure</a:t>
            </a:r>
          </a:p>
          <a:p>
            <a:pPr>
              <a:buClrTx/>
              <a:defRPr/>
            </a:pPr>
            <a:endParaRPr lang="es-ES" sz="1200">
              <a:solidFill>
                <a:prstClr val="black"/>
              </a:solidFill>
              <a:latin typeface="Apto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3FBCEE-EE31-86FE-28F6-09A23E6A7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315076"/>
              </p:ext>
            </p:extLst>
          </p:nvPr>
        </p:nvGraphicFramePr>
        <p:xfrm>
          <a:off x="5504453" y="2095500"/>
          <a:ext cx="6093488" cy="3347490"/>
        </p:xfrm>
        <a:graphic>
          <a:graphicData uri="http://schemas.openxmlformats.org/drawingml/2006/table">
            <a:tbl>
              <a:tblPr/>
              <a:tblGrid>
                <a:gridCol w="1806212">
                  <a:extLst>
                    <a:ext uri="{9D8B030D-6E8A-4147-A177-3AD203B41FA5}">
                      <a16:colId xmlns:a16="http://schemas.microsoft.com/office/drawing/2014/main" val="939355572"/>
                    </a:ext>
                  </a:extLst>
                </a:gridCol>
                <a:gridCol w="1121439">
                  <a:extLst>
                    <a:ext uri="{9D8B030D-6E8A-4147-A177-3AD203B41FA5}">
                      <a16:colId xmlns:a16="http://schemas.microsoft.com/office/drawing/2014/main" val="3182651829"/>
                    </a:ext>
                  </a:extLst>
                </a:gridCol>
                <a:gridCol w="1239327">
                  <a:extLst>
                    <a:ext uri="{9D8B030D-6E8A-4147-A177-3AD203B41FA5}">
                      <a16:colId xmlns:a16="http://schemas.microsoft.com/office/drawing/2014/main" val="1217238824"/>
                    </a:ext>
                  </a:extLst>
                </a:gridCol>
                <a:gridCol w="963255">
                  <a:extLst>
                    <a:ext uri="{9D8B030D-6E8A-4147-A177-3AD203B41FA5}">
                      <a16:colId xmlns:a16="http://schemas.microsoft.com/office/drawing/2014/main" val="4171262476"/>
                    </a:ext>
                  </a:extLst>
                </a:gridCol>
                <a:gridCol w="963255">
                  <a:extLst>
                    <a:ext uri="{9D8B030D-6E8A-4147-A177-3AD203B41FA5}">
                      <a16:colId xmlns:a16="http://schemas.microsoft.com/office/drawing/2014/main" val="1574023440"/>
                    </a:ext>
                  </a:extLst>
                </a:gridCol>
              </a:tblGrid>
              <a:tr h="579059">
                <a:tc grid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300" b="1" i="0" u="none" strike="noStrike">
                          <a:solidFill>
                            <a:srgbClr val="FFFFFF"/>
                          </a:solidFill>
                          <a:effectLst/>
                          <a:latin typeface="Aptos"/>
                          <a:ea typeface="Aptos"/>
                          <a:cs typeface="Fahkwang"/>
                        </a:rPr>
                        <a:t>LOREM EXCEPTEUR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7171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T="36000" marB="36000" anchor="ctr">
                    <a:lnL w="9525" cap="flat" cmpd="sng" algn="ctr">
                      <a:solidFill>
                        <a:srgbClr val="FFFFFF"/>
                      </a:solidFill>
                      <a:prstDash val="sys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8086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T="36000" marB="36000" anchor="ctr">
                    <a:lnL w="9525" cap="flat" cmpd="sng" algn="ctr">
                      <a:solidFill>
                        <a:srgbClr val="FFFFFF"/>
                      </a:solidFill>
                      <a:prstDash val="sys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8086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T="36000" marB="36000" anchor="ctr">
                    <a:lnL w="9525" cap="flat" cmpd="sng" algn="ctr">
                      <a:solidFill>
                        <a:srgbClr val="FFFFFF"/>
                      </a:solidFill>
                      <a:prstDash val="sys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8086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T="36000" marB="36000" anchor="ctr">
                    <a:lnL w="9525" cap="flat" cmpd="sng" algn="ctr">
                      <a:solidFill>
                        <a:srgbClr val="FFFFFF"/>
                      </a:solidFill>
                      <a:prstDash val="sys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808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369861"/>
                  </a:ext>
                </a:extLst>
              </a:tr>
              <a:tr h="4743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1" kern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TEMPOR ESSE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80866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1" kern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AMET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80866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1" kern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LOREM</a:t>
                      </a:r>
                      <a:endParaRPr lang="es-ES" sz="12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80866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1" kern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CILLUM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80866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1" kern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%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808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13603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 defTabSz="1219170">
                        <a:defRPr/>
                      </a:pPr>
                      <a:endParaRPr lang="es-ES" sz="1200" b="0">
                        <a:solidFill>
                          <a:srgbClr val="171717"/>
                        </a:solidFill>
                        <a:latin typeface="Aptos"/>
                        <a:cs typeface="Aptos"/>
                        <a:sym typeface="Arial"/>
                      </a:endParaRPr>
                    </a:p>
                    <a:p>
                      <a:pPr lvl="1" algn="l">
                        <a:lnSpc>
                          <a:spcPts val="700"/>
                        </a:lnSpc>
                      </a:pPr>
                      <a:r>
                        <a:rPr lang="es-ES" sz="1200" b="0" i="0" u="none" strike="noStrike" kern="1200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  <a:cs typeface="+mn-cs"/>
                        </a:rPr>
                        <a:t>AUTE NISI EX: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X%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3572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lvl="1" algn="l" fontAlgn="ctr">
                        <a:buNone/>
                      </a:pPr>
                      <a:r>
                        <a:rPr lang="es-ES" sz="1200" b="0" i="0" u="none" strike="noStrike" kern="1200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  <a:cs typeface="+mn-cs"/>
                        </a:rPr>
                        <a:t>VOLUPTATE ID: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XX%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378529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lvl="1" algn="l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ALIQUIP FUGIAT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XXX%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16529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456565" lvl="1" algn="l" defTabSz="914377" rtl="0" eaLnBrk="1" fontAlgn="ctr" latinLnBrk="0" hangingPunct="1">
                        <a:buNone/>
                      </a:pPr>
                      <a:r>
                        <a:rPr lang="es-ES" sz="1200" b="0" i="0" u="none" strike="noStrike" kern="1200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  <a:cs typeface="+mn-cs"/>
                        </a:rPr>
                        <a:t>ANIM AMET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fontAlgn="ctr" latinLnBrk="0" hangingPunct="1">
                        <a:buNone/>
                      </a:pPr>
                      <a:r>
                        <a:rPr lang="es-ES" sz="1200" b="0" i="0" u="none" strike="noStrike" kern="1200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  <a:cs typeface="+mn-c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fontAlgn="ctr" latinLnBrk="0" hangingPunct="1">
                        <a:buNone/>
                      </a:pPr>
                      <a:r>
                        <a:rPr lang="es-ES" sz="1200" b="0" i="0" u="none" strike="noStrike" kern="1200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  <a:cs typeface="+mn-c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fontAlgn="ctr" latinLnBrk="0" hangingPunct="1">
                        <a:buNone/>
                      </a:pPr>
                      <a:r>
                        <a:rPr lang="es-ES" sz="1200" b="0" i="0" u="none" strike="noStrike" kern="1200">
                          <a:solidFill>
                            <a:srgbClr val="9A4C3A"/>
                          </a:solidFill>
                          <a:effectLst/>
                          <a:latin typeface="Aptos"/>
                          <a:ea typeface="Aptos"/>
                          <a:cs typeface="+mn-cs"/>
                        </a:rPr>
                        <a:t>-X,X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fontAlgn="ctr" latinLnBrk="0" hangingPunct="1">
                        <a:buNone/>
                      </a:pPr>
                      <a:r>
                        <a:rPr lang="es-ES" sz="1200" b="0" i="0" u="none" strike="noStrike" kern="1200">
                          <a:solidFill>
                            <a:srgbClr val="9A4C3A"/>
                          </a:solidFill>
                          <a:effectLst/>
                          <a:latin typeface="Aptos"/>
                          <a:ea typeface="Aptos"/>
                          <a:cs typeface="+mn-cs"/>
                        </a:rPr>
                        <a:t>-XX%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04833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lvl="1" algn="l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TEMPOR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XX%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43106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lvl="1" algn="l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CUPIDATAT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XX%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09504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lvl="1" algn="l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CILLUM EA ID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200" b="0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XXX%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45328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lvl="1" algn="l" fontAlgn="ctr">
                        <a:buNone/>
                      </a:pPr>
                      <a:r>
                        <a:rPr lang="es-ES" sz="1400" b="1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Excepteur</a:t>
                      </a:r>
                    </a:p>
                  </a:txBody>
                  <a:tcPr marT="36000" marB="36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400" b="1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400" b="1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400" b="1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XX,X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400" b="1" i="0" u="none" strike="noStrike">
                          <a:solidFill>
                            <a:srgbClr val="171717"/>
                          </a:solidFill>
                          <a:effectLst/>
                          <a:latin typeface="Aptos"/>
                          <a:ea typeface="Aptos"/>
                        </a:rPr>
                        <a:t>XX%</a:t>
                      </a:r>
                    </a:p>
                  </a:txBody>
                  <a:tcPr marT="36000" marB="36000" anchor="ctr">
                    <a:lnL w="12700" cap="rnd" cmpd="sng" algn="ctr">
                      <a:noFill/>
                      <a:prstDash val="dot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870457"/>
                  </a:ext>
                </a:extLst>
              </a:tr>
            </a:tbl>
          </a:graphicData>
        </a:graphic>
      </p:graphicFrame>
      <p:pic>
        <p:nvPicPr>
          <p:cNvPr id="2" name="Gráfico 1">
            <a:extLst>
              <a:ext uri="{FF2B5EF4-FFF2-40B4-BE49-F238E27FC236}">
                <a16:creationId xmlns:a16="http://schemas.microsoft.com/office/drawing/2014/main" id="{555DC39F-D46A-2D28-5037-19F6DC8D82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B2E41884-EFFF-7D7B-EBB1-08D91FB91123}"/>
              </a:ext>
            </a:extLst>
          </p:cNvPr>
          <p:cNvSpPr txBox="1"/>
          <p:nvPr/>
        </p:nvSpPr>
        <p:spPr>
          <a:xfrm>
            <a:off x="825500" y="1943100"/>
            <a:ext cx="3302000" cy="30480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txBody>
          <a:bodyPr wrap="none" lIns="91440" tIns="45720" rIns="91440" bIns="45720" anchor="ctr" anchorCtr="0">
            <a:noAutofit/>
          </a:bodyPr>
          <a:lstStyle/>
          <a:p>
            <a:pPr defTabSz="1219170">
              <a:defRPr/>
            </a:pPr>
            <a:r>
              <a:rPr lang="es-ES" sz="1400" b="1">
                <a:solidFill>
                  <a:srgbClr val="FFFFFF"/>
                </a:solidFill>
                <a:latin typeface="Fahkwang"/>
                <a:cs typeface="Fahkwang"/>
              </a:rPr>
              <a:t>Comentarios generales</a:t>
            </a:r>
          </a:p>
        </p:txBody>
      </p:sp>
      <p:sp>
        <p:nvSpPr>
          <p:cNvPr id="11" name="Google Shape;557;p58">
            <a:extLst>
              <a:ext uri="{FF2B5EF4-FFF2-40B4-BE49-F238E27FC236}">
                <a16:creationId xmlns:a16="http://schemas.microsoft.com/office/drawing/2014/main" id="{56E7AE7D-21D8-AA20-491F-0F7644651ABE}"/>
              </a:ext>
            </a:extLst>
          </p:cNvPr>
          <p:cNvSpPr txBox="1">
            <a:spLocks/>
          </p:cNvSpPr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121900" tIns="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pace Grotesk"/>
              <a:buNone/>
              <a:defRPr sz="36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Aptos"/>
                <a:ea typeface="Aptos"/>
                <a:cs typeface="Aptos"/>
                <a:sym typeface="Space Grotesk"/>
              </a:defRPr>
            </a:lvl9pPr>
          </a:lstStyle>
          <a:p>
            <a:pPr algn="l">
              <a:buNone/>
            </a:pPr>
            <a:r>
              <a:rPr lang="es-ES" sz="3200" b="1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>
                <a:solidFill>
                  <a:srgbClr val="808669"/>
                </a:solidFill>
                <a:latin typeface="Aptos Light"/>
              </a:rPr>
              <a:t> / Subtítulo de ejemplo</a:t>
            </a:r>
          </a:p>
        </p:txBody>
      </p:sp>
    </p:spTree>
    <p:extLst>
      <p:ext uri="{BB962C8B-B14F-4D97-AF65-F5344CB8AC3E}">
        <p14:creationId xmlns:p14="http://schemas.microsoft.com/office/powerpoint/2010/main" val="3687886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997">
          <a:extLst>
            <a:ext uri="{FF2B5EF4-FFF2-40B4-BE49-F238E27FC236}">
              <a16:creationId xmlns:a16="http://schemas.microsoft.com/office/drawing/2014/main" id="{15011F42-E120-90D1-3914-0B4E205E2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CuadroTexto 59">
            <a:extLst>
              <a:ext uri="{FF2B5EF4-FFF2-40B4-BE49-F238E27FC236}">
                <a16:creationId xmlns:a16="http://schemas.microsoft.com/office/drawing/2014/main" id="{8737CC1B-B0F9-1C0B-E61B-CEFD8EA5CDC1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buNone/>
            </a:pPr>
            <a:r>
              <a:rPr lang="es-ES" sz="3200" b="1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>
                <a:solidFill>
                  <a:srgbClr val="808669"/>
                </a:solidFill>
                <a:latin typeface="Aptos Light"/>
              </a:rPr>
              <a:t> / Subtítulo de ejemplo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561D317B-1B00-E420-8C4A-003939A0BA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  <p:sp>
        <p:nvSpPr>
          <p:cNvPr id="503" name="Círculo 504"/>
          <p:cNvSpPr/>
          <p:nvPr/>
        </p:nvSpPr>
        <p:spPr>
          <a:xfrm>
            <a:off x="1298575" y="1574800"/>
            <a:ext cx="1270000" cy="1270000"/>
          </a:xfrm>
          <a:prstGeom prst="ellipse">
            <a:avLst/>
          </a:prstGeom>
          <a:solidFill>
            <a:srgbClr val="9A4C3A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s-ES" sz="1200" b="1">
                <a:solidFill>
                  <a:srgbClr val="FFFFFF"/>
                </a:solidFill>
                <a:latin typeface="Aptos"/>
              </a:rPr>
              <a:t>IPSUM</a:t>
            </a:r>
          </a:p>
          <a:p>
            <a:pPr algn="ctr">
              <a:lnSpc>
                <a:spcPct val="90000"/>
              </a:lnSpc>
              <a:buNone/>
            </a:pPr>
            <a:r>
              <a:rPr lang="es-ES" sz="1200" b="1">
                <a:solidFill>
                  <a:srgbClr val="FFFFFF"/>
                </a:solidFill>
                <a:latin typeface="Aptos"/>
              </a:rPr>
              <a:t>OCCAECAT</a:t>
            </a:r>
          </a:p>
        </p:txBody>
      </p:sp>
      <p:sp>
        <p:nvSpPr>
          <p:cNvPr id="504" name="Elemento 505"/>
          <p:cNvSpPr/>
          <p:nvPr/>
        </p:nvSpPr>
        <p:spPr>
          <a:xfrm>
            <a:off x="1924050" y="2844800"/>
            <a:ext cx="19050" cy="152400"/>
          </a:xfrm>
          <a:prstGeom prst="rect">
            <a:avLst/>
          </a:prstGeom>
          <a:solidFill>
            <a:srgbClr val="9A4C3A"/>
          </a:solidFill>
          <a:ln>
            <a:solidFill>
              <a:srgbClr val="9A4C3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05" name="Barra 506"/>
          <p:cNvSpPr/>
          <p:nvPr/>
        </p:nvSpPr>
        <p:spPr>
          <a:xfrm>
            <a:off x="622300" y="2997200"/>
            <a:ext cx="2622550" cy="1270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06" name="Avance 507"/>
          <p:cNvSpPr/>
          <p:nvPr/>
        </p:nvSpPr>
        <p:spPr>
          <a:xfrm>
            <a:off x="622300" y="2997200"/>
            <a:ext cx="1888236" cy="127000"/>
          </a:xfrm>
          <a:prstGeom prst="rect">
            <a:avLst/>
          </a:prstGeom>
          <a:solidFill>
            <a:srgbClr val="9A4C3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07" name="Marcador 508"/>
          <p:cNvSpPr/>
          <p:nvPr/>
        </p:nvSpPr>
        <p:spPr>
          <a:xfrm>
            <a:off x="2421636" y="2971800"/>
            <a:ext cx="177800" cy="177800"/>
          </a:xfrm>
          <a:prstGeom prst="ellipse">
            <a:avLst/>
          </a:prstGeom>
          <a:solidFill>
            <a:srgbClr val="171717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08" name="Tarjeta 509"/>
          <p:cNvSpPr/>
          <p:nvPr/>
        </p:nvSpPr>
        <p:spPr>
          <a:xfrm>
            <a:off x="622300" y="3302000"/>
            <a:ext cx="2622550" cy="28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DBDBDB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09" name="Elemento 510"/>
          <p:cNvSpPr/>
          <p:nvPr/>
        </p:nvSpPr>
        <p:spPr>
          <a:xfrm>
            <a:off x="800100" y="34290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AUTE CULPA EST</a:t>
            </a:r>
          </a:p>
        </p:txBody>
      </p:sp>
      <p:sp>
        <p:nvSpPr>
          <p:cNvPr id="510" name="Elemento 511"/>
          <p:cNvSpPr/>
          <p:nvPr/>
        </p:nvSpPr>
        <p:spPr>
          <a:xfrm>
            <a:off x="800100" y="36322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11" name="Elemento 512"/>
          <p:cNvSpPr/>
          <p:nvPr/>
        </p:nvSpPr>
        <p:spPr>
          <a:xfrm>
            <a:off x="800100" y="40386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12" name="Elemento 513"/>
          <p:cNvSpPr/>
          <p:nvPr/>
        </p:nvSpPr>
        <p:spPr>
          <a:xfrm>
            <a:off x="800100" y="41275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ALIQUA DO</a:t>
            </a:r>
          </a:p>
        </p:txBody>
      </p:sp>
      <p:sp>
        <p:nvSpPr>
          <p:cNvPr id="513" name="Elemento 514"/>
          <p:cNvSpPr/>
          <p:nvPr/>
        </p:nvSpPr>
        <p:spPr>
          <a:xfrm>
            <a:off x="800100" y="43307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14" name="Elemento 515"/>
          <p:cNvSpPr/>
          <p:nvPr/>
        </p:nvSpPr>
        <p:spPr>
          <a:xfrm>
            <a:off x="800100" y="47371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15" name="Elemento 516"/>
          <p:cNvSpPr/>
          <p:nvPr/>
        </p:nvSpPr>
        <p:spPr>
          <a:xfrm>
            <a:off x="800100" y="48260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ULLAMCO</a:t>
            </a:r>
          </a:p>
        </p:txBody>
      </p:sp>
      <p:sp>
        <p:nvSpPr>
          <p:cNvPr id="516" name="Elemento 517"/>
          <p:cNvSpPr/>
          <p:nvPr/>
        </p:nvSpPr>
        <p:spPr>
          <a:xfrm>
            <a:off x="800100" y="50292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17" name="Elemento 518"/>
          <p:cNvSpPr/>
          <p:nvPr/>
        </p:nvSpPr>
        <p:spPr>
          <a:xfrm>
            <a:off x="800100" y="54356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18" name="Elemento 519"/>
          <p:cNvSpPr/>
          <p:nvPr/>
        </p:nvSpPr>
        <p:spPr>
          <a:xfrm>
            <a:off x="800100" y="55245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PARIATUR</a:t>
            </a:r>
          </a:p>
        </p:txBody>
      </p:sp>
      <p:sp>
        <p:nvSpPr>
          <p:cNvPr id="519" name="Elemento 520"/>
          <p:cNvSpPr/>
          <p:nvPr/>
        </p:nvSpPr>
        <p:spPr>
          <a:xfrm>
            <a:off x="800100" y="57277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20" name="Círculo 521"/>
          <p:cNvSpPr/>
          <p:nvPr/>
        </p:nvSpPr>
        <p:spPr>
          <a:xfrm>
            <a:off x="4073525" y="1574800"/>
            <a:ext cx="1270000" cy="1270000"/>
          </a:xfrm>
          <a:prstGeom prst="ellipse">
            <a:avLst/>
          </a:prstGeom>
          <a:solidFill>
            <a:srgbClr val="808669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s-ES" sz="1200" b="1">
                <a:solidFill>
                  <a:srgbClr val="FFFFFF"/>
                </a:solidFill>
                <a:latin typeface="Aptos"/>
              </a:rPr>
              <a:t>ALIQUA</a:t>
            </a:r>
          </a:p>
          <a:p>
            <a:pPr algn="ctr">
              <a:lnSpc>
                <a:spcPct val="90000"/>
              </a:lnSpc>
              <a:buNone/>
            </a:pPr>
            <a:r>
              <a:rPr lang="es-ES" sz="1200" b="1">
                <a:solidFill>
                  <a:srgbClr val="FFFFFF"/>
                </a:solidFill>
                <a:latin typeface="Aptos"/>
              </a:rPr>
              <a:t>DUIS</a:t>
            </a:r>
          </a:p>
        </p:txBody>
      </p:sp>
      <p:sp>
        <p:nvSpPr>
          <p:cNvPr id="521" name="Elemento 522"/>
          <p:cNvSpPr/>
          <p:nvPr/>
        </p:nvSpPr>
        <p:spPr>
          <a:xfrm>
            <a:off x="4699000" y="2844800"/>
            <a:ext cx="19050" cy="152400"/>
          </a:xfrm>
          <a:prstGeom prst="rect">
            <a:avLst/>
          </a:prstGeom>
          <a:solidFill>
            <a:srgbClr val="80866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22" name="Barra 523"/>
          <p:cNvSpPr/>
          <p:nvPr/>
        </p:nvSpPr>
        <p:spPr>
          <a:xfrm>
            <a:off x="3397250" y="2997200"/>
            <a:ext cx="2622550" cy="1270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23" name="Avance 524"/>
          <p:cNvSpPr/>
          <p:nvPr/>
        </p:nvSpPr>
        <p:spPr>
          <a:xfrm>
            <a:off x="3397250" y="2997200"/>
            <a:ext cx="1442403" cy="127000"/>
          </a:xfrm>
          <a:prstGeom prst="rect">
            <a:avLst/>
          </a:prstGeom>
          <a:solidFill>
            <a:srgbClr val="80866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24" name="Marcador 525"/>
          <p:cNvSpPr/>
          <p:nvPr/>
        </p:nvSpPr>
        <p:spPr>
          <a:xfrm>
            <a:off x="4750753" y="2971800"/>
            <a:ext cx="177800" cy="177800"/>
          </a:xfrm>
          <a:prstGeom prst="ellipse">
            <a:avLst/>
          </a:prstGeom>
          <a:solidFill>
            <a:srgbClr val="171717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25" name="Tarjeta 526"/>
          <p:cNvSpPr/>
          <p:nvPr/>
        </p:nvSpPr>
        <p:spPr>
          <a:xfrm>
            <a:off x="3397250" y="3302000"/>
            <a:ext cx="2622550" cy="28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DBDBDB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26" name="Elemento 527"/>
          <p:cNvSpPr/>
          <p:nvPr/>
        </p:nvSpPr>
        <p:spPr>
          <a:xfrm>
            <a:off x="3575050" y="34290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ENIM NULLA PARIATUR</a:t>
            </a:r>
          </a:p>
        </p:txBody>
      </p:sp>
      <p:sp>
        <p:nvSpPr>
          <p:cNvPr id="527" name="Elemento 528"/>
          <p:cNvSpPr/>
          <p:nvPr/>
        </p:nvSpPr>
        <p:spPr>
          <a:xfrm>
            <a:off x="3575050" y="36322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28" name="Elemento 529"/>
          <p:cNvSpPr/>
          <p:nvPr/>
        </p:nvSpPr>
        <p:spPr>
          <a:xfrm>
            <a:off x="3575050" y="40386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29" name="Elemento 530"/>
          <p:cNvSpPr/>
          <p:nvPr/>
        </p:nvSpPr>
        <p:spPr>
          <a:xfrm>
            <a:off x="3575050" y="41275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LABORIS PROIDENT</a:t>
            </a:r>
          </a:p>
        </p:txBody>
      </p:sp>
      <p:sp>
        <p:nvSpPr>
          <p:cNvPr id="530" name="Elemento 531"/>
          <p:cNvSpPr/>
          <p:nvPr/>
        </p:nvSpPr>
        <p:spPr>
          <a:xfrm>
            <a:off x="3575050" y="43307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31" name="Elemento 532"/>
          <p:cNvSpPr/>
          <p:nvPr/>
        </p:nvSpPr>
        <p:spPr>
          <a:xfrm>
            <a:off x="3575050" y="47371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32" name="Elemento 533"/>
          <p:cNvSpPr/>
          <p:nvPr/>
        </p:nvSpPr>
        <p:spPr>
          <a:xfrm>
            <a:off x="3575050" y="48260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ULLAMCO</a:t>
            </a:r>
          </a:p>
        </p:txBody>
      </p:sp>
      <p:sp>
        <p:nvSpPr>
          <p:cNvPr id="533" name="Elemento 534"/>
          <p:cNvSpPr/>
          <p:nvPr/>
        </p:nvSpPr>
        <p:spPr>
          <a:xfrm>
            <a:off x="3575050" y="50292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34" name="Elemento 535"/>
          <p:cNvSpPr/>
          <p:nvPr/>
        </p:nvSpPr>
        <p:spPr>
          <a:xfrm>
            <a:off x="3575050" y="54356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35" name="Elemento 536"/>
          <p:cNvSpPr/>
          <p:nvPr/>
        </p:nvSpPr>
        <p:spPr>
          <a:xfrm>
            <a:off x="3575050" y="55245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DUIS</a:t>
            </a:r>
          </a:p>
        </p:txBody>
      </p:sp>
      <p:sp>
        <p:nvSpPr>
          <p:cNvPr id="536" name="Elemento 537"/>
          <p:cNvSpPr/>
          <p:nvPr/>
        </p:nvSpPr>
        <p:spPr>
          <a:xfrm>
            <a:off x="3575050" y="57277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37" name="Círculo 538"/>
          <p:cNvSpPr/>
          <p:nvPr/>
        </p:nvSpPr>
        <p:spPr>
          <a:xfrm>
            <a:off x="6848475" y="1574800"/>
            <a:ext cx="1270000" cy="1270000"/>
          </a:xfrm>
          <a:prstGeom prst="ellipse">
            <a:avLst/>
          </a:prstGeom>
          <a:solidFill>
            <a:srgbClr val="B17F42"/>
          </a:solidFill>
          <a:ln>
            <a:noFill/>
          </a:ln>
        </p:spPr>
        <p:txBody>
          <a:bodyPr wrap="none" lIns="50800" tIns="0" rIns="5080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s-ES" sz="1100" b="1">
                <a:solidFill>
                  <a:srgbClr val="FFFFFF"/>
                </a:solidFill>
                <a:latin typeface="Aptos"/>
              </a:rPr>
              <a:t>DOLOR</a:t>
            </a:r>
          </a:p>
        </p:txBody>
      </p:sp>
      <p:sp>
        <p:nvSpPr>
          <p:cNvPr id="538" name="Elemento 539"/>
          <p:cNvSpPr/>
          <p:nvPr/>
        </p:nvSpPr>
        <p:spPr>
          <a:xfrm>
            <a:off x="7473950" y="2844800"/>
            <a:ext cx="19050" cy="152400"/>
          </a:xfrm>
          <a:prstGeom prst="rect">
            <a:avLst/>
          </a:prstGeom>
          <a:solidFill>
            <a:srgbClr val="B17F4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39" name="Barra 540"/>
          <p:cNvSpPr/>
          <p:nvPr/>
        </p:nvSpPr>
        <p:spPr>
          <a:xfrm>
            <a:off x="6172200" y="2997200"/>
            <a:ext cx="2622550" cy="1270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40" name="Avance 541"/>
          <p:cNvSpPr/>
          <p:nvPr/>
        </p:nvSpPr>
        <p:spPr>
          <a:xfrm>
            <a:off x="6172200" y="2997200"/>
            <a:ext cx="2255393" cy="127000"/>
          </a:xfrm>
          <a:prstGeom prst="rect">
            <a:avLst/>
          </a:prstGeom>
          <a:solidFill>
            <a:srgbClr val="B17F4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41" name="Marcador 542"/>
          <p:cNvSpPr/>
          <p:nvPr/>
        </p:nvSpPr>
        <p:spPr>
          <a:xfrm>
            <a:off x="8338693" y="2971800"/>
            <a:ext cx="177800" cy="177800"/>
          </a:xfrm>
          <a:prstGeom prst="ellipse">
            <a:avLst/>
          </a:prstGeom>
          <a:solidFill>
            <a:srgbClr val="171717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42" name="Tarjeta 543"/>
          <p:cNvSpPr/>
          <p:nvPr/>
        </p:nvSpPr>
        <p:spPr>
          <a:xfrm>
            <a:off x="6172200" y="3302000"/>
            <a:ext cx="2622550" cy="28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DBDBDB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43" name="Elemento 544"/>
          <p:cNvSpPr/>
          <p:nvPr/>
        </p:nvSpPr>
        <p:spPr>
          <a:xfrm>
            <a:off x="6350000" y="34290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DOLOR IPSUM OCCAECAT</a:t>
            </a:r>
          </a:p>
        </p:txBody>
      </p:sp>
      <p:sp>
        <p:nvSpPr>
          <p:cNvPr id="544" name="Elemento 545"/>
          <p:cNvSpPr/>
          <p:nvPr/>
        </p:nvSpPr>
        <p:spPr>
          <a:xfrm>
            <a:off x="6350000" y="36322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45" name="Elemento 546"/>
          <p:cNvSpPr/>
          <p:nvPr/>
        </p:nvSpPr>
        <p:spPr>
          <a:xfrm>
            <a:off x="6350000" y="40386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46" name="Elemento 547"/>
          <p:cNvSpPr/>
          <p:nvPr/>
        </p:nvSpPr>
        <p:spPr>
          <a:xfrm>
            <a:off x="6350000" y="41275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EST ENIM</a:t>
            </a:r>
          </a:p>
        </p:txBody>
      </p:sp>
      <p:sp>
        <p:nvSpPr>
          <p:cNvPr id="547" name="Elemento 548"/>
          <p:cNvSpPr/>
          <p:nvPr/>
        </p:nvSpPr>
        <p:spPr>
          <a:xfrm>
            <a:off x="6350000" y="43307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48" name="Elemento 549"/>
          <p:cNvSpPr/>
          <p:nvPr/>
        </p:nvSpPr>
        <p:spPr>
          <a:xfrm>
            <a:off x="6350000" y="47371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49" name="Elemento 550"/>
          <p:cNvSpPr/>
          <p:nvPr/>
        </p:nvSpPr>
        <p:spPr>
          <a:xfrm>
            <a:off x="6350000" y="48260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ALIQUIP</a:t>
            </a:r>
          </a:p>
        </p:txBody>
      </p:sp>
      <p:sp>
        <p:nvSpPr>
          <p:cNvPr id="550" name="Elemento 551"/>
          <p:cNvSpPr/>
          <p:nvPr/>
        </p:nvSpPr>
        <p:spPr>
          <a:xfrm>
            <a:off x="6350000" y="50292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51" name="Elemento 552"/>
          <p:cNvSpPr/>
          <p:nvPr/>
        </p:nvSpPr>
        <p:spPr>
          <a:xfrm>
            <a:off x="6350000" y="54356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52" name="Elemento 553"/>
          <p:cNvSpPr/>
          <p:nvPr/>
        </p:nvSpPr>
        <p:spPr>
          <a:xfrm>
            <a:off x="6350000" y="55245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ESSE</a:t>
            </a:r>
          </a:p>
        </p:txBody>
      </p:sp>
      <p:sp>
        <p:nvSpPr>
          <p:cNvPr id="553" name="Elemento 554"/>
          <p:cNvSpPr/>
          <p:nvPr/>
        </p:nvSpPr>
        <p:spPr>
          <a:xfrm>
            <a:off x="6350000" y="57277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54" name="Círculo 555"/>
          <p:cNvSpPr/>
          <p:nvPr/>
        </p:nvSpPr>
        <p:spPr>
          <a:xfrm>
            <a:off x="9623425" y="1574800"/>
            <a:ext cx="1270000" cy="1270000"/>
          </a:xfrm>
          <a:prstGeom prst="ellipse">
            <a:avLst/>
          </a:prstGeom>
          <a:solidFill>
            <a:srgbClr val="C7AA92"/>
          </a:solidFill>
          <a:ln>
            <a:noFill/>
          </a:ln>
        </p:spPr>
        <p:txBody>
          <a:bodyPr wrap="none" lIns="50800" tIns="0" rIns="5080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s-ES" sz="1100" b="1">
                <a:solidFill>
                  <a:srgbClr val="FFFFFF"/>
                </a:solidFill>
                <a:latin typeface="Aptos"/>
              </a:rPr>
              <a:t>PROIDENT</a:t>
            </a:r>
          </a:p>
        </p:txBody>
      </p:sp>
      <p:sp>
        <p:nvSpPr>
          <p:cNvPr id="555" name="Elemento 556"/>
          <p:cNvSpPr/>
          <p:nvPr/>
        </p:nvSpPr>
        <p:spPr>
          <a:xfrm>
            <a:off x="10248900" y="2844800"/>
            <a:ext cx="19050" cy="152400"/>
          </a:xfrm>
          <a:prstGeom prst="rect">
            <a:avLst/>
          </a:prstGeom>
          <a:solidFill>
            <a:srgbClr val="C7AA9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56" name="Barra 557"/>
          <p:cNvSpPr/>
          <p:nvPr/>
        </p:nvSpPr>
        <p:spPr>
          <a:xfrm>
            <a:off x="8947150" y="2997200"/>
            <a:ext cx="2622550" cy="1270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57" name="Avance 558"/>
          <p:cNvSpPr/>
          <p:nvPr/>
        </p:nvSpPr>
        <p:spPr>
          <a:xfrm>
            <a:off x="8947150" y="2997200"/>
            <a:ext cx="1049020" cy="127000"/>
          </a:xfrm>
          <a:prstGeom prst="rect">
            <a:avLst/>
          </a:prstGeom>
          <a:solidFill>
            <a:srgbClr val="C7AA9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58" name="Marcador 559"/>
          <p:cNvSpPr/>
          <p:nvPr/>
        </p:nvSpPr>
        <p:spPr>
          <a:xfrm>
            <a:off x="9907270" y="2971800"/>
            <a:ext cx="177800" cy="177800"/>
          </a:xfrm>
          <a:prstGeom prst="ellipse">
            <a:avLst/>
          </a:prstGeom>
          <a:solidFill>
            <a:srgbClr val="171717"/>
          </a:solidFill>
          <a:ln w="1905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59" name="Tarjeta 560"/>
          <p:cNvSpPr/>
          <p:nvPr/>
        </p:nvSpPr>
        <p:spPr>
          <a:xfrm>
            <a:off x="8947150" y="3302000"/>
            <a:ext cx="2622550" cy="28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DBDBDB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60" name="Elemento 561"/>
          <p:cNvSpPr/>
          <p:nvPr/>
        </p:nvSpPr>
        <p:spPr>
          <a:xfrm>
            <a:off x="9124950" y="34290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COMMODO COMMODO EST</a:t>
            </a:r>
          </a:p>
        </p:txBody>
      </p:sp>
      <p:sp>
        <p:nvSpPr>
          <p:cNvPr id="561" name="Elemento 562"/>
          <p:cNvSpPr/>
          <p:nvPr/>
        </p:nvSpPr>
        <p:spPr>
          <a:xfrm>
            <a:off x="9124950" y="36322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62" name="Elemento 563"/>
          <p:cNvSpPr/>
          <p:nvPr/>
        </p:nvSpPr>
        <p:spPr>
          <a:xfrm>
            <a:off x="9124950" y="40386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63" name="Elemento 564"/>
          <p:cNvSpPr/>
          <p:nvPr/>
        </p:nvSpPr>
        <p:spPr>
          <a:xfrm>
            <a:off x="9124950" y="41275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MINIM ANIM</a:t>
            </a:r>
          </a:p>
        </p:txBody>
      </p:sp>
      <p:sp>
        <p:nvSpPr>
          <p:cNvPr id="564" name="Elemento 565"/>
          <p:cNvSpPr/>
          <p:nvPr/>
        </p:nvSpPr>
        <p:spPr>
          <a:xfrm>
            <a:off x="9124950" y="43307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65" name="Elemento 566"/>
          <p:cNvSpPr/>
          <p:nvPr/>
        </p:nvSpPr>
        <p:spPr>
          <a:xfrm>
            <a:off x="9124950" y="47371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66" name="Elemento 567"/>
          <p:cNvSpPr/>
          <p:nvPr/>
        </p:nvSpPr>
        <p:spPr>
          <a:xfrm>
            <a:off x="9124950" y="48260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EIUSMOD</a:t>
            </a:r>
          </a:p>
        </p:txBody>
      </p:sp>
      <p:sp>
        <p:nvSpPr>
          <p:cNvPr id="567" name="Elemento 568"/>
          <p:cNvSpPr/>
          <p:nvPr/>
        </p:nvSpPr>
        <p:spPr>
          <a:xfrm>
            <a:off x="9124950" y="50292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68" name="Elemento 569"/>
          <p:cNvSpPr/>
          <p:nvPr/>
        </p:nvSpPr>
        <p:spPr>
          <a:xfrm>
            <a:off x="9124950" y="5435600"/>
            <a:ext cx="2266950" cy="9525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s-ES"/>
          </a:p>
        </p:txBody>
      </p:sp>
      <p:sp>
        <p:nvSpPr>
          <p:cNvPr id="569" name="Elemento 570"/>
          <p:cNvSpPr/>
          <p:nvPr/>
        </p:nvSpPr>
        <p:spPr>
          <a:xfrm>
            <a:off x="9124950" y="5524500"/>
            <a:ext cx="226695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100" b="1" spc="60">
                <a:solidFill>
                  <a:srgbClr val="171717"/>
                </a:solidFill>
                <a:latin typeface="Aptos"/>
              </a:rPr>
              <a:t>VENIAM</a:t>
            </a:r>
          </a:p>
        </p:txBody>
      </p:sp>
      <p:sp>
        <p:nvSpPr>
          <p:cNvPr id="570" name="Elemento 571"/>
          <p:cNvSpPr/>
          <p:nvPr/>
        </p:nvSpPr>
        <p:spPr>
          <a:xfrm>
            <a:off x="9124950" y="5727700"/>
            <a:ext cx="226695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es-ES" sz="2000" b="1">
                <a:solidFill>
                  <a:srgbClr val="171717"/>
                </a:solidFill>
                <a:latin typeface="Fahkwang"/>
              </a:rPr>
              <a:t>XX%</a:t>
            </a:r>
            <a:r>
              <a:rPr lang="es-ES" sz="1300" b="0">
                <a:solidFill>
                  <a:srgbClr val="171717"/>
                </a:solidFill>
                <a:latin typeface="Aptos"/>
              </a:rPr>
              <a:t>   X,X M€</a:t>
            </a:r>
          </a:p>
        </p:txBody>
      </p:sp>
      <p:sp>
        <p:nvSpPr>
          <p:cNvPr id="571" name="Elemento 572"/>
          <p:cNvSpPr/>
          <p:nvPr/>
        </p:nvSpPr>
        <p:spPr>
          <a:xfrm>
            <a:off x="622300" y="6400800"/>
            <a:ext cx="10947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ES" sz="1000" b="0">
                <a:solidFill>
                  <a:srgbClr val="171717"/>
                </a:solidFill>
                <a:latin typeface="Aptos"/>
              </a:rPr>
              <a:t>Fuente: lorem ipsum dolor sit amet, XXXX.</a:t>
            </a:r>
          </a:p>
        </p:txBody>
      </p:sp>
    </p:spTree>
    <p:extLst>
      <p:ext uri="{BB962C8B-B14F-4D97-AF65-F5344CB8AC3E}">
        <p14:creationId xmlns:p14="http://schemas.microsoft.com/office/powerpoint/2010/main" val="1864403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Shape 607">
          <a:extLst>
            <a:ext uri="{FF2B5EF4-FFF2-40B4-BE49-F238E27FC236}">
              <a16:creationId xmlns:a16="http://schemas.microsoft.com/office/drawing/2014/main" id="{3E5D0E71-FD71-21D3-8BCB-9E82EF0B8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7B6301D6-E025-4995-4271-5A5982F617C9}"/>
              </a:ext>
            </a:extLst>
          </p:cNvPr>
          <p:cNvSpPr/>
          <p:nvPr/>
        </p:nvSpPr>
        <p:spPr>
          <a:xfrm>
            <a:off x="631824" y="5130800"/>
            <a:ext cx="10947399" cy="12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ADA938C0-CE4E-CBAA-7FF9-3035366F88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DEBBC92-ECA4-83FB-5023-398CAB58DFE1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>
                <a:solidFill>
                  <a:schemeClr val="bg1"/>
                </a:solidFill>
                <a:latin typeface="Fahkwang"/>
              </a:rPr>
              <a:t>Título de ejemplo</a:t>
            </a:r>
            <a:r>
              <a:rPr lang="es-ES" sz="3200" b="0">
                <a:solidFill>
                  <a:schemeClr val="bg1"/>
                </a:solidFill>
                <a:latin typeface="Aptos Light"/>
              </a:rPr>
              <a:t> </a:t>
            </a:r>
            <a:r>
              <a:rPr lang="es-ES" sz="3200" b="0">
                <a:solidFill>
                  <a:srgbClr val="808669"/>
                </a:solidFill>
                <a:latin typeface="Aptos Light"/>
              </a:rPr>
              <a:t>/ Subtítulo de ejemplo</a:t>
            </a:r>
          </a:p>
        </p:txBody>
      </p:sp>
      <p:sp>
        <p:nvSpPr>
          <p:cNvPr id="300" name="Ref 301"/>
          <p:cNvSpPr/>
          <p:nvPr/>
        </p:nvSpPr>
        <p:spPr>
          <a:xfrm>
            <a:off x="622300" y="3200400"/>
            <a:ext cx="5422900" cy="1524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endParaRPr lang="es-ES"/>
          </a:p>
        </p:txBody>
      </p:sp>
      <p:sp>
        <p:nvSpPr>
          <p:cNvPr id="301" name="Ref 302"/>
          <p:cNvSpPr/>
          <p:nvPr/>
        </p:nvSpPr>
        <p:spPr>
          <a:xfrm>
            <a:off x="3324225" y="2794000"/>
            <a:ext cx="19050" cy="40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endParaRPr lang="es-ES"/>
          </a:p>
        </p:txBody>
      </p:sp>
      <p:sp>
        <p:nvSpPr>
          <p:cNvPr id="302" name="Ref 303"/>
          <p:cNvSpPr/>
          <p:nvPr/>
        </p:nvSpPr>
        <p:spPr>
          <a:xfrm>
            <a:off x="2546350" y="1219200"/>
            <a:ext cx="1574800" cy="15748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s-ES" sz="1400" b="1">
                <a:latin typeface="Aptos"/>
              </a:rPr>
              <a:t>TÍTULO</a:t>
            </a:r>
          </a:p>
          <a:p>
            <a:pPr algn="ctr">
              <a:lnSpc>
                <a:spcPct val="90000"/>
              </a:lnSpc>
              <a:buNone/>
            </a:pPr>
            <a:r>
              <a:rPr lang="es-ES" sz="1400" b="1">
                <a:latin typeface="Aptos"/>
              </a:rPr>
              <a:t>DE EJEMPLO</a:t>
            </a:r>
          </a:p>
          <a:p>
            <a:pPr algn="ctr">
              <a:lnSpc>
                <a:spcPct val="90000"/>
              </a:lnSpc>
              <a:buNone/>
            </a:pPr>
            <a:r>
              <a:rPr lang="es-ES" sz="3200" b="0">
                <a:latin typeface="Aptos Light"/>
              </a:rPr>
              <a:t>XXXX</a:t>
            </a:r>
          </a:p>
        </p:txBody>
      </p:sp>
      <p:sp>
        <p:nvSpPr>
          <p:cNvPr id="303" name="Ref 304"/>
          <p:cNvSpPr/>
          <p:nvPr/>
        </p:nvSpPr>
        <p:spPr>
          <a:xfrm>
            <a:off x="3232150" y="3175000"/>
            <a:ext cx="203200" cy="203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FFFFFF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C9633F2-94C0-C569-5DA4-ED56E463194D}"/>
              </a:ext>
            </a:extLst>
          </p:cNvPr>
          <p:cNvSpPr/>
          <p:nvPr/>
        </p:nvSpPr>
        <p:spPr>
          <a:xfrm>
            <a:off x="723900" y="3581400"/>
            <a:ext cx="5219700" cy="254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tIns="0" rtlCol="0" anchor="t" anchorCtr="0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algn="l">
              <a:spcAft>
                <a:spcPts val="6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Eiusmod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duis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reprehenderit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velit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amet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tempor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officia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cupidatat</a:t>
            </a:r>
            <a:endParaRPr lang="es-ES" sz="1200">
              <a:solidFill>
                <a:schemeClr val="bg1"/>
              </a:solidFill>
              <a:latin typeface="Aptos Light" panose="020B0004020202020204" pitchFamily="34" charset="0"/>
              <a:cs typeface="Aptos" panose="020B0604020202020204" pitchFamily="34" charset="0"/>
            </a:endParaRPr>
          </a:p>
          <a:p>
            <a:pPr marL="171450" indent="-171450" algn="l">
              <a:spcAft>
                <a:spcPts val="6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Elit.</a:t>
            </a:r>
          </a:p>
          <a:p>
            <a:pPr marL="171450" indent="-171450" algn="l">
              <a:spcAft>
                <a:spcPts val="6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Aliqua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eiusmod</a:t>
            </a:r>
            <a:endParaRPr lang="es-ES" sz="1200">
              <a:solidFill>
                <a:schemeClr val="bg1"/>
              </a:solidFill>
              <a:latin typeface="Aptos Light" panose="020B0004020202020204" pitchFamily="34" charset="0"/>
              <a:cs typeface="Aptos" panose="020B0604020202020204" pitchFamily="34" charset="0"/>
            </a:endParaRPr>
          </a:p>
          <a:p>
            <a:pPr marL="171450" indent="-171450" algn="l">
              <a:spcAft>
                <a:spcPts val="6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proident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aliqua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irure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pariatur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magna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aliquip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et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cillum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dolore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occaecat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deserunt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minim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sint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quis sed in commodo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amet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.</a:t>
            </a:r>
            <a:endParaRPr lang="es-ES" sz="1400">
              <a:solidFill>
                <a:schemeClr val="bg1"/>
              </a:solidFill>
              <a:latin typeface="Aptos Light" panose="020B0004020202020204" pitchFamily="34" charset="0"/>
            </a:endParaRPr>
          </a:p>
        </p:txBody>
      </p:sp>
      <p:sp>
        <p:nvSpPr>
          <p:cNvPr id="304" name="Ref 305"/>
          <p:cNvSpPr/>
          <p:nvPr/>
        </p:nvSpPr>
        <p:spPr>
          <a:xfrm>
            <a:off x="6146800" y="3200400"/>
            <a:ext cx="5422900" cy="152400"/>
          </a:xfrm>
          <a:prstGeom prst="rect">
            <a:avLst/>
          </a:prstGeom>
          <a:solidFill>
            <a:srgbClr val="C7AA9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endParaRPr lang="es-ES"/>
          </a:p>
        </p:txBody>
      </p:sp>
      <p:sp>
        <p:nvSpPr>
          <p:cNvPr id="305" name="Ref 306"/>
          <p:cNvSpPr/>
          <p:nvPr/>
        </p:nvSpPr>
        <p:spPr>
          <a:xfrm>
            <a:off x="8848725" y="2794000"/>
            <a:ext cx="19050" cy="40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endParaRPr lang="es-ES"/>
          </a:p>
        </p:txBody>
      </p:sp>
      <p:sp>
        <p:nvSpPr>
          <p:cNvPr id="306" name="Ref 307"/>
          <p:cNvSpPr/>
          <p:nvPr/>
        </p:nvSpPr>
        <p:spPr>
          <a:xfrm>
            <a:off x="8070850" y="1219200"/>
            <a:ext cx="1574800" cy="15748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s-ES" sz="1400" b="1">
                <a:latin typeface="Aptos"/>
              </a:rPr>
              <a:t>TÍTULO</a:t>
            </a:r>
          </a:p>
          <a:p>
            <a:pPr algn="ctr">
              <a:lnSpc>
                <a:spcPct val="90000"/>
              </a:lnSpc>
              <a:buNone/>
            </a:pPr>
            <a:r>
              <a:rPr lang="es-ES" sz="1400" b="1">
                <a:latin typeface="Aptos"/>
              </a:rPr>
              <a:t>DE EJEMPLO</a:t>
            </a:r>
          </a:p>
          <a:p>
            <a:pPr algn="ctr">
              <a:lnSpc>
                <a:spcPct val="90000"/>
              </a:lnSpc>
              <a:buNone/>
            </a:pPr>
            <a:r>
              <a:rPr lang="es-ES" sz="1600" b="0">
                <a:latin typeface="Aptos Light"/>
              </a:rPr>
              <a:t>(&lt; X años)</a:t>
            </a:r>
          </a:p>
        </p:txBody>
      </p:sp>
      <p:sp>
        <p:nvSpPr>
          <p:cNvPr id="307" name="Ref 308"/>
          <p:cNvSpPr/>
          <p:nvPr/>
        </p:nvSpPr>
        <p:spPr>
          <a:xfrm>
            <a:off x="8756650" y="3175000"/>
            <a:ext cx="203200" cy="203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FFFFFF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endParaRPr lang="es-E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D269911-E072-C0C2-CE51-C0233AFF152F}"/>
              </a:ext>
            </a:extLst>
          </p:cNvPr>
          <p:cNvSpPr/>
          <p:nvPr/>
        </p:nvSpPr>
        <p:spPr>
          <a:xfrm>
            <a:off x="6248400" y="3581400"/>
            <a:ext cx="5219700" cy="254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91440" tIns="0" rIns="91440" bIns="45720" rtlCol="0" anchor="t" anchorCtr="0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algn="l">
              <a:spcAft>
                <a:spcPts val="6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Aliquip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dolor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laboris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adipiscing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qui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qui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amet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commodo et</a:t>
            </a:r>
          </a:p>
          <a:p>
            <a:pPr marL="171450" indent="-171450" algn="l">
              <a:spcAft>
                <a:spcPts val="6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Occaecat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nostrud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laborum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.</a:t>
            </a:r>
          </a:p>
          <a:p>
            <a:pPr marL="171450" indent="-171450" algn="l">
              <a:spcAft>
                <a:spcPts val="6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Esse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deserunt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ea</a:t>
            </a:r>
            <a:endParaRPr lang="es-ES" sz="1200">
              <a:solidFill>
                <a:schemeClr val="bg1"/>
              </a:solidFill>
              <a:latin typeface="Aptos Light" panose="020B0004020202020204" pitchFamily="34" charset="0"/>
              <a:cs typeface="Aptos" panose="020B0604020202020204" pitchFamily="34" charset="0"/>
            </a:endParaRPr>
          </a:p>
          <a:p>
            <a:pPr marL="171450" indent="-171450" algn="l">
              <a:spcAft>
                <a:spcPts val="600"/>
              </a:spcAft>
              <a:buClr>
                <a:srgbClr val="171717"/>
              </a:buClr>
              <a:buFont typeface="Arial"/>
              <a:buChar char="•"/>
            </a:pP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elit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aliquip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ut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irure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ea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consequat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nisi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exercitation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qui do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voluptate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esse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adipiscing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aute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enim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nulla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 </a:t>
            </a:r>
            <a:r>
              <a:rPr lang="es-ES" sz="1200" err="1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velit</a:t>
            </a:r>
            <a:r>
              <a:rPr lang="es-ES" sz="1200">
                <a:solidFill>
                  <a:schemeClr val="bg1"/>
                </a:solidFill>
                <a:latin typeface="Aptos Light" panose="020B0004020202020204" pitchFamily="34" charset="0"/>
                <a:cs typeface="Aptos" panose="020B0604020202020204" pitchFamily="34" charset="0"/>
              </a:rPr>
              <a:t>.</a:t>
            </a:r>
            <a:endParaRPr lang="es-ES" sz="1400">
              <a:solidFill>
                <a:schemeClr val="bg1"/>
              </a:solidFill>
              <a:latin typeface="Aptos Light" panose="020B0004020202020204" pitchFamily="34" charset="0"/>
            </a:endParaRPr>
          </a:p>
        </p:txBody>
      </p:sp>
      <p:sp>
        <p:nvSpPr>
          <p:cNvPr id="401" name="Comentario caja"/>
          <p:cNvSpPr/>
          <p:nvPr/>
        </p:nvSpPr>
        <p:spPr>
          <a:xfrm>
            <a:off x="622300" y="5130800"/>
            <a:ext cx="10947400" cy="1219200"/>
          </a:xfrm>
          <a:custGeom>
            <a:avLst/>
            <a:gdLst/>
            <a:ahLst/>
            <a:cxnLst/>
            <a:rect l="0" t="0" r="r" b="b"/>
            <a:pathLst>
              <a:path w="10947400" h="1219200">
                <a:moveTo>
                  <a:pt x="0" y="0"/>
                </a:moveTo>
                <a:lnTo>
                  <a:pt x="10947400" y="0"/>
                </a:lnTo>
                <a:lnTo>
                  <a:pt x="10642600" y="1219200"/>
                </a:lnTo>
                <a:lnTo>
                  <a:pt x="0" y="1219200"/>
                </a:lnTo>
                <a:close/>
              </a:path>
            </a:pathLst>
          </a:custGeom>
          <a:noFill/>
          <a:ln w="9525">
            <a:noFill/>
          </a:ln>
        </p:spPr>
        <p:txBody>
          <a:bodyPr wrap="square" lIns="711200" tIns="279400" rIns="762000" bIns="101600" anchor="ctr">
            <a:noAutofit/>
          </a:bodyPr>
          <a:lstStyle/>
          <a:p>
            <a:pPr marL="171450" indent="-171450">
              <a:buClr>
                <a:srgbClr val="171717"/>
              </a:buClr>
              <a:buFont typeface="Arial"/>
              <a:buChar char="•"/>
            </a:pPr>
            <a:r>
              <a:rPr lang="es-ES" sz="1200">
                <a:solidFill>
                  <a:srgbClr val="171717"/>
                </a:solidFill>
                <a:latin typeface="Aptos"/>
              </a:rPr>
              <a:t>Labore ullamco magna proident reprehenderit qui duis nulla qui cupidatat do esse laborum minim, esse consequat fugiat enim culpa reprehenderit ipsum quis duis tempor ex officia et voluptate amet.</a:t>
            </a:r>
          </a:p>
        </p:txBody>
      </p:sp>
      <p:sp>
        <p:nvSpPr>
          <p:cNvPr id="402" name="Comentario pestaña"/>
          <p:cNvSpPr/>
          <p:nvPr/>
        </p:nvSpPr>
        <p:spPr>
          <a:xfrm>
            <a:off x="838200" y="4991100"/>
            <a:ext cx="2324100" cy="279400"/>
          </a:xfrm>
          <a:prstGeom prst="rect">
            <a:avLst/>
          </a:prstGeom>
          <a:solidFill>
            <a:srgbClr val="C9C4B8"/>
          </a:solidFill>
          <a:ln>
            <a:noFill/>
          </a:ln>
        </p:spPr>
        <p:txBody>
          <a:bodyPr wrap="none" lIns="152400" tIns="0" rIns="0" bIns="0" anchor="ctr">
            <a:noAutofit/>
          </a:bodyPr>
          <a:lstStyle/>
          <a:p>
            <a:pPr algn="l">
              <a:buNone/>
            </a:pPr>
            <a:r>
              <a:rPr lang="es-ES" sz="1400" b="1">
                <a:latin typeface="Fahkwang"/>
              </a:rPr>
              <a:t>Comentario general</a:t>
            </a:r>
          </a:p>
        </p:txBody>
      </p:sp>
    </p:spTree>
    <p:extLst>
      <p:ext uri="{BB962C8B-B14F-4D97-AF65-F5344CB8AC3E}">
        <p14:creationId xmlns:p14="http://schemas.microsoft.com/office/powerpoint/2010/main" val="3345988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C4B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0063DE-A38C-23D1-000E-AF141AB51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705705E8-E9F6-3627-92B1-737A5DD13BBA}"/>
              </a:ext>
            </a:extLst>
          </p:cNvPr>
          <p:cNvSpPr/>
          <p:nvPr/>
        </p:nvSpPr>
        <p:spPr>
          <a:xfrm>
            <a:off x="754479" y="2988752"/>
            <a:ext cx="2073132" cy="327228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endParaRPr kumimoji="0" lang="es-ES" sz="1600" b="1" i="0" u="none" strike="noStrike" kern="1200" cap="none" spc="0" normalizeH="0" baseline="0" noProof="0" dirty="0">
              <a:ln>
                <a:noFill/>
              </a:ln>
              <a:solidFill>
                <a:srgbClr val="162A4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ounded Rectangle 5">
            <a:extLst>
              <a:ext uri="{FF2B5EF4-FFF2-40B4-BE49-F238E27FC236}">
                <a16:creationId xmlns:a16="http://schemas.microsoft.com/office/drawing/2014/main" id="{174243E9-6DF3-BA27-9C00-FA21B9BC83F9}"/>
              </a:ext>
            </a:extLst>
          </p:cNvPr>
          <p:cNvSpPr/>
          <p:nvPr/>
        </p:nvSpPr>
        <p:spPr>
          <a:xfrm>
            <a:off x="2959874" y="2981502"/>
            <a:ext cx="2073132" cy="327953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endParaRPr kumimoji="0" lang="es-ES" sz="1600" b="1" i="0" u="none" strike="noStrike" kern="1200" cap="none" spc="0" normalizeH="0" baseline="0" noProof="0" dirty="0">
              <a:ln>
                <a:noFill/>
              </a:ln>
              <a:solidFill>
                <a:srgbClr val="162A4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ounded Rectangle 5">
            <a:extLst>
              <a:ext uri="{FF2B5EF4-FFF2-40B4-BE49-F238E27FC236}">
                <a16:creationId xmlns:a16="http://schemas.microsoft.com/office/drawing/2014/main" id="{D0DA1602-E113-4992-0B58-E698ECD6E518}"/>
              </a:ext>
            </a:extLst>
          </p:cNvPr>
          <p:cNvSpPr/>
          <p:nvPr/>
        </p:nvSpPr>
        <p:spPr>
          <a:xfrm>
            <a:off x="5179354" y="2959224"/>
            <a:ext cx="2073132" cy="330181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endParaRPr kumimoji="0" lang="es-ES" sz="1600" b="1" i="0" u="none" strike="noStrike" kern="1200" cap="none" spc="0" normalizeH="0" baseline="0" noProof="0" dirty="0">
              <a:ln>
                <a:noFill/>
              </a:ln>
              <a:solidFill>
                <a:srgbClr val="162A4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ounded Rectangle 5">
            <a:extLst>
              <a:ext uri="{FF2B5EF4-FFF2-40B4-BE49-F238E27FC236}">
                <a16:creationId xmlns:a16="http://schemas.microsoft.com/office/drawing/2014/main" id="{4665C611-0EA8-8667-F65F-D2D7DADBDCC3}"/>
              </a:ext>
            </a:extLst>
          </p:cNvPr>
          <p:cNvSpPr/>
          <p:nvPr/>
        </p:nvSpPr>
        <p:spPr>
          <a:xfrm>
            <a:off x="7398834" y="2954338"/>
            <a:ext cx="2073132" cy="330181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endParaRPr kumimoji="0" lang="es-ES" sz="1600" b="1" i="0" u="none" strike="noStrike" kern="1200" cap="none" spc="0" normalizeH="0" baseline="0" noProof="0" dirty="0">
              <a:ln>
                <a:noFill/>
              </a:ln>
              <a:solidFill>
                <a:srgbClr val="162A4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ounded Rectangle 5">
            <a:extLst>
              <a:ext uri="{FF2B5EF4-FFF2-40B4-BE49-F238E27FC236}">
                <a16:creationId xmlns:a16="http://schemas.microsoft.com/office/drawing/2014/main" id="{16181947-D3AD-0D53-B1FB-F50957B6A501}"/>
              </a:ext>
            </a:extLst>
          </p:cNvPr>
          <p:cNvSpPr/>
          <p:nvPr/>
        </p:nvSpPr>
        <p:spPr>
          <a:xfrm>
            <a:off x="9604239" y="2959223"/>
            <a:ext cx="2001764" cy="329693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endParaRPr kumimoji="0" lang="es-ES" sz="1600" b="1" i="0" u="none" strike="noStrike" kern="1200" cap="none" spc="0" normalizeH="0" baseline="0" noProof="0" dirty="0">
              <a:ln>
                <a:noFill/>
              </a:ln>
              <a:solidFill>
                <a:srgbClr val="162A4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ounded Rectangle 5">
            <a:extLst>
              <a:ext uri="{FF2B5EF4-FFF2-40B4-BE49-F238E27FC236}">
                <a16:creationId xmlns:a16="http://schemas.microsoft.com/office/drawing/2014/main" id="{0E780FA4-F535-F522-DD89-C1EA32DDF83D}"/>
              </a:ext>
            </a:extLst>
          </p:cNvPr>
          <p:cNvSpPr/>
          <p:nvPr/>
        </p:nvSpPr>
        <p:spPr>
          <a:xfrm>
            <a:off x="754478" y="1846611"/>
            <a:ext cx="2057841" cy="525976"/>
          </a:xfrm>
          <a:prstGeom prst="roundRect">
            <a:avLst>
              <a:gd name="adj" fmla="val 0"/>
            </a:avLst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lang="es-ES" sz="1600" b="1" dirty="0">
                <a:solidFill>
                  <a:srgbClr val="DAD5C7"/>
                </a:solidFill>
                <a:latin typeface="Aptos SemiBold" panose="020B0004020202020204" pitchFamily="34" charset="0"/>
              </a:rPr>
              <a:t>Texto ejemplo</a:t>
            </a:r>
            <a:endParaRPr kumimoji="0" lang="es-ES" sz="1600" b="1" u="none" strike="noStrike" kern="1200" cap="none" spc="0" normalizeH="0" baseline="0" noProof="0" dirty="0">
              <a:ln>
                <a:noFill/>
              </a:ln>
              <a:solidFill>
                <a:srgbClr val="DAD5C7"/>
              </a:solidFill>
              <a:effectLst/>
              <a:uLnTx/>
              <a:uFillTx/>
              <a:latin typeface="Aptos SemiBold" panose="020B0004020202020204" pitchFamily="34" charset="0"/>
            </a:endParaRPr>
          </a:p>
        </p:txBody>
      </p:sp>
      <p:sp>
        <p:nvSpPr>
          <p:cNvPr id="19" name="Rounded Rectangle 5">
            <a:extLst>
              <a:ext uri="{FF2B5EF4-FFF2-40B4-BE49-F238E27FC236}">
                <a16:creationId xmlns:a16="http://schemas.microsoft.com/office/drawing/2014/main" id="{F6C38352-F62D-F970-DF84-CD2F56681927}"/>
              </a:ext>
            </a:extLst>
          </p:cNvPr>
          <p:cNvSpPr/>
          <p:nvPr/>
        </p:nvSpPr>
        <p:spPr>
          <a:xfrm>
            <a:off x="2958668" y="1841467"/>
            <a:ext cx="2073132" cy="525976"/>
          </a:xfrm>
          <a:prstGeom prst="roundRect">
            <a:avLst>
              <a:gd name="adj" fmla="val 0"/>
            </a:avLst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lang="es-ES" sz="1600" b="1" dirty="0">
                <a:solidFill>
                  <a:srgbClr val="F0ECE2"/>
                </a:solidFill>
                <a:latin typeface="Aptos SemiBold" panose="020B0004020202020204" pitchFamily="34" charset="0"/>
              </a:rPr>
              <a:t>Texto ejemplo</a:t>
            </a:r>
            <a:endParaRPr kumimoji="0" lang="es-ES" sz="1600" b="1" u="none" strike="noStrike" kern="1200" cap="none" spc="0" normalizeH="0" baseline="0" noProof="0" dirty="0">
              <a:ln>
                <a:noFill/>
              </a:ln>
              <a:solidFill>
                <a:srgbClr val="F0ECE2"/>
              </a:solidFill>
              <a:effectLst/>
              <a:uLnTx/>
              <a:uFillTx/>
              <a:latin typeface="Aptos SemiBold" panose="020B0004020202020204" pitchFamily="34" charset="0"/>
            </a:endParaRPr>
          </a:p>
        </p:txBody>
      </p:sp>
      <p:sp>
        <p:nvSpPr>
          <p:cNvPr id="20" name="Rounded Rectangle 5">
            <a:extLst>
              <a:ext uri="{FF2B5EF4-FFF2-40B4-BE49-F238E27FC236}">
                <a16:creationId xmlns:a16="http://schemas.microsoft.com/office/drawing/2014/main" id="{A3932445-415F-18EE-1C87-C484BCE85954}"/>
              </a:ext>
            </a:extLst>
          </p:cNvPr>
          <p:cNvSpPr/>
          <p:nvPr/>
        </p:nvSpPr>
        <p:spPr>
          <a:xfrm>
            <a:off x="5178148" y="1841467"/>
            <a:ext cx="2073132" cy="527884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 b="1">
                <a:solidFill>
                  <a:srgbClr val="162A43"/>
                </a:solidFill>
              </a:defRPr>
            </a:pPr>
            <a:r>
              <a:rPr kumimoji="0" lang="es-ES" sz="1600" b="1" u="none" strike="noStrike" kern="1200" cap="none" spc="0" normalizeH="0" baseline="0" noProof="0" dirty="0">
                <a:ln>
                  <a:noFill/>
                </a:ln>
                <a:solidFill>
                  <a:srgbClr val="F0ECE2"/>
                </a:solidFill>
                <a:effectLst/>
                <a:uLnTx/>
                <a:uFillTx/>
                <a:latin typeface="Aptos SemiBold" panose="020B0004020202020204" pitchFamily="34" charset="0"/>
              </a:rPr>
              <a:t> Texto ejemplo </a:t>
            </a:r>
          </a:p>
        </p:txBody>
      </p:sp>
      <p:sp>
        <p:nvSpPr>
          <p:cNvPr id="21" name="Rounded Rectangle 5">
            <a:extLst>
              <a:ext uri="{FF2B5EF4-FFF2-40B4-BE49-F238E27FC236}">
                <a16:creationId xmlns:a16="http://schemas.microsoft.com/office/drawing/2014/main" id="{7E8CEC8E-C1F0-755C-61AA-3900B02D16B8}"/>
              </a:ext>
            </a:extLst>
          </p:cNvPr>
          <p:cNvSpPr/>
          <p:nvPr/>
        </p:nvSpPr>
        <p:spPr>
          <a:xfrm>
            <a:off x="7396422" y="1853049"/>
            <a:ext cx="2073132" cy="514394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lang="es-ES" sz="1600" b="1" dirty="0">
                <a:solidFill>
                  <a:srgbClr val="F0ECE2"/>
                </a:solidFill>
                <a:latin typeface="Aptos SemiBold" panose="020B0004020202020204" pitchFamily="34" charset="0"/>
              </a:rPr>
              <a:t>Texto ejemplo</a:t>
            </a:r>
            <a:endParaRPr kumimoji="0" lang="es-ES" sz="1600" b="1" u="none" strike="noStrike" kern="1200" cap="none" spc="0" normalizeH="0" baseline="0" noProof="0" dirty="0">
              <a:ln>
                <a:noFill/>
              </a:ln>
              <a:solidFill>
                <a:srgbClr val="F0ECE2"/>
              </a:solidFill>
              <a:effectLst/>
              <a:uLnTx/>
              <a:uFillTx/>
              <a:latin typeface="Aptos SemiBold" panose="020B0004020202020204" pitchFamily="34" charset="0"/>
            </a:endParaRPr>
          </a:p>
        </p:txBody>
      </p:sp>
      <p:sp>
        <p:nvSpPr>
          <p:cNvPr id="22" name="Rounded Rectangle 5">
            <a:extLst>
              <a:ext uri="{FF2B5EF4-FFF2-40B4-BE49-F238E27FC236}">
                <a16:creationId xmlns:a16="http://schemas.microsoft.com/office/drawing/2014/main" id="{47111F52-2A75-64B6-5076-574D0419AA99}"/>
              </a:ext>
            </a:extLst>
          </p:cNvPr>
          <p:cNvSpPr/>
          <p:nvPr/>
        </p:nvSpPr>
        <p:spPr>
          <a:xfrm>
            <a:off x="9604238" y="1846611"/>
            <a:ext cx="2001767" cy="503571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s-ES" sz="1600" b="1" dirty="0">
                <a:solidFill>
                  <a:srgbClr val="F0ECE2"/>
                </a:solidFill>
                <a:latin typeface="Aptos SemiBold" panose="020B0004020202020204" pitchFamily="34" charset="0"/>
              </a:rPr>
              <a:t>xxx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CBE0E7AF-D516-75F9-1D67-8113E7C644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167" y="1345420"/>
            <a:ext cx="914553" cy="1072026"/>
          </a:xfrm>
          <a:prstGeom prst="rect">
            <a:avLst/>
          </a:prstGeom>
        </p:spPr>
      </p:pic>
      <p:pic>
        <p:nvPicPr>
          <p:cNvPr id="26" name="Imagen 25" descr="Imagen en blanco y negro de una taza&#10;&#10;El contenido generado por IA puede ser incorrecto.">
            <a:extLst>
              <a:ext uri="{FF2B5EF4-FFF2-40B4-BE49-F238E27FC236}">
                <a16:creationId xmlns:a16="http://schemas.microsoft.com/office/drawing/2014/main" id="{F535F76F-75C4-2178-B170-68EF9DA84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793229" y="1589659"/>
            <a:ext cx="1112576" cy="801836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48003ABC-7F9B-5D9F-41E6-67BACB0E45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71793" y="1468804"/>
            <a:ext cx="598607" cy="874517"/>
          </a:xfrm>
          <a:prstGeom prst="rect">
            <a:avLst/>
          </a:prstGeom>
        </p:spPr>
      </p:pic>
      <p:pic>
        <p:nvPicPr>
          <p:cNvPr id="32" name="Imagen 31">
            <a:extLst>
              <a:ext uri="{FF2B5EF4-FFF2-40B4-BE49-F238E27FC236}">
                <a16:creationId xmlns:a16="http://schemas.microsoft.com/office/drawing/2014/main" id="{8AAE9AE4-49D6-AAB9-59E8-689F83A58F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37238" y="1378405"/>
            <a:ext cx="598608" cy="948894"/>
          </a:xfrm>
          <a:prstGeom prst="rect">
            <a:avLst/>
          </a:prstGeom>
        </p:spPr>
      </p:pic>
      <p:pic>
        <p:nvPicPr>
          <p:cNvPr id="38" name="Imagen 37" descr="En blanco y negro&#10;&#10;El contenido generado por IA puede ser incorrecto.">
            <a:extLst>
              <a:ext uri="{FF2B5EF4-FFF2-40B4-BE49-F238E27FC236}">
                <a16:creationId xmlns:a16="http://schemas.microsoft.com/office/drawing/2014/main" id="{81BD042B-870F-7E24-75A7-3DEB4949DD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9539" y="1571977"/>
            <a:ext cx="1019317" cy="797374"/>
          </a:xfrm>
          <a:prstGeom prst="rect">
            <a:avLst/>
          </a:prstGeom>
        </p:spPr>
      </p:pic>
      <p:sp>
        <p:nvSpPr>
          <p:cNvPr id="44" name="CuadroTexto 43">
            <a:extLst>
              <a:ext uri="{FF2B5EF4-FFF2-40B4-BE49-F238E27FC236}">
                <a16:creationId xmlns:a16="http://schemas.microsoft.com/office/drawing/2014/main" id="{F8606050-DF67-41FC-C975-212A47D181D9}"/>
              </a:ext>
            </a:extLst>
          </p:cNvPr>
          <p:cNvSpPr txBox="1"/>
          <p:nvPr/>
        </p:nvSpPr>
        <p:spPr>
          <a:xfrm>
            <a:off x="1634259" y="2443723"/>
            <a:ext cx="12053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kumimoji="0" lang="es-ES" sz="1200" b="1" i="0" u="none" strike="noStrike" kern="1200" cap="none" spc="0" normalizeH="0" baseline="0" noProof="0" dirty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xxx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lang="es-ES" sz="1200" b="1" dirty="0">
                <a:solidFill>
                  <a:srgbClr val="171717"/>
                </a:solidFill>
                <a:latin typeface="Aptos" panose="020B0004020202020204" pitchFamily="34" charset="0"/>
              </a:rPr>
              <a:t>xxxxxx</a:t>
            </a:r>
            <a:r>
              <a:rPr kumimoji="0" lang="es-ES" sz="1200" b="1" i="0" u="none" strike="noStrike" kern="1200" cap="none" spc="0" normalizeH="0" baseline="0" noProof="0" dirty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xxx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2A140080-9B67-67AA-1108-F35E51B533B6}"/>
              </a:ext>
            </a:extLst>
          </p:cNvPr>
          <p:cNvSpPr txBox="1"/>
          <p:nvPr/>
        </p:nvSpPr>
        <p:spPr>
          <a:xfrm>
            <a:off x="585994" y="2443723"/>
            <a:ext cx="11125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kumimoji="0" lang="es-ES" sz="1200" b="1" i="0" u="none" strike="noStrike" kern="1200" cap="none" spc="0" normalizeH="0" baseline="0" noProof="0" dirty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xxx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kumimoji="0" lang="es-ES" sz="1200" b="1" i="0" u="none" strike="noStrike" kern="1200" cap="none" spc="0" normalizeH="0" baseline="0" noProof="0" dirty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xxx </a:t>
            </a:r>
          </a:p>
        </p:txBody>
      </p: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E8C5CCBE-5D17-B818-DD69-3439A00F49F6}"/>
              </a:ext>
            </a:extLst>
          </p:cNvPr>
          <p:cNvCxnSpPr>
            <a:cxnSpLocks/>
          </p:cNvCxnSpPr>
          <p:nvPr/>
        </p:nvCxnSpPr>
        <p:spPr>
          <a:xfrm>
            <a:off x="1573912" y="2462391"/>
            <a:ext cx="0" cy="397238"/>
          </a:xfrm>
          <a:prstGeom prst="straightConnector1">
            <a:avLst/>
          </a:prstGeom>
          <a:ln w="12700">
            <a:solidFill>
              <a:srgbClr val="25252A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uadroTexto 47">
            <a:extLst>
              <a:ext uri="{FF2B5EF4-FFF2-40B4-BE49-F238E27FC236}">
                <a16:creationId xmlns:a16="http://schemas.microsoft.com/office/drawing/2014/main" id="{59888401-C1B6-813A-DA00-C65D07F54252}"/>
              </a:ext>
            </a:extLst>
          </p:cNvPr>
          <p:cNvSpPr txBox="1"/>
          <p:nvPr/>
        </p:nvSpPr>
        <p:spPr>
          <a:xfrm>
            <a:off x="3854201" y="2421624"/>
            <a:ext cx="12053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kumimoji="0" lang="es-ES" sz="1200" b="1" i="0" u="none" strike="noStrike" kern="1200" cap="none" spc="0" normalizeH="0" baseline="0" noProof="0" dirty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xxx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lang="es-ES" sz="1200" b="1" dirty="0">
                <a:solidFill>
                  <a:srgbClr val="171717"/>
                </a:solidFill>
                <a:latin typeface="Aptos" panose="020B0004020202020204" pitchFamily="34" charset="0"/>
              </a:rPr>
              <a:t>xxx</a:t>
            </a:r>
            <a:r>
              <a:rPr kumimoji="0" lang="es-ES" sz="1200" b="1" i="0" u="none" strike="noStrike" kern="1200" cap="none" spc="0" normalizeH="0" baseline="0" noProof="0" dirty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xxx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B0ED99FB-06D2-C369-30BD-065AB7DA0C53}"/>
              </a:ext>
            </a:extLst>
          </p:cNvPr>
          <p:cNvSpPr txBox="1"/>
          <p:nvPr/>
        </p:nvSpPr>
        <p:spPr>
          <a:xfrm>
            <a:off x="2767873" y="2421624"/>
            <a:ext cx="11125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kumimoji="0" lang="es-ES" sz="1200" b="1" i="0" u="none" strike="noStrike" kern="1200" cap="none" spc="0" normalizeH="0" baseline="0" noProof="0" dirty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xxx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62A43"/>
                </a:solidFill>
              </a:defRPr>
            </a:pPr>
            <a:r>
              <a:rPr kumimoji="0" lang="es-ES" sz="1200" b="1" i="0" u="none" strike="noStrike" kern="1200" cap="none" spc="0" normalizeH="0" baseline="0" noProof="0" dirty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xxx </a:t>
            </a:r>
          </a:p>
        </p:txBody>
      </p:sp>
      <p:cxnSp>
        <p:nvCxnSpPr>
          <p:cNvPr id="61" name="Conector recto de flecha 60">
            <a:extLst>
              <a:ext uri="{FF2B5EF4-FFF2-40B4-BE49-F238E27FC236}">
                <a16:creationId xmlns:a16="http://schemas.microsoft.com/office/drawing/2014/main" id="{B4D04A5E-150B-80AD-0FFD-51E393F231D8}"/>
              </a:ext>
            </a:extLst>
          </p:cNvPr>
          <p:cNvCxnSpPr>
            <a:cxnSpLocks/>
          </p:cNvCxnSpPr>
          <p:nvPr/>
        </p:nvCxnSpPr>
        <p:spPr>
          <a:xfrm>
            <a:off x="3790131" y="2462391"/>
            <a:ext cx="0" cy="375139"/>
          </a:xfrm>
          <a:prstGeom prst="straightConnector1">
            <a:avLst/>
          </a:prstGeom>
          <a:ln w="12700">
            <a:solidFill>
              <a:srgbClr val="25252A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o 1">
            <a:extLst>
              <a:ext uri="{FF2B5EF4-FFF2-40B4-BE49-F238E27FC236}">
                <a16:creationId xmlns:a16="http://schemas.microsoft.com/office/drawing/2014/main" id="{28C4D490-4415-662C-B3EB-31DB1FE6FCA9}"/>
              </a:ext>
            </a:extLst>
          </p:cNvPr>
          <p:cNvGrpSpPr/>
          <p:nvPr/>
        </p:nvGrpSpPr>
        <p:grpSpPr>
          <a:xfrm>
            <a:off x="5109721" y="2421624"/>
            <a:ext cx="2212954" cy="465308"/>
            <a:chOff x="5109721" y="1729987"/>
            <a:chExt cx="2212954" cy="465308"/>
          </a:xfrm>
        </p:grpSpPr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F33E2376-DC3C-62C2-7301-BF8F67AA87EE}"/>
                </a:ext>
              </a:extLst>
            </p:cNvPr>
            <p:cNvSpPr txBox="1"/>
            <p:nvPr/>
          </p:nvSpPr>
          <p:spPr>
            <a:xfrm>
              <a:off x="6117305" y="1729987"/>
              <a:ext cx="1205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71717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  <a:r>
                <a:rPr lang="es-ES" sz="1200" b="1" dirty="0">
                  <a:solidFill>
                    <a:srgbClr val="171717"/>
                  </a:solidFill>
                  <a:latin typeface="Aptos" panose="020B0004020202020204" pitchFamily="34" charset="0"/>
                </a:rPr>
                <a:t>xxx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42E3055B-878F-0CA6-2C83-584C6753EF09}"/>
                </a:ext>
              </a:extLst>
            </p:cNvPr>
            <p:cNvSpPr txBox="1"/>
            <p:nvPr/>
          </p:nvSpPr>
          <p:spPr>
            <a:xfrm>
              <a:off x="5109721" y="1733630"/>
              <a:ext cx="11125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71717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71717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</a:p>
          </p:txBody>
        </p:sp>
        <p:cxnSp>
          <p:nvCxnSpPr>
            <p:cNvPr id="65" name="Conector recto de flecha 64">
              <a:extLst>
                <a:ext uri="{FF2B5EF4-FFF2-40B4-BE49-F238E27FC236}">
                  <a16:creationId xmlns:a16="http://schemas.microsoft.com/office/drawing/2014/main" id="{67D09DC5-A073-700C-F72F-5913C91FE417}"/>
                </a:ext>
              </a:extLst>
            </p:cNvPr>
            <p:cNvCxnSpPr>
              <a:cxnSpLocks/>
            </p:cNvCxnSpPr>
            <p:nvPr/>
          </p:nvCxnSpPr>
          <p:spPr>
            <a:xfrm>
              <a:off x="6215920" y="1770754"/>
              <a:ext cx="0" cy="383561"/>
            </a:xfrm>
            <a:prstGeom prst="straightConnector1">
              <a:avLst/>
            </a:prstGeom>
            <a:ln w="12700">
              <a:solidFill>
                <a:srgbClr val="25252A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upo 4">
            <a:extLst>
              <a:ext uri="{FF2B5EF4-FFF2-40B4-BE49-F238E27FC236}">
                <a16:creationId xmlns:a16="http://schemas.microsoft.com/office/drawing/2014/main" id="{066938E3-7F59-F7D4-BCEC-2FFEFF870BE1}"/>
              </a:ext>
            </a:extLst>
          </p:cNvPr>
          <p:cNvGrpSpPr/>
          <p:nvPr/>
        </p:nvGrpSpPr>
        <p:grpSpPr>
          <a:xfrm>
            <a:off x="7245815" y="2422284"/>
            <a:ext cx="2385368" cy="463251"/>
            <a:chOff x="7245815" y="1746823"/>
            <a:chExt cx="2385368" cy="463251"/>
          </a:xfrm>
        </p:grpSpPr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8FB18D0C-40BE-6338-E3CA-7216B9CCF021}"/>
                </a:ext>
              </a:extLst>
            </p:cNvPr>
            <p:cNvSpPr txBox="1"/>
            <p:nvPr/>
          </p:nvSpPr>
          <p:spPr>
            <a:xfrm>
              <a:off x="8182326" y="1748409"/>
              <a:ext cx="14488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71717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71717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8D9B6445-319C-C61B-2A20-4AEDE8D6A1D7}"/>
                </a:ext>
              </a:extLst>
            </p:cNvPr>
            <p:cNvSpPr txBox="1"/>
            <p:nvPr/>
          </p:nvSpPr>
          <p:spPr>
            <a:xfrm>
              <a:off x="7245815" y="1746823"/>
              <a:ext cx="11125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71717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71717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</a:p>
          </p:txBody>
        </p:sp>
        <p:cxnSp>
          <p:nvCxnSpPr>
            <p:cNvPr id="68" name="Conector recto de flecha 67">
              <a:extLst>
                <a:ext uri="{FF2B5EF4-FFF2-40B4-BE49-F238E27FC236}">
                  <a16:creationId xmlns:a16="http://schemas.microsoft.com/office/drawing/2014/main" id="{5D2B4541-EF31-E510-BCC7-AEC9533F4772}"/>
                </a:ext>
              </a:extLst>
            </p:cNvPr>
            <p:cNvCxnSpPr>
              <a:cxnSpLocks/>
            </p:cNvCxnSpPr>
            <p:nvPr/>
          </p:nvCxnSpPr>
          <p:spPr>
            <a:xfrm>
              <a:off x="8257080" y="1786930"/>
              <a:ext cx="0" cy="384221"/>
            </a:xfrm>
            <a:prstGeom prst="straightConnector1">
              <a:avLst/>
            </a:prstGeom>
            <a:ln w="12700">
              <a:solidFill>
                <a:srgbClr val="25252A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394A3E54-8251-4121-22B7-F09CACC0C7D9}"/>
              </a:ext>
            </a:extLst>
          </p:cNvPr>
          <p:cNvGrpSpPr/>
          <p:nvPr/>
        </p:nvGrpSpPr>
        <p:grpSpPr>
          <a:xfrm>
            <a:off x="9563977" y="2435301"/>
            <a:ext cx="2034783" cy="461665"/>
            <a:chOff x="9563977" y="2292426"/>
            <a:chExt cx="2034783" cy="461665"/>
          </a:xfrm>
        </p:grpSpPr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E4351EEC-53CE-6F3C-C013-E73CCD72D4B3}"/>
                </a:ext>
              </a:extLst>
            </p:cNvPr>
            <p:cNvSpPr txBox="1"/>
            <p:nvPr/>
          </p:nvSpPr>
          <p:spPr>
            <a:xfrm>
              <a:off x="10506043" y="2292426"/>
              <a:ext cx="109271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71717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lvl="0" algn="ctr">
                <a:defRPr sz="1600" b="1">
                  <a:solidFill>
                    <a:srgbClr val="162A43"/>
                  </a:solidFill>
                </a:defRPr>
              </a:pPr>
              <a:r>
                <a:rPr lang="es-ES" sz="1200" b="1" dirty="0">
                  <a:solidFill>
                    <a:srgbClr val="171717"/>
                  </a:solidFill>
                  <a:latin typeface="Aptos" panose="020B0004020202020204" pitchFamily="34" charset="0"/>
                </a:rPr>
                <a:t>xxxxxx</a:t>
              </a:r>
            </a:p>
          </p:txBody>
        </p: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FB30D469-9B24-EC85-DBB8-85E9366ABB93}"/>
                </a:ext>
              </a:extLst>
            </p:cNvPr>
            <p:cNvSpPr txBox="1"/>
            <p:nvPr/>
          </p:nvSpPr>
          <p:spPr>
            <a:xfrm>
              <a:off x="9563977" y="2292426"/>
              <a:ext cx="74672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71717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</a:p>
            <a:p>
              <a:pPr lvl="0" algn="ctr">
                <a:defRPr sz="1600" b="1">
                  <a:solidFill>
                    <a:srgbClr val="162A43"/>
                  </a:solidFill>
                </a:defRPr>
              </a:pPr>
              <a:r>
                <a:rPr lang="es-ES" sz="1200" b="1" dirty="0">
                  <a:solidFill>
                    <a:srgbClr val="171717"/>
                  </a:solidFill>
                  <a:latin typeface="Aptos" panose="020B0004020202020204" pitchFamily="34" charset="0"/>
                </a:rPr>
                <a:t>xxx </a:t>
              </a:r>
            </a:p>
          </p:txBody>
        </p:sp>
        <p:cxnSp>
          <p:nvCxnSpPr>
            <p:cNvPr id="72" name="Conector recto de flecha 71">
              <a:extLst>
                <a:ext uri="{FF2B5EF4-FFF2-40B4-BE49-F238E27FC236}">
                  <a16:creationId xmlns:a16="http://schemas.microsoft.com/office/drawing/2014/main" id="{18A8852E-EAF3-60DB-E997-623BF77FD655}"/>
                </a:ext>
              </a:extLst>
            </p:cNvPr>
            <p:cNvCxnSpPr>
              <a:cxnSpLocks/>
            </p:cNvCxnSpPr>
            <p:nvPr/>
          </p:nvCxnSpPr>
          <p:spPr>
            <a:xfrm>
              <a:off x="10418695" y="2319516"/>
              <a:ext cx="0" cy="424328"/>
            </a:xfrm>
            <a:prstGeom prst="straightConnector1">
              <a:avLst/>
            </a:prstGeom>
            <a:ln w="12700">
              <a:solidFill>
                <a:srgbClr val="25252A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CuadroTexto 74">
            <a:extLst>
              <a:ext uri="{FF2B5EF4-FFF2-40B4-BE49-F238E27FC236}">
                <a16:creationId xmlns:a16="http://schemas.microsoft.com/office/drawing/2014/main" id="{CC7297ED-0435-4D1D-16A4-5288C19408F8}"/>
              </a:ext>
            </a:extLst>
          </p:cNvPr>
          <p:cNvSpPr txBox="1"/>
          <p:nvPr/>
        </p:nvSpPr>
        <p:spPr>
          <a:xfrm>
            <a:off x="9670179" y="3025082"/>
            <a:ext cx="1941252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1000" b="1" dirty="0">
                <a:latin typeface="Aptos" panose="020B0004020202020204" pitchFamily="34" charset="0"/>
              </a:rPr>
              <a:t>Texto ejemplo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ficticio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ficticio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s-ES" sz="1000" b="1" dirty="0">
                <a:latin typeface="Aptos" panose="020B0004020202020204" pitchFamily="34" charset="0"/>
              </a:rPr>
              <a:t>xxx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xxx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000" dirty="0">
              <a:latin typeface="Aptos" panose="020B0004020202020204" pitchFamily="34" charset="0"/>
            </a:endParaRPr>
          </a:p>
          <a:p>
            <a:r>
              <a:rPr lang="es-ES" sz="1000" b="1" dirty="0">
                <a:latin typeface="Aptos" panose="020B0004020202020204" pitchFamily="34" charset="0"/>
              </a:rPr>
              <a:t> Texto ejemplo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xxx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s-ES" sz="1000" b="1" dirty="0">
                <a:latin typeface="Aptos" panose="020B0004020202020204" pitchFamily="34" charset="0"/>
              </a:rPr>
              <a:t>Texto ficticio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ficticio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ficticio</a:t>
            </a:r>
          </a:p>
          <a:p>
            <a:pPr>
              <a:buNone/>
            </a:pPr>
            <a:endParaRPr lang="es-ES" sz="1000" dirty="0">
              <a:latin typeface="Aptos" panose="020B0004020202020204" pitchFamily="34" charset="0"/>
            </a:endParaRPr>
          </a:p>
          <a:p>
            <a:pPr>
              <a:buNone/>
            </a:pPr>
            <a:endParaRPr lang="es-ES" sz="1000" b="1" i="1" dirty="0">
              <a:latin typeface="Aptos" panose="020B0004020202020204" pitchFamily="34" charset="0"/>
            </a:endParaRPr>
          </a:p>
          <a:p>
            <a:pPr>
              <a:buNone/>
            </a:pPr>
            <a:endParaRPr lang="es-ES" sz="1000" b="1" i="1" dirty="0">
              <a:latin typeface="Aptos" panose="020B0004020202020204" pitchFamily="34" charset="0"/>
            </a:endParaRPr>
          </a:p>
          <a:p>
            <a:pPr>
              <a:buNone/>
            </a:pPr>
            <a:endParaRPr lang="es-ES" sz="1000" b="1" i="1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s-ES" sz="1000" b="1" i="1" dirty="0">
                <a:latin typeface="Aptos" panose="020B0004020202020204" pitchFamily="34" charset="0"/>
              </a:rPr>
              <a:t>xxx </a:t>
            </a:r>
            <a:r>
              <a:rPr lang="es-ES" sz="1000" i="1" dirty="0">
                <a:latin typeface="Aptos" panose="020B0004020202020204" pitchFamily="34" charset="0"/>
              </a:rPr>
              <a:t>Texto ficticio</a:t>
            </a:r>
          </a:p>
          <a:p>
            <a:pPr>
              <a:buNone/>
            </a:pPr>
            <a:r>
              <a:rPr lang="es-ES" sz="1000" i="1" dirty="0">
                <a:latin typeface="Aptos" panose="020B0004020202020204" pitchFamily="34" charset="0"/>
              </a:rPr>
              <a:t>Texto ficticio</a:t>
            </a:r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57F1135D-1733-BAC5-7AA8-2D950B7F40CA}"/>
              </a:ext>
            </a:extLst>
          </p:cNvPr>
          <p:cNvSpPr txBox="1"/>
          <p:nvPr/>
        </p:nvSpPr>
        <p:spPr>
          <a:xfrm>
            <a:off x="7516639" y="3031500"/>
            <a:ext cx="1877556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1000" b="1" dirty="0">
                <a:latin typeface="Aptos" panose="020B0004020202020204" pitchFamily="34" charset="0"/>
              </a:rPr>
              <a:t>Texto ejemplo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xxx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ficticio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s-ES" sz="1000" b="1" dirty="0">
                <a:latin typeface="Aptos" panose="020B0004020202020204" pitchFamily="34" charset="0"/>
              </a:rPr>
              <a:t>xxx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ficticio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000" dirty="0">
              <a:latin typeface="Aptos" panose="020B0004020202020204" pitchFamily="34" charset="0"/>
            </a:endParaRPr>
          </a:p>
          <a:p>
            <a:r>
              <a:rPr lang="es-ES" sz="1000" b="1" dirty="0">
                <a:latin typeface="Aptos" panose="020B0004020202020204" pitchFamily="34" charset="0"/>
              </a:rPr>
              <a:t> Texto ejemplo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Contenido de muestra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ejemplo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000" dirty="0">
              <a:latin typeface="Aptos" panose="020B0004020202020204" pitchFamily="34" charset="0"/>
            </a:endParaRPr>
          </a:p>
          <a:p>
            <a:r>
              <a:rPr lang="es-ES" sz="1000" b="1" dirty="0">
                <a:latin typeface="Aptos" panose="020B0004020202020204" pitchFamily="34" charset="0"/>
              </a:rPr>
              <a:t>Texto ficticio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Contenido de muestra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ficticio</a:t>
            </a:r>
          </a:p>
          <a:p>
            <a:pPr>
              <a:buNone/>
            </a:pPr>
            <a:endParaRPr lang="es-ES" sz="1000" dirty="0">
              <a:latin typeface="Aptos" panose="020B0004020202020204" pitchFamily="34" charset="0"/>
            </a:endParaRPr>
          </a:p>
          <a:p>
            <a:pPr>
              <a:buNone/>
            </a:pPr>
            <a:endParaRPr lang="es-ES" sz="1000" b="1" i="1" dirty="0">
              <a:latin typeface="Aptos" panose="020B0004020202020204" pitchFamily="34" charset="0"/>
            </a:endParaRPr>
          </a:p>
          <a:p>
            <a:pPr>
              <a:buNone/>
            </a:pPr>
            <a:endParaRPr lang="es-ES" sz="1000" b="1" i="1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s-ES" sz="1000" b="1" i="1" dirty="0">
                <a:latin typeface="Aptos" panose="020B0004020202020204" pitchFamily="34" charset="0"/>
              </a:rPr>
              <a:t>xxx </a:t>
            </a:r>
            <a:r>
              <a:rPr lang="es-ES" sz="1000" i="1" dirty="0">
                <a:latin typeface="Aptos" panose="020B0004020202020204" pitchFamily="34" charset="0"/>
              </a:rPr>
              <a:t>Contenido ficticio de ejemplo</a:t>
            </a:r>
          </a:p>
        </p:txBody>
      </p:sp>
      <p:sp>
        <p:nvSpPr>
          <p:cNvPr id="79" name="CuadroTexto 78">
            <a:extLst>
              <a:ext uri="{FF2B5EF4-FFF2-40B4-BE49-F238E27FC236}">
                <a16:creationId xmlns:a16="http://schemas.microsoft.com/office/drawing/2014/main" id="{CB83EC77-28AE-DECF-B5AD-2A4912E76C83}"/>
              </a:ext>
            </a:extLst>
          </p:cNvPr>
          <p:cNvSpPr txBox="1"/>
          <p:nvPr/>
        </p:nvSpPr>
        <p:spPr>
          <a:xfrm>
            <a:off x="5260772" y="3031500"/>
            <a:ext cx="196477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1000" b="1" dirty="0">
                <a:latin typeface="Aptos" panose="020B0004020202020204" pitchFamily="34" charset="0"/>
              </a:rPr>
              <a:t>Texto ejemplo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 Contenido de muestra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 Contenido de muestra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s-ES" sz="1000" b="1" dirty="0">
                <a:latin typeface="Aptos" panose="020B0004020202020204" pitchFamily="34" charset="0"/>
              </a:rPr>
              <a:t>xxx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 Texto ficticio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000" dirty="0">
              <a:latin typeface="Aptos" panose="020B0004020202020204" pitchFamily="34" charset="0"/>
            </a:endParaRPr>
          </a:p>
          <a:p>
            <a:r>
              <a:rPr lang="es-ES" sz="1000" b="1" dirty="0">
                <a:latin typeface="Aptos" panose="020B0004020202020204" pitchFamily="34" charset="0"/>
              </a:rPr>
              <a:t> Texto ejemplo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ejemplo </a:t>
            </a:r>
            <a:r>
              <a:rPr lang="es-ES" sz="1000" dirty="0" err="1">
                <a:latin typeface="Aptos" panose="020B0004020202020204" pitchFamily="34" charset="0"/>
              </a:rPr>
              <a:t>xxx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ficticio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s-ES" sz="1000" b="1" dirty="0">
                <a:latin typeface="Aptos" panose="020B0004020202020204" pitchFamily="34" charset="0"/>
              </a:rPr>
              <a:t>Texto ficticio</a:t>
            </a:r>
            <a:endParaRPr lang="es-ES" sz="1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Contenido de muestra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000" dirty="0">
                <a:latin typeface="Aptos" panose="020B0004020202020204" pitchFamily="34" charset="0"/>
              </a:rPr>
              <a:t>Texto ficticio</a:t>
            </a:r>
          </a:p>
          <a:p>
            <a:pPr>
              <a:buNone/>
            </a:pPr>
            <a:endParaRPr lang="es-ES" sz="1000" dirty="0">
              <a:latin typeface="Aptos" panose="020B0004020202020204" pitchFamily="34" charset="0"/>
            </a:endParaRPr>
          </a:p>
          <a:p>
            <a:pPr>
              <a:buNone/>
            </a:pPr>
            <a:endParaRPr lang="es-ES" sz="1000" b="1" i="1" dirty="0">
              <a:latin typeface="Aptos" panose="020B0004020202020204" pitchFamily="34" charset="0"/>
            </a:endParaRPr>
          </a:p>
          <a:p>
            <a:pPr>
              <a:buNone/>
            </a:pPr>
            <a:endParaRPr lang="es-ES" sz="1000" b="1" i="1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s-ES" sz="1000" b="1" i="1" dirty="0">
                <a:latin typeface="Aptos" panose="020B0004020202020204" pitchFamily="34" charset="0"/>
              </a:rPr>
              <a:t>xxx </a:t>
            </a:r>
            <a:r>
              <a:rPr lang="es-ES" sz="1000" i="1" dirty="0">
                <a:latin typeface="Aptos" panose="020B0004020202020204" pitchFamily="34" charset="0"/>
              </a:rPr>
              <a:t>Texto ficticio</a:t>
            </a:r>
          </a:p>
        </p:txBody>
      </p:sp>
      <p:sp>
        <p:nvSpPr>
          <p:cNvPr id="80" name="Rectangle 1">
            <a:extLst>
              <a:ext uri="{FF2B5EF4-FFF2-40B4-BE49-F238E27FC236}">
                <a16:creationId xmlns:a16="http://schemas.microsoft.com/office/drawing/2014/main" id="{1D6886C6-A870-D835-C515-C5DF890B9D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5939" y="3025082"/>
            <a:ext cx="2117568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Texto ejemplo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Texto ficticio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Texto ejemplo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xxx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Contenido ficticio de ejemplo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Texto ficticio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Texto ejemplo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xxx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Texto ejemplo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Texto ficticio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xxx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Texto ficticio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Contenido de muestra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Contenido de muestra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xxx </a:t>
            </a:r>
            <a:r>
              <a:rPr kumimoji="0" lang="es-ES" altLang="es-ES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Contenido ficticio de ejemplo</a:t>
            </a:r>
          </a:p>
        </p:txBody>
      </p:sp>
      <p:sp>
        <p:nvSpPr>
          <p:cNvPr id="82" name="Rectangle 2">
            <a:extLst>
              <a:ext uri="{FF2B5EF4-FFF2-40B4-BE49-F238E27FC236}">
                <a16:creationId xmlns:a16="http://schemas.microsoft.com/office/drawing/2014/main" id="{40A5D4DD-6C9C-4E43-D06F-2DAAF061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362" y="3097141"/>
            <a:ext cx="2039376" cy="30162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Texto ejemplo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Contenido de muestra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xxx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Texto ficticio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xxx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xxx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xxx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Texto ejemplo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xxx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Texto ejemplo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s-ES" altLang="es-ES" sz="10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Texto ficticio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ptos" panose="020B0004020202020204" pitchFamily="34" charset="0"/>
              </a:rPr>
              <a:t> Texto ejemplo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rgbClr val="C00000"/>
                </a:solidFill>
                <a:effectLst/>
                <a:latin typeface="Aptos" panose="020B0004020202020204" pitchFamily="34" charset="0"/>
              </a:rPr>
              <a:t>xxx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ptos" panose="020B0004020202020204" pitchFamily="34" charset="0"/>
              </a:rPr>
              <a:t> 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xxx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0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000" b="1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ES" altLang="es-ES" sz="1000" b="1" i="1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000" b="1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000" b="1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xxx </a:t>
            </a:r>
            <a:r>
              <a:rPr kumimoji="0" lang="es-ES" altLang="es-ES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Contenido ficticio de ejemplo</a:t>
            </a: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E07EADDA-A0CC-0D8D-B6E8-A5F6FCA31C09}"/>
              </a:ext>
            </a:extLst>
          </p:cNvPr>
          <p:cNvSpPr txBox="1"/>
          <p:nvPr/>
        </p:nvSpPr>
        <p:spPr>
          <a:xfrm>
            <a:off x="695657" y="861836"/>
            <a:ext cx="10134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latin typeface="Aptos" panose="020B0004020202020204" pitchFamily="34" charset="0"/>
              </a:rPr>
              <a:t>Texto ficticio </a:t>
            </a:r>
            <a:r>
              <a:rPr lang="es-ES" sz="1400" b="1" dirty="0">
                <a:solidFill>
                  <a:srgbClr val="C09100"/>
                </a:solidFill>
                <a:latin typeface="Aptos" panose="020B0004020202020204" pitchFamily="34" charset="0"/>
              </a:rPr>
              <a:t>Texto ficticio </a:t>
            </a:r>
            <a:r>
              <a:rPr lang="es-ES" sz="1400" dirty="0">
                <a:solidFill>
                  <a:srgbClr val="25252A"/>
                </a:solidFill>
                <a:latin typeface="Aptos" panose="020B0004020202020204" pitchFamily="34" charset="0"/>
              </a:rPr>
              <a:t>Contenido ficticio de ejemplo </a:t>
            </a:r>
            <a:r>
              <a:rPr lang="es-ES" sz="1400" b="1" dirty="0">
                <a:solidFill>
                  <a:srgbClr val="C09100"/>
                </a:solidFill>
                <a:latin typeface="Aptos" panose="020B0004020202020204" pitchFamily="34" charset="0"/>
              </a:rPr>
              <a:t>Texto ejemplo</a:t>
            </a:r>
            <a:r>
              <a:rPr lang="es-ES" sz="1400" b="1" dirty="0">
                <a:solidFill>
                  <a:srgbClr val="C46A2B"/>
                </a:solidFill>
                <a:latin typeface="Aptos" panose="020B0004020202020204" pitchFamily="34" charset="0"/>
              </a:rPr>
              <a:t>xxx</a:t>
            </a:r>
            <a:r>
              <a:rPr lang="es-ES" sz="1400" b="1" dirty="0">
                <a:solidFill>
                  <a:srgbClr val="C09100"/>
                </a:solidFill>
                <a:latin typeface="Aptos" panose="020B0004020202020204" pitchFamily="34" charset="0"/>
              </a:rPr>
              <a:t>xxx</a:t>
            </a:r>
          </a:p>
        </p:txBody>
      </p:sp>
      <p:sp>
        <p:nvSpPr>
          <p:cNvPr id="89" name="CuadroTexto 88">
            <a:extLst>
              <a:ext uri="{FF2B5EF4-FFF2-40B4-BE49-F238E27FC236}">
                <a16:creationId xmlns:a16="http://schemas.microsoft.com/office/drawing/2014/main" id="{0D649733-B825-4192-839A-7E2D83676AE6}"/>
              </a:ext>
            </a:extLst>
          </p:cNvPr>
          <p:cNvSpPr txBox="1"/>
          <p:nvPr/>
        </p:nvSpPr>
        <p:spPr>
          <a:xfrm>
            <a:off x="3931880" y="6281914"/>
            <a:ext cx="4565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>
                <a:latin typeface="Aptos" panose="020B0004020202020204" pitchFamily="34" charset="0"/>
              </a:rPr>
              <a:t>Texto simulado para conservar la estructura visual.</a:t>
            </a:r>
            <a:r>
              <a:rPr lang="es-ES" dirty="0"/>
              <a:t>xxx</a:t>
            </a:r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C72942F6-3F7C-8489-B8C2-881823F3B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30780" y="326381"/>
            <a:ext cx="1417413" cy="40011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AE67D43-1718-57FC-4BF8-F8038CD0419C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 dirty="0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 dirty="0">
                <a:solidFill>
                  <a:srgbClr val="808669"/>
                </a:solidFill>
                <a:latin typeface="Aptos Light"/>
              </a:rPr>
              <a:t> / Subtítulo de ejemplo</a:t>
            </a:r>
          </a:p>
        </p:txBody>
      </p:sp>
    </p:spTree>
    <p:extLst>
      <p:ext uri="{BB962C8B-B14F-4D97-AF65-F5344CB8AC3E}">
        <p14:creationId xmlns:p14="http://schemas.microsoft.com/office/powerpoint/2010/main" val="421289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64636-A605-6CFF-8D6E-EEC970559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ángulo 263">
            <a:extLst>
              <a:ext uri="{FF2B5EF4-FFF2-40B4-BE49-F238E27FC236}">
                <a16:creationId xmlns:a16="http://schemas.microsoft.com/office/drawing/2014/main" id="{294A828E-0B54-D6D4-B140-2550821843F5}"/>
              </a:ext>
            </a:extLst>
          </p:cNvPr>
          <p:cNvSpPr/>
          <p:nvPr/>
        </p:nvSpPr>
        <p:spPr>
          <a:xfrm>
            <a:off x="3083438" y="4703964"/>
            <a:ext cx="1913863" cy="1641417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3" name="Rectángulo 262">
            <a:extLst>
              <a:ext uri="{FF2B5EF4-FFF2-40B4-BE49-F238E27FC236}">
                <a16:creationId xmlns:a16="http://schemas.microsoft.com/office/drawing/2014/main" id="{663B08E2-33C8-7364-F446-A5FFA8CE647E}"/>
              </a:ext>
            </a:extLst>
          </p:cNvPr>
          <p:cNvSpPr/>
          <p:nvPr/>
        </p:nvSpPr>
        <p:spPr>
          <a:xfrm>
            <a:off x="996020" y="4703964"/>
            <a:ext cx="1913863" cy="1641417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aphicFrame>
        <p:nvGraphicFramePr>
          <p:cNvPr id="38" name="think-cell data - do not delete" hidden="1">
            <a:extLst>
              <a:ext uri="{FF2B5EF4-FFF2-40B4-BE49-F238E27FC236}">
                <a16:creationId xmlns:a16="http://schemas.microsoft.com/office/drawing/2014/main" id="{8032E690-A5B5-62F3-C912-1284DD434E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209" imgH="211" progId="TCLayout.ActiveDocument.1">
                  <p:embed/>
                </p:oleObj>
              </mc:Choice>
              <mc:Fallback>
                <p:oleObj name="Diapositiva de think-cell" r:id="rId4" imgW="209" imgH="211" progId="TCLayout.ActiveDocument.1">
                  <p:embed/>
                  <p:pic>
                    <p:nvPicPr>
                      <p:cNvPr id="3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032E690-A5B5-62F3-C912-1284DD434E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EF4AB35-35D9-5A5F-4D64-EB827DFCB832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buNone/>
            </a:pPr>
            <a:r>
              <a:rPr lang="es-ES" sz="3200" b="1">
                <a:solidFill>
                  <a:srgbClr val="171717"/>
                </a:solidFill>
                <a:latin typeface="Fahkwang"/>
              </a:rPr>
              <a:t>Roadmap</a:t>
            </a:r>
            <a:r>
              <a:rPr lang="es-ES" sz="3200" b="0">
                <a:solidFill>
                  <a:srgbClr val="808669"/>
                </a:solidFill>
                <a:latin typeface="Aptos Light"/>
              </a:rPr>
              <a:t> / Izzon Lab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01E5E708-A3C7-7E7D-FD32-EA0317BBC5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  <p:sp>
        <p:nvSpPr>
          <p:cNvPr id="80" name="Rectangle 128">
            <a:extLst>
              <a:ext uri="{FF2B5EF4-FFF2-40B4-BE49-F238E27FC236}">
                <a16:creationId xmlns:a16="http://schemas.microsoft.com/office/drawing/2014/main" id="{CD60BD2D-7205-B9AE-C614-A961A07C5F2C}"/>
              </a:ext>
            </a:extLst>
          </p:cNvPr>
          <p:cNvSpPr/>
          <p:nvPr/>
        </p:nvSpPr>
        <p:spPr>
          <a:xfrm>
            <a:off x="708649" y="1380506"/>
            <a:ext cx="2522196" cy="3960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400">
                <a:latin typeface="Aptos" panose="020B0004020202020204" pitchFamily="34" charset="0"/>
              </a:rPr>
              <a:t>CREACIÓN</a:t>
            </a:r>
          </a:p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400" b="1">
                <a:latin typeface="Aptos" panose="020B0004020202020204" pitchFamily="34" charset="0"/>
              </a:rPr>
              <a:t>IZZON LAB</a:t>
            </a:r>
            <a:endParaRPr lang="en-US" sz="1400" b="1">
              <a:latin typeface="Aptos" panose="020B0004020202020204" pitchFamily="34" charset="0"/>
            </a:endParaRPr>
          </a:p>
        </p:txBody>
      </p:sp>
      <p:sp>
        <p:nvSpPr>
          <p:cNvPr id="136" name="Elipse 135">
            <a:extLst>
              <a:ext uri="{FF2B5EF4-FFF2-40B4-BE49-F238E27FC236}">
                <a16:creationId xmlns:a16="http://schemas.microsoft.com/office/drawing/2014/main" id="{4DDE071F-BA67-2D0D-C38A-3FFFD68D0F03}"/>
              </a:ext>
            </a:extLst>
          </p:cNvPr>
          <p:cNvSpPr/>
          <p:nvPr/>
        </p:nvSpPr>
        <p:spPr>
          <a:xfrm>
            <a:off x="1438362" y="2660047"/>
            <a:ext cx="1069559" cy="1069559"/>
          </a:xfrm>
          <a:prstGeom prst="ellipse">
            <a:avLst/>
          </a:prstGeom>
          <a:solidFill>
            <a:schemeClr val="tx1"/>
          </a:solidFill>
          <a:ln w="19050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38" name="Elipse 137">
            <a:extLst>
              <a:ext uri="{FF2B5EF4-FFF2-40B4-BE49-F238E27FC236}">
                <a16:creationId xmlns:a16="http://schemas.microsoft.com/office/drawing/2014/main" id="{EFBCC3DD-B25E-7F0D-DC9A-CD3384320934}"/>
              </a:ext>
            </a:extLst>
          </p:cNvPr>
          <p:cNvSpPr/>
          <p:nvPr/>
        </p:nvSpPr>
        <p:spPr>
          <a:xfrm>
            <a:off x="1294536" y="2516221"/>
            <a:ext cx="1357210" cy="1357210"/>
          </a:xfrm>
          <a:prstGeom prst="ellipse">
            <a:avLst/>
          </a:prstGeom>
          <a:noFill/>
          <a:ln w="22225">
            <a:solidFill>
              <a:srgbClr val="ABA5A0"/>
            </a:solidFill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DD1406C3-BEE4-7067-4F74-D6C30ECC9119}"/>
              </a:ext>
            </a:extLst>
          </p:cNvPr>
          <p:cNvSpPr txBox="1"/>
          <p:nvPr/>
        </p:nvSpPr>
        <p:spPr>
          <a:xfrm>
            <a:off x="1446675" y="2942951"/>
            <a:ext cx="10461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D" sz="2800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20</a:t>
            </a:r>
            <a:r>
              <a:rPr lang="en-ID" sz="2800" b="1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25</a:t>
            </a:r>
          </a:p>
        </p:txBody>
      </p:sp>
      <p:sp>
        <p:nvSpPr>
          <p:cNvPr id="152" name="Elipse 151">
            <a:extLst>
              <a:ext uri="{FF2B5EF4-FFF2-40B4-BE49-F238E27FC236}">
                <a16:creationId xmlns:a16="http://schemas.microsoft.com/office/drawing/2014/main" id="{1523C2EB-4013-EB17-AD02-35B597B069BB}"/>
              </a:ext>
            </a:extLst>
          </p:cNvPr>
          <p:cNvSpPr/>
          <p:nvPr/>
        </p:nvSpPr>
        <p:spPr>
          <a:xfrm>
            <a:off x="3529861" y="2660047"/>
            <a:ext cx="1069559" cy="1069559"/>
          </a:xfrm>
          <a:prstGeom prst="ellipse">
            <a:avLst/>
          </a:prstGeom>
          <a:solidFill>
            <a:srgbClr val="ABA5A0"/>
          </a:solidFill>
          <a:ln w="19050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53" name="Elipse 152">
            <a:extLst>
              <a:ext uri="{FF2B5EF4-FFF2-40B4-BE49-F238E27FC236}">
                <a16:creationId xmlns:a16="http://schemas.microsoft.com/office/drawing/2014/main" id="{4A550058-6F23-861C-A728-F039DFB27888}"/>
              </a:ext>
            </a:extLst>
          </p:cNvPr>
          <p:cNvSpPr/>
          <p:nvPr/>
        </p:nvSpPr>
        <p:spPr>
          <a:xfrm>
            <a:off x="3386035" y="2516221"/>
            <a:ext cx="1357210" cy="1357210"/>
          </a:xfrm>
          <a:prstGeom prst="ellipse">
            <a:avLst/>
          </a:prstGeom>
          <a:noFill/>
          <a:ln w="22225">
            <a:solidFill>
              <a:srgbClr val="ABA5A0"/>
            </a:solidFill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56" name="CuadroTexto 155">
            <a:extLst>
              <a:ext uri="{FF2B5EF4-FFF2-40B4-BE49-F238E27FC236}">
                <a16:creationId xmlns:a16="http://schemas.microsoft.com/office/drawing/2014/main" id="{ED0044F4-6ACE-426F-D65B-D0A94AD1939A}"/>
              </a:ext>
            </a:extLst>
          </p:cNvPr>
          <p:cNvSpPr txBox="1"/>
          <p:nvPr/>
        </p:nvSpPr>
        <p:spPr>
          <a:xfrm>
            <a:off x="3499488" y="2914647"/>
            <a:ext cx="11899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D" b="1" err="1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Octubre</a:t>
            </a:r>
            <a:r>
              <a:rPr lang="en-ID" b="1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 2025</a:t>
            </a:r>
          </a:p>
        </p:txBody>
      </p:sp>
      <p:sp>
        <p:nvSpPr>
          <p:cNvPr id="160" name="Elipse 159">
            <a:extLst>
              <a:ext uri="{FF2B5EF4-FFF2-40B4-BE49-F238E27FC236}">
                <a16:creationId xmlns:a16="http://schemas.microsoft.com/office/drawing/2014/main" id="{F2F6ACBD-0066-1383-373B-2B404746E02A}"/>
              </a:ext>
            </a:extLst>
          </p:cNvPr>
          <p:cNvSpPr/>
          <p:nvPr/>
        </p:nvSpPr>
        <p:spPr>
          <a:xfrm>
            <a:off x="5574108" y="2660047"/>
            <a:ext cx="1069559" cy="1069559"/>
          </a:xfrm>
          <a:prstGeom prst="ellipse">
            <a:avLst/>
          </a:prstGeom>
          <a:solidFill>
            <a:schemeClr val="tx1"/>
          </a:solidFill>
          <a:ln w="19050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61" name="Elipse 160">
            <a:extLst>
              <a:ext uri="{FF2B5EF4-FFF2-40B4-BE49-F238E27FC236}">
                <a16:creationId xmlns:a16="http://schemas.microsoft.com/office/drawing/2014/main" id="{8226521F-6684-8FC9-6D99-71E02CB411A8}"/>
              </a:ext>
            </a:extLst>
          </p:cNvPr>
          <p:cNvSpPr/>
          <p:nvPr/>
        </p:nvSpPr>
        <p:spPr>
          <a:xfrm>
            <a:off x="5430282" y="2516221"/>
            <a:ext cx="1357210" cy="1357210"/>
          </a:xfrm>
          <a:prstGeom prst="ellipse">
            <a:avLst/>
          </a:prstGeom>
          <a:noFill/>
          <a:ln w="22225">
            <a:solidFill>
              <a:srgbClr val="ABA5A0"/>
            </a:solidFill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64" name="CuadroTexto 163">
            <a:extLst>
              <a:ext uri="{FF2B5EF4-FFF2-40B4-BE49-F238E27FC236}">
                <a16:creationId xmlns:a16="http://schemas.microsoft.com/office/drawing/2014/main" id="{B35C923A-6D86-D668-8E61-886ACCBD9927}"/>
              </a:ext>
            </a:extLst>
          </p:cNvPr>
          <p:cNvSpPr txBox="1"/>
          <p:nvPr/>
        </p:nvSpPr>
        <p:spPr>
          <a:xfrm>
            <a:off x="5574108" y="2928496"/>
            <a:ext cx="10461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D" sz="2800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20</a:t>
            </a:r>
            <a:r>
              <a:rPr lang="en-ID" sz="2800" b="1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26</a:t>
            </a:r>
          </a:p>
        </p:txBody>
      </p:sp>
      <p:sp>
        <p:nvSpPr>
          <p:cNvPr id="168" name="Elipse 167">
            <a:extLst>
              <a:ext uri="{FF2B5EF4-FFF2-40B4-BE49-F238E27FC236}">
                <a16:creationId xmlns:a16="http://schemas.microsoft.com/office/drawing/2014/main" id="{99D741A5-E7AA-02DA-1E7E-78143DBEAB59}"/>
              </a:ext>
            </a:extLst>
          </p:cNvPr>
          <p:cNvSpPr/>
          <p:nvPr/>
        </p:nvSpPr>
        <p:spPr>
          <a:xfrm>
            <a:off x="7657655" y="2660047"/>
            <a:ext cx="1069559" cy="1069559"/>
          </a:xfrm>
          <a:prstGeom prst="ellipse">
            <a:avLst/>
          </a:prstGeom>
          <a:solidFill>
            <a:schemeClr val="tx1"/>
          </a:solidFill>
          <a:ln w="19050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69" name="Elipse 168">
            <a:extLst>
              <a:ext uri="{FF2B5EF4-FFF2-40B4-BE49-F238E27FC236}">
                <a16:creationId xmlns:a16="http://schemas.microsoft.com/office/drawing/2014/main" id="{1F734E1D-B128-FAD2-D187-D3F351FB4ED2}"/>
              </a:ext>
            </a:extLst>
          </p:cNvPr>
          <p:cNvSpPr/>
          <p:nvPr/>
        </p:nvSpPr>
        <p:spPr>
          <a:xfrm>
            <a:off x="7513829" y="2516221"/>
            <a:ext cx="1357210" cy="1357210"/>
          </a:xfrm>
          <a:prstGeom prst="ellipse">
            <a:avLst/>
          </a:prstGeom>
          <a:noFill/>
          <a:ln w="22225">
            <a:solidFill>
              <a:srgbClr val="ABA5A0"/>
            </a:solidFill>
            <a:prstDash val="sysDot"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72" name="CuadroTexto 171">
            <a:extLst>
              <a:ext uri="{FF2B5EF4-FFF2-40B4-BE49-F238E27FC236}">
                <a16:creationId xmlns:a16="http://schemas.microsoft.com/office/drawing/2014/main" id="{F92C02C3-7298-DA68-2FF0-45F3F5E0C161}"/>
              </a:ext>
            </a:extLst>
          </p:cNvPr>
          <p:cNvSpPr txBox="1"/>
          <p:nvPr/>
        </p:nvSpPr>
        <p:spPr>
          <a:xfrm>
            <a:off x="7657655" y="2937035"/>
            <a:ext cx="10461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D" sz="2800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20</a:t>
            </a:r>
            <a:r>
              <a:rPr lang="en-ID" sz="2800" b="1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27</a:t>
            </a:r>
          </a:p>
        </p:txBody>
      </p:sp>
      <p:sp>
        <p:nvSpPr>
          <p:cNvPr id="176" name="Elipse 175">
            <a:extLst>
              <a:ext uri="{FF2B5EF4-FFF2-40B4-BE49-F238E27FC236}">
                <a16:creationId xmlns:a16="http://schemas.microsoft.com/office/drawing/2014/main" id="{18CFB896-FA44-1235-5815-EEB561D777F8}"/>
              </a:ext>
            </a:extLst>
          </p:cNvPr>
          <p:cNvSpPr/>
          <p:nvPr/>
        </p:nvSpPr>
        <p:spPr>
          <a:xfrm>
            <a:off x="9778901" y="2660047"/>
            <a:ext cx="1069558" cy="1069559"/>
          </a:xfrm>
          <a:prstGeom prst="ellipse">
            <a:avLst/>
          </a:prstGeom>
          <a:solidFill>
            <a:schemeClr val="tx1"/>
          </a:solidFill>
          <a:ln w="19050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77" name="Elipse 176">
            <a:extLst>
              <a:ext uri="{FF2B5EF4-FFF2-40B4-BE49-F238E27FC236}">
                <a16:creationId xmlns:a16="http://schemas.microsoft.com/office/drawing/2014/main" id="{FB0659EB-DB4F-9DE4-3874-34979D7840E7}"/>
              </a:ext>
            </a:extLst>
          </p:cNvPr>
          <p:cNvSpPr/>
          <p:nvPr/>
        </p:nvSpPr>
        <p:spPr>
          <a:xfrm>
            <a:off x="9635076" y="2516221"/>
            <a:ext cx="1357209" cy="1357210"/>
          </a:xfrm>
          <a:prstGeom prst="ellipse">
            <a:avLst/>
          </a:prstGeom>
          <a:noFill/>
          <a:ln w="22225">
            <a:solidFill>
              <a:srgbClr val="ABA5A0"/>
            </a:solidFill>
            <a:prstDash val="sysDot"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 kern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80" name="CuadroTexto 179">
            <a:extLst>
              <a:ext uri="{FF2B5EF4-FFF2-40B4-BE49-F238E27FC236}">
                <a16:creationId xmlns:a16="http://schemas.microsoft.com/office/drawing/2014/main" id="{4884B29A-601E-4B07-B1BF-51B0E57F728F}"/>
              </a:ext>
            </a:extLst>
          </p:cNvPr>
          <p:cNvSpPr txBox="1"/>
          <p:nvPr/>
        </p:nvSpPr>
        <p:spPr>
          <a:xfrm>
            <a:off x="9778901" y="2928496"/>
            <a:ext cx="10461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D" sz="2800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20</a:t>
            </a:r>
            <a:r>
              <a:rPr lang="en-ID" sz="2800" b="1">
                <a:solidFill>
                  <a:srgbClr val="F2F2F2"/>
                </a:solidFill>
                <a:latin typeface="Aptos" panose="020B0004020202020204" pitchFamily="34" charset="0"/>
                <a:cs typeface="Segoe UI" panose="020B0502040204020203" pitchFamily="34" charset="0"/>
              </a:rPr>
              <a:t>28</a:t>
            </a:r>
          </a:p>
        </p:txBody>
      </p:sp>
      <p:cxnSp>
        <p:nvCxnSpPr>
          <p:cNvPr id="185" name="Conector recto 184">
            <a:extLst>
              <a:ext uri="{FF2B5EF4-FFF2-40B4-BE49-F238E27FC236}">
                <a16:creationId xmlns:a16="http://schemas.microsoft.com/office/drawing/2014/main" id="{AB628ABB-5C4D-2A48-A45A-A270F2B486FF}"/>
              </a:ext>
            </a:extLst>
          </p:cNvPr>
          <p:cNvCxnSpPr>
            <a:cxnSpLocks/>
          </p:cNvCxnSpPr>
          <p:nvPr/>
        </p:nvCxnSpPr>
        <p:spPr>
          <a:xfrm>
            <a:off x="1969747" y="4048156"/>
            <a:ext cx="0" cy="485089"/>
          </a:xfrm>
          <a:prstGeom prst="line">
            <a:avLst/>
          </a:prstGeom>
          <a:noFill/>
          <a:ln w="28575">
            <a:solidFill>
              <a:srgbClr val="DBDBDB"/>
            </a:solidFill>
            <a:prstDash val="sysDot"/>
            <a:round/>
            <a:headEnd/>
            <a:tailEnd/>
          </a:ln>
          <a:effectLst/>
        </p:spPr>
      </p:cxnSp>
      <p:grpSp>
        <p:nvGrpSpPr>
          <p:cNvPr id="195" name="Grupo 194">
            <a:extLst>
              <a:ext uri="{FF2B5EF4-FFF2-40B4-BE49-F238E27FC236}">
                <a16:creationId xmlns:a16="http://schemas.microsoft.com/office/drawing/2014/main" id="{EA200540-73F3-DC5A-9279-EB3F47493672}"/>
              </a:ext>
            </a:extLst>
          </p:cNvPr>
          <p:cNvGrpSpPr/>
          <p:nvPr/>
        </p:nvGrpSpPr>
        <p:grpSpPr>
          <a:xfrm>
            <a:off x="931371" y="2166734"/>
            <a:ext cx="2063822" cy="2063822"/>
            <a:chOff x="7203243" y="4702629"/>
            <a:chExt cx="1487911" cy="1487911"/>
          </a:xfrm>
        </p:grpSpPr>
        <p:sp>
          <p:nvSpPr>
            <p:cNvPr id="193" name="Arco 192">
              <a:extLst>
                <a:ext uri="{FF2B5EF4-FFF2-40B4-BE49-F238E27FC236}">
                  <a16:creationId xmlns:a16="http://schemas.microsoft.com/office/drawing/2014/main" id="{1F6DE935-849D-BC0A-36C8-4A2A78282765}"/>
                </a:ext>
              </a:extLst>
            </p:cNvPr>
            <p:cNvSpPr/>
            <p:nvPr/>
          </p:nvSpPr>
          <p:spPr>
            <a:xfrm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  <p:sp>
          <p:nvSpPr>
            <p:cNvPr id="194" name="Arco 193">
              <a:extLst>
                <a:ext uri="{FF2B5EF4-FFF2-40B4-BE49-F238E27FC236}">
                  <a16:creationId xmlns:a16="http://schemas.microsoft.com/office/drawing/2014/main" id="{4CFD7EA8-E704-7653-7F1C-487619D1819B}"/>
                </a:ext>
              </a:extLst>
            </p:cNvPr>
            <p:cNvSpPr/>
            <p:nvPr/>
          </p:nvSpPr>
          <p:spPr>
            <a:xfrm flipH="1"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</p:grpSp>
      <p:grpSp>
        <p:nvGrpSpPr>
          <p:cNvPr id="196" name="Grupo 195">
            <a:extLst>
              <a:ext uri="{FF2B5EF4-FFF2-40B4-BE49-F238E27FC236}">
                <a16:creationId xmlns:a16="http://schemas.microsoft.com/office/drawing/2014/main" id="{CFFF6C6E-F1CF-C36E-C9B2-1E034FDEB373}"/>
              </a:ext>
            </a:extLst>
          </p:cNvPr>
          <p:cNvGrpSpPr/>
          <p:nvPr/>
        </p:nvGrpSpPr>
        <p:grpSpPr>
          <a:xfrm rot="10800000">
            <a:off x="3012678" y="2225899"/>
            <a:ext cx="2063822" cy="2063822"/>
            <a:chOff x="7203243" y="4702629"/>
            <a:chExt cx="1487911" cy="1487911"/>
          </a:xfrm>
        </p:grpSpPr>
        <p:sp>
          <p:nvSpPr>
            <p:cNvPr id="197" name="Arco 196">
              <a:extLst>
                <a:ext uri="{FF2B5EF4-FFF2-40B4-BE49-F238E27FC236}">
                  <a16:creationId xmlns:a16="http://schemas.microsoft.com/office/drawing/2014/main" id="{E976A2A0-B73C-E343-3796-738315D34DB1}"/>
                </a:ext>
              </a:extLst>
            </p:cNvPr>
            <p:cNvSpPr/>
            <p:nvPr/>
          </p:nvSpPr>
          <p:spPr>
            <a:xfrm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  <p:sp>
          <p:nvSpPr>
            <p:cNvPr id="198" name="Arco 197">
              <a:extLst>
                <a:ext uri="{FF2B5EF4-FFF2-40B4-BE49-F238E27FC236}">
                  <a16:creationId xmlns:a16="http://schemas.microsoft.com/office/drawing/2014/main" id="{220B1219-397A-D2CB-F868-535E5B03B90D}"/>
                </a:ext>
              </a:extLst>
            </p:cNvPr>
            <p:cNvSpPr/>
            <p:nvPr/>
          </p:nvSpPr>
          <p:spPr>
            <a:xfrm flipH="1"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</p:grpSp>
      <p:grpSp>
        <p:nvGrpSpPr>
          <p:cNvPr id="199" name="Group 109">
            <a:extLst>
              <a:ext uri="{FF2B5EF4-FFF2-40B4-BE49-F238E27FC236}">
                <a16:creationId xmlns:a16="http://schemas.microsoft.com/office/drawing/2014/main" id="{40A7B51A-9B36-02F5-A4C5-EE8DB5B30B1E}"/>
              </a:ext>
            </a:extLst>
          </p:cNvPr>
          <p:cNvGrpSpPr/>
          <p:nvPr/>
        </p:nvGrpSpPr>
        <p:grpSpPr>
          <a:xfrm>
            <a:off x="807934" y="2988335"/>
            <a:ext cx="2424228" cy="403747"/>
            <a:chOff x="42572" y="2224086"/>
            <a:chExt cx="2039811" cy="339722"/>
          </a:xfrm>
          <a:solidFill>
            <a:srgbClr val="ABA5A0"/>
          </a:solidFill>
          <a:effectLst/>
        </p:grpSpPr>
        <p:sp>
          <p:nvSpPr>
            <p:cNvPr id="200" name="Freeform: Shape 108">
              <a:extLst>
                <a:ext uri="{FF2B5EF4-FFF2-40B4-BE49-F238E27FC236}">
                  <a16:creationId xmlns:a16="http://schemas.microsoft.com/office/drawing/2014/main" id="{B8DEF601-865E-BCA0-B79D-D74459E42E12}"/>
                </a:ext>
              </a:extLst>
            </p:cNvPr>
            <p:cNvSpPr/>
            <p:nvPr/>
          </p:nvSpPr>
          <p:spPr>
            <a:xfrm>
              <a:off x="1742661" y="2224086"/>
              <a:ext cx="339722" cy="339722"/>
            </a:xfrm>
            <a:custGeom>
              <a:avLst/>
              <a:gdLst>
                <a:gd name="connsiteX0" fmla="*/ 219075 w 219074"/>
                <a:gd name="connsiteY0" fmla="*/ 109538 h 219075"/>
                <a:gd name="connsiteX1" fmla="*/ 109538 w 219074"/>
                <a:gd name="connsiteY1" fmla="*/ 219075 h 219075"/>
                <a:gd name="connsiteX2" fmla="*/ 0 w 219074"/>
                <a:gd name="connsiteY2" fmla="*/ 109538 h 219075"/>
                <a:gd name="connsiteX3" fmla="*/ 109538 w 219074"/>
                <a:gd name="connsiteY3" fmla="*/ 0 h 219075"/>
                <a:gd name="connsiteX4" fmla="*/ 219075 w 219074"/>
                <a:gd name="connsiteY4" fmla="*/ 109538 h 219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074" h="219075">
                  <a:moveTo>
                    <a:pt x="219075" y="109538"/>
                  </a:moveTo>
                  <a:cubicBezTo>
                    <a:pt x="219075" y="170033"/>
                    <a:pt x="170033" y="219075"/>
                    <a:pt x="109538" y="219075"/>
                  </a:cubicBezTo>
                  <a:cubicBezTo>
                    <a:pt x="49042" y="219075"/>
                    <a:pt x="0" y="170033"/>
                    <a:pt x="0" y="109538"/>
                  </a:cubicBezTo>
                  <a:cubicBezTo>
                    <a:pt x="0" y="49042"/>
                    <a:pt x="49042" y="0"/>
                    <a:pt x="109538" y="0"/>
                  </a:cubicBezTo>
                  <a:cubicBezTo>
                    <a:pt x="170033" y="0"/>
                    <a:pt x="219075" y="49042"/>
                    <a:pt x="219075" y="10953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  <p:sp>
          <p:nvSpPr>
            <p:cNvPr id="201" name="Freeform: Shape 107">
              <a:extLst>
                <a:ext uri="{FF2B5EF4-FFF2-40B4-BE49-F238E27FC236}">
                  <a16:creationId xmlns:a16="http://schemas.microsoft.com/office/drawing/2014/main" id="{94E11C61-874C-4D80-557D-4E89F9CCAC07}"/>
                </a:ext>
              </a:extLst>
            </p:cNvPr>
            <p:cNvSpPr/>
            <p:nvPr/>
          </p:nvSpPr>
          <p:spPr>
            <a:xfrm>
              <a:off x="1847166" y="2336899"/>
              <a:ext cx="117366" cy="113936"/>
            </a:xfrm>
            <a:custGeom>
              <a:avLst/>
              <a:gdLst>
                <a:gd name="connsiteX0" fmla="*/ 95 w 134457"/>
                <a:gd name="connsiteY0" fmla="*/ 60556 h 130529"/>
                <a:gd name="connsiteX1" fmla="*/ 9620 w 134457"/>
                <a:gd name="connsiteY1" fmla="*/ 51031 h 130529"/>
                <a:gd name="connsiteX2" fmla="*/ 81344 w 134457"/>
                <a:gd name="connsiteY2" fmla="*/ 51031 h 130529"/>
                <a:gd name="connsiteX3" fmla="*/ 84392 w 134457"/>
                <a:gd name="connsiteY3" fmla="*/ 43982 h 130529"/>
                <a:gd name="connsiteX4" fmla="*/ 61817 w 134457"/>
                <a:gd name="connsiteY4" fmla="*/ 19312 h 130529"/>
                <a:gd name="connsiteX5" fmla="*/ 62103 w 134457"/>
                <a:gd name="connsiteY5" fmla="*/ 5596 h 130529"/>
                <a:gd name="connsiteX6" fmla="*/ 64960 w 134457"/>
                <a:gd name="connsiteY6" fmla="*/ 2739 h 130529"/>
                <a:gd name="connsiteX7" fmla="*/ 78296 w 134457"/>
                <a:gd name="connsiteY7" fmla="*/ 2834 h 130529"/>
                <a:gd name="connsiteX8" fmla="*/ 131731 w 134457"/>
                <a:gd name="connsiteY8" fmla="*/ 58365 h 130529"/>
                <a:gd name="connsiteX9" fmla="*/ 131826 w 134457"/>
                <a:gd name="connsiteY9" fmla="*/ 72176 h 130529"/>
                <a:gd name="connsiteX10" fmla="*/ 79248 w 134457"/>
                <a:gd name="connsiteY10" fmla="*/ 127612 h 130529"/>
                <a:gd name="connsiteX11" fmla="*/ 65913 w 134457"/>
                <a:gd name="connsiteY11" fmla="*/ 127802 h 130529"/>
                <a:gd name="connsiteX12" fmla="*/ 63055 w 134457"/>
                <a:gd name="connsiteY12" fmla="*/ 124945 h 130529"/>
                <a:gd name="connsiteX13" fmla="*/ 62675 w 134457"/>
                <a:gd name="connsiteY13" fmla="*/ 111133 h 130529"/>
                <a:gd name="connsiteX14" fmla="*/ 84582 w 134457"/>
                <a:gd name="connsiteY14" fmla="*/ 86654 h 130529"/>
                <a:gd name="connsiteX15" fmla="*/ 81439 w 134457"/>
                <a:gd name="connsiteY15" fmla="*/ 79510 h 130529"/>
                <a:gd name="connsiteX16" fmla="*/ 9525 w 134457"/>
                <a:gd name="connsiteY16" fmla="*/ 79510 h 130529"/>
                <a:gd name="connsiteX17" fmla="*/ 0 w 134457"/>
                <a:gd name="connsiteY17" fmla="*/ 69985 h 130529"/>
                <a:gd name="connsiteX18" fmla="*/ 0 w 134457"/>
                <a:gd name="connsiteY18" fmla="*/ 60556 h 13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4457" h="130529">
                  <a:moveTo>
                    <a:pt x="95" y="60556"/>
                  </a:moveTo>
                  <a:cubicBezTo>
                    <a:pt x="95" y="55317"/>
                    <a:pt x="4381" y="51031"/>
                    <a:pt x="9620" y="51031"/>
                  </a:cubicBezTo>
                  <a:lnTo>
                    <a:pt x="81344" y="51031"/>
                  </a:lnTo>
                  <a:cubicBezTo>
                    <a:pt x="86582" y="51031"/>
                    <a:pt x="88011" y="47887"/>
                    <a:pt x="84392" y="43982"/>
                  </a:cubicBezTo>
                  <a:lnTo>
                    <a:pt x="61817" y="19312"/>
                  </a:lnTo>
                  <a:cubicBezTo>
                    <a:pt x="58293" y="15407"/>
                    <a:pt x="58388" y="9216"/>
                    <a:pt x="62103" y="5596"/>
                  </a:cubicBezTo>
                  <a:lnTo>
                    <a:pt x="64960" y="2739"/>
                  </a:lnTo>
                  <a:cubicBezTo>
                    <a:pt x="68675" y="-976"/>
                    <a:pt x="74676" y="-881"/>
                    <a:pt x="78296" y="2834"/>
                  </a:cubicBezTo>
                  <a:lnTo>
                    <a:pt x="131731" y="58365"/>
                  </a:lnTo>
                  <a:cubicBezTo>
                    <a:pt x="135350" y="62175"/>
                    <a:pt x="135350" y="68366"/>
                    <a:pt x="131826" y="72176"/>
                  </a:cubicBezTo>
                  <a:lnTo>
                    <a:pt x="79248" y="127612"/>
                  </a:lnTo>
                  <a:cubicBezTo>
                    <a:pt x="75628" y="131422"/>
                    <a:pt x="69628" y="131517"/>
                    <a:pt x="65913" y="127802"/>
                  </a:cubicBezTo>
                  <a:lnTo>
                    <a:pt x="63055" y="124945"/>
                  </a:lnTo>
                  <a:cubicBezTo>
                    <a:pt x="59341" y="121230"/>
                    <a:pt x="59150" y="115039"/>
                    <a:pt x="62675" y="111133"/>
                  </a:cubicBezTo>
                  <a:lnTo>
                    <a:pt x="84582" y="86654"/>
                  </a:lnTo>
                  <a:cubicBezTo>
                    <a:pt x="88106" y="82749"/>
                    <a:pt x="86677" y="79510"/>
                    <a:pt x="81439" y="79510"/>
                  </a:cubicBezTo>
                  <a:lnTo>
                    <a:pt x="9525" y="79510"/>
                  </a:lnTo>
                  <a:cubicBezTo>
                    <a:pt x="4286" y="79510"/>
                    <a:pt x="0" y="75224"/>
                    <a:pt x="0" y="69985"/>
                  </a:cubicBezTo>
                  <a:lnTo>
                    <a:pt x="0" y="6055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  <p:sp>
          <p:nvSpPr>
            <p:cNvPr id="243" name="Freeform: Shape 108">
              <a:extLst>
                <a:ext uri="{FF2B5EF4-FFF2-40B4-BE49-F238E27FC236}">
                  <a16:creationId xmlns:a16="http://schemas.microsoft.com/office/drawing/2014/main" id="{D8A3404F-5CAC-6F9D-1777-4FDD7F9634DE}"/>
                </a:ext>
              </a:extLst>
            </p:cNvPr>
            <p:cNvSpPr/>
            <p:nvPr/>
          </p:nvSpPr>
          <p:spPr>
            <a:xfrm>
              <a:off x="42572" y="2285414"/>
              <a:ext cx="231264" cy="231263"/>
            </a:xfrm>
            <a:custGeom>
              <a:avLst/>
              <a:gdLst>
                <a:gd name="connsiteX0" fmla="*/ 219075 w 219074"/>
                <a:gd name="connsiteY0" fmla="*/ 109538 h 219075"/>
                <a:gd name="connsiteX1" fmla="*/ 109538 w 219074"/>
                <a:gd name="connsiteY1" fmla="*/ 219075 h 219075"/>
                <a:gd name="connsiteX2" fmla="*/ 0 w 219074"/>
                <a:gd name="connsiteY2" fmla="*/ 109538 h 219075"/>
                <a:gd name="connsiteX3" fmla="*/ 109538 w 219074"/>
                <a:gd name="connsiteY3" fmla="*/ 0 h 219075"/>
                <a:gd name="connsiteX4" fmla="*/ 219075 w 219074"/>
                <a:gd name="connsiteY4" fmla="*/ 109538 h 219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074" h="219075">
                  <a:moveTo>
                    <a:pt x="219075" y="109538"/>
                  </a:moveTo>
                  <a:cubicBezTo>
                    <a:pt x="219075" y="170033"/>
                    <a:pt x="170033" y="219075"/>
                    <a:pt x="109538" y="219075"/>
                  </a:cubicBezTo>
                  <a:cubicBezTo>
                    <a:pt x="49042" y="219075"/>
                    <a:pt x="0" y="170033"/>
                    <a:pt x="0" y="109538"/>
                  </a:cubicBezTo>
                  <a:cubicBezTo>
                    <a:pt x="0" y="49042"/>
                    <a:pt x="49042" y="0"/>
                    <a:pt x="109538" y="0"/>
                  </a:cubicBezTo>
                  <a:cubicBezTo>
                    <a:pt x="170033" y="0"/>
                    <a:pt x="219075" y="49042"/>
                    <a:pt x="219075" y="10953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</p:grpSp>
      <p:grpSp>
        <p:nvGrpSpPr>
          <p:cNvPr id="202" name="Grupo 201">
            <a:extLst>
              <a:ext uri="{FF2B5EF4-FFF2-40B4-BE49-F238E27FC236}">
                <a16:creationId xmlns:a16="http://schemas.microsoft.com/office/drawing/2014/main" id="{CDA9AA8A-72AD-A878-EF7A-6DC9A5908EC0}"/>
              </a:ext>
            </a:extLst>
          </p:cNvPr>
          <p:cNvGrpSpPr/>
          <p:nvPr/>
        </p:nvGrpSpPr>
        <p:grpSpPr>
          <a:xfrm>
            <a:off x="5078499" y="2166734"/>
            <a:ext cx="2063822" cy="2063822"/>
            <a:chOff x="7203243" y="4702629"/>
            <a:chExt cx="1487911" cy="1487911"/>
          </a:xfrm>
        </p:grpSpPr>
        <p:sp>
          <p:nvSpPr>
            <p:cNvPr id="203" name="Arco 202">
              <a:extLst>
                <a:ext uri="{FF2B5EF4-FFF2-40B4-BE49-F238E27FC236}">
                  <a16:creationId xmlns:a16="http://schemas.microsoft.com/office/drawing/2014/main" id="{3AE62404-C519-679D-A871-0C4A6487E02D}"/>
                </a:ext>
              </a:extLst>
            </p:cNvPr>
            <p:cNvSpPr/>
            <p:nvPr/>
          </p:nvSpPr>
          <p:spPr>
            <a:xfrm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  <p:sp>
          <p:nvSpPr>
            <p:cNvPr id="204" name="Arco 203">
              <a:extLst>
                <a:ext uri="{FF2B5EF4-FFF2-40B4-BE49-F238E27FC236}">
                  <a16:creationId xmlns:a16="http://schemas.microsoft.com/office/drawing/2014/main" id="{E13A44EA-451B-91E2-00AA-76D514A00E89}"/>
                </a:ext>
              </a:extLst>
            </p:cNvPr>
            <p:cNvSpPr/>
            <p:nvPr/>
          </p:nvSpPr>
          <p:spPr>
            <a:xfrm flipH="1"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</p:grpSp>
      <p:grpSp>
        <p:nvGrpSpPr>
          <p:cNvPr id="205" name="Grupo 204">
            <a:extLst>
              <a:ext uri="{FF2B5EF4-FFF2-40B4-BE49-F238E27FC236}">
                <a16:creationId xmlns:a16="http://schemas.microsoft.com/office/drawing/2014/main" id="{1F7648A2-52D5-E9AC-97DE-C7F7954B8C50}"/>
              </a:ext>
            </a:extLst>
          </p:cNvPr>
          <p:cNvGrpSpPr/>
          <p:nvPr/>
        </p:nvGrpSpPr>
        <p:grpSpPr>
          <a:xfrm rot="10800000">
            <a:off x="7159806" y="2225899"/>
            <a:ext cx="2063822" cy="2063822"/>
            <a:chOff x="7203243" y="4702629"/>
            <a:chExt cx="1487911" cy="1487911"/>
          </a:xfrm>
        </p:grpSpPr>
        <p:sp>
          <p:nvSpPr>
            <p:cNvPr id="206" name="Arco 205">
              <a:extLst>
                <a:ext uri="{FF2B5EF4-FFF2-40B4-BE49-F238E27FC236}">
                  <a16:creationId xmlns:a16="http://schemas.microsoft.com/office/drawing/2014/main" id="{B1B139D6-7CF6-D32A-45D6-0614C6456901}"/>
                </a:ext>
              </a:extLst>
            </p:cNvPr>
            <p:cNvSpPr/>
            <p:nvPr/>
          </p:nvSpPr>
          <p:spPr>
            <a:xfrm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  <p:sp>
          <p:nvSpPr>
            <p:cNvPr id="207" name="Arco 206">
              <a:extLst>
                <a:ext uri="{FF2B5EF4-FFF2-40B4-BE49-F238E27FC236}">
                  <a16:creationId xmlns:a16="http://schemas.microsoft.com/office/drawing/2014/main" id="{0CE92DEA-3B25-6084-04CB-1228094D4F56}"/>
                </a:ext>
              </a:extLst>
            </p:cNvPr>
            <p:cNvSpPr/>
            <p:nvPr/>
          </p:nvSpPr>
          <p:spPr>
            <a:xfrm flipH="1"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</p:grpSp>
      <p:grpSp>
        <p:nvGrpSpPr>
          <p:cNvPr id="208" name="Grupo 207">
            <a:extLst>
              <a:ext uri="{FF2B5EF4-FFF2-40B4-BE49-F238E27FC236}">
                <a16:creationId xmlns:a16="http://schemas.microsoft.com/office/drawing/2014/main" id="{AB35F2D1-F145-B737-B26F-3DBA5E9D5517}"/>
              </a:ext>
            </a:extLst>
          </p:cNvPr>
          <p:cNvGrpSpPr/>
          <p:nvPr/>
        </p:nvGrpSpPr>
        <p:grpSpPr>
          <a:xfrm>
            <a:off x="9225626" y="2166734"/>
            <a:ext cx="2063822" cy="2063822"/>
            <a:chOff x="7203243" y="4702629"/>
            <a:chExt cx="1487911" cy="1487911"/>
          </a:xfrm>
        </p:grpSpPr>
        <p:sp>
          <p:nvSpPr>
            <p:cNvPr id="209" name="Arco 208">
              <a:extLst>
                <a:ext uri="{FF2B5EF4-FFF2-40B4-BE49-F238E27FC236}">
                  <a16:creationId xmlns:a16="http://schemas.microsoft.com/office/drawing/2014/main" id="{70F6F49E-D602-6374-8DFA-535B8E325B3A}"/>
                </a:ext>
              </a:extLst>
            </p:cNvPr>
            <p:cNvSpPr/>
            <p:nvPr/>
          </p:nvSpPr>
          <p:spPr>
            <a:xfrm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  <p:sp>
          <p:nvSpPr>
            <p:cNvPr id="210" name="Arco 209">
              <a:extLst>
                <a:ext uri="{FF2B5EF4-FFF2-40B4-BE49-F238E27FC236}">
                  <a16:creationId xmlns:a16="http://schemas.microsoft.com/office/drawing/2014/main" id="{1247CBFE-0402-236D-76A6-AEF900665605}"/>
                </a:ext>
              </a:extLst>
            </p:cNvPr>
            <p:cNvSpPr/>
            <p:nvPr/>
          </p:nvSpPr>
          <p:spPr>
            <a:xfrm flipH="1">
              <a:off x="7203243" y="4702629"/>
              <a:ext cx="1487911" cy="1487911"/>
            </a:xfrm>
            <a:prstGeom prst="arc">
              <a:avLst/>
            </a:prstGeom>
            <a:noFill/>
            <a:ln w="15875">
              <a:solidFill>
                <a:srgbClr val="DBDBDB"/>
              </a:solidFill>
              <a:prstDash val="solid"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 kern="0">
                <a:solidFill>
                  <a:prstClr val="black"/>
                </a:solidFill>
                <a:latin typeface="Aptos"/>
              </a:endParaRPr>
            </a:p>
          </p:txBody>
        </p:sp>
      </p:grpSp>
      <p:grpSp>
        <p:nvGrpSpPr>
          <p:cNvPr id="211" name="Group 109">
            <a:extLst>
              <a:ext uri="{FF2B5EF4-FFF2-40B4-BE49-F238E27FC236}">
                <a16:creationId xmlns:a16="http://schemas.microsoft.com/office/drawing/2014/main" id="{7DC8A4AC-F7C3-E39B-FFBE-321CD638F7D6}"/>
              </a:ext>
            </a:extLst>
          </p:cNvPr>
          <p:cNvGrpSpPr/>
          <p:nvPr/>
        </p:nvGrpSpPr>
        <p:grpSpPr>
          <a:xfrm>
            <a:off x="6961422" y="2988332"/>
            <a:ext cx="403745" cy="403746"/>
            <a:chOff x="1742661" y="2224089"/>
            <a:chExt cx="339722" cy="339722"/>
          </a:xfrm>
          <a:solidFill>
            <a:srgbClr val="ABA5A0"/>
          </a:solidFill>
          <a:effectLst/>
        </p:grpSpPr>
        <p:sp>
          <p:nvSpPr>
            <p:cNvPr id="212" name="Freeform: Shape 108">
              <a:extLst>
                <a:ext uri="{FF2B5EF4-FFF2-40B4-BE49-F238E27FC236}">
                  <a16:creationId xmlns:a16="http://schemas.microsoft.com/office/drawing/2014/main" id="{92461A9B-C623-A303-BDC8-3E702DF285C1}"/>
                </a:ext>
              </a:extLst>
            </p:cNvPr>
            <p:cNvSpPr/>
            <p:nvPr/>
          </p:nvSpPr>
          <p:spPr>
            <a:xfrm>
              <a:off x="1742661" y="2224089"/>
              <a:ext cx="339722" cy="339722"/>
            </a:xfrm>
            <a:custGeom>
              <a:avLst/>
              <a:gdLst>
                <a:gd name="connsiteX0" fmla="*/ 219075 w 219074"/>
                <a:gd name="connsiteY0" fmla="*/ 109538 h 219075"/>
                <a:gd name="connsiteX1" fmla="*/ 109538 w 219074"/>
                <a:gd name="connsiteY1" fmla="*/ 219075 h 219075"/>
                <a:gd name="connsiteX2" fmla="*/ 0 w 219074"/>
                <a:gd name="connsiteY2" fmla="*/ 109538 h 219075"/>
                <a:gd name="connsiteX3" fmla="*/ 109538 w 219074"/>
                <a:gd name="connsiteY3" fmla="*/ 0 h 219075"/>
                <a:gd name="connsiteX4" fmla="*/ 219075 w 219074"/>
                <a:gd name="connsiteY4" fmla="*/ 109538 h 219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074" h="219075">
                  <a:moveTo>
                    <a:pt x="219075" y="109538"/>
                  </a:moveTo>
                  <a:cubicBezTo>
                    <a:pt x="219075" y="170033"/>
                    <a:pt x="170033" y="219075"/>
                    <a:pt x="109538" y="219075"/>
                  </a:cubicBezTo>
                  <a:cubicBezTo>
                    <a:pt x="49042" y="219075"/>
                    <a:pt x="0" y="170033"/>
                    <a:pt x="0" y="109538"/>
                  </a:cubicBezTo>
                  <a:cubicBezTo>
                    <a:pt x="0" y="49042"/>
                    <a:pt x="49042" y="0"/>
                    <a:pt x="109538" y="0"/>
                  </a:cubicBezTo>
                  <a:cubicBezTo>
                    <a:pt x="170033" y="0"/>
                    <a:pt x="219075" y="49042"/>
                    <a:pt x="219075" y="10953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  <p:sp>
          <p:nvSpPr>
            <p:cNvPr id="213" name="Freeform: Shape 107">
              <a:extLst>
                <a:ext uri="{FF2B5EF4-FFF2-40B4-BE49-F238E27FC236}">
                  <a16:creationId xmlns:a16="http://schemas.microsoft.com/office/drawing/2014/main" id="{85397945-4352-68B0-D38D-C6A540176684}"/>
                </a:ext>
              </a:extLst>
            </p:cNvPr>
            <p:cNvSpPr/>
            <p:nvPr/>
          </p:nvSpPr>
          <p:spPr>
            <a:xfrm>
              <a:off x="1847166" y="2336899"/>
              <a:ext cx="117366" cy="113936"/>
            </a:xfrm>
            <a:custGeom>
              <a:avLst/>
              <a:gdLst>
                <a:gd name="connsiteX0" fmla="*/ 95 w 134457"/>
                <a:gd name="connsiteY0" fmla="*/ 60556 h 130529"/>
                <a:gd name="connsiteX1" fmla="*/ 9620 w 134457"/>
                <a:gd name="connsiteY1" fmla="*/ 51031 h 130529"/>
                <a:gd name="connsiteX2" fmla="*/ 81344 w 134457"/>
                <a:gd name="connsiteY2" fmla="*/ 51031 h 130529"/>
                <a:gd name="connsiteX3" fmla="*/ 84392 w 134457"/>
                <a:gd name="connsiteY3" fmla="*/ 43982 h 130529"/>
                <a:gd name="connsiteX4" fmla="*/ 61817 w 134457"/>
                <a:gd name="connsiteY4" fmla="*/ 19312 h 130529"/>
                <a:gd name="connsiteX5" fmla="*/ 62103 w 134457"/>
                <a:gd name="connsiteY5" fmla="*/ 5596 h 130529"/>
                <a:gd name="connsiteX6" fmla="*/ 64960 w 134457"/>
                <a:gd name="connsiteY6" fmla="*/ 2739 h 130529"/>
                <a:gd name="connsiteX7" fmla="*/ 78296 w 134457"/>
                <a:gd name="connsiteY7" fmla="*/ 2834 h 130529"/>
                <a:gd name="connsiteX8" fmla="*/ 131731 w 134457"/>
                <a:gd name="connsiteY8" fmla="*/ 58365 h 130529"/>
                <a:gd name="connsiteX9" fmla="*/ 131826 w 134457"/>
                <a:gd name="connsiteY9" fmla="*/ 72176 h 130529"/>
                <a:gd name="connsiteX10" fmla="*/ 79248 w 134457"/>
                <a:gd name="connsiteY10" fmla="*/ 127612 h 130529"/>
                <a:gd name="connsiteX11" fmla="*/ 65913 w 134457"/>
                <a:gd name="connsiteY11" fmla="*/ 127802 h 130529"/>
                <a:gd name="connsiteX12" fmla="*/ 63055 w 134457"/>
                <a:gd name="connsiteY12" fmla="*/ 124945 h 130529"/>
                <a:gd name="connsiteX13" fmla="*/ 62675 w 134457"/>
                <a:gd name="connsiteY13" fmla="*/ 111133 h 130529"/>
                <a:gd name="connsiteX14" fmla="*/ 84582 w 134457"/>
                <a:gd name="connsiteY14" fmla="*/ 86654 h 130529"/>
                <a:gd name="connsiteX15" fmla="*/ 81439 w 134457"/>
                <a:gd name="connsiteY15" fmla="*/ 79510 h 130529"/>
                <a:gd name="connsiteX16" fmla="*/ 9525 w 134457"/>
                <a:gd name="connsiteY16" fmla="*/ 79510 h 130529"/>
                <a:gd name="connsiteX17" fmla="*/ 0 w 134457"/>
                <a:gd name="connsiteY17" fmla="*/ 69985 h 130529"/>
                <a:gd name="connsiteX18" fmla="*/ 0 w 134457"/>
                <a:gd name="connsiteY18" fmla="*/ 60556 h 13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4457" h="130529">
                  <a:moveTo>
                    <a:pt x="95" y="60556"/>
                  </a:moveTo>
                  <a:cubicBezTo>
                    <a:pt x="95" y="55317"/>
                    <a:pt x="4381" y="51031"/>
                    <a:pt x="9620" y="51031"/>
                  </a:cubicBezTo>
                  <a:lnTo>
                    <a:pt x="81344" y="51031"/>
                  </a:lnTo>
                  <a:cubicBezTo>
                    <a:pt x="86582" y="51031"/>
                    <a:pt x="88011" y="47887"/>
                    <a:pt x="84392" y="43982"/>
                  </a:cubicBezTo>
                  <a:lnTo>
                    <a:pt x="61817" y="19312"/>
                  </a:lnTo>
                  <a:cubicBezTo>
                    <a:pt x="58293" y="15407"/>
                    <a:pt x="58388" y="9216"/>
                    <a:pt x="62103" y="5596"/>
                  </a:cubicBezTo>
                  <a:lnTo>
                    <a:pt x="64960" y="2739"/>
                  </a:lnTo>
                  <a:cubicBezTo>
                    <a:pt x="68675" y="-976"/>
                    <a:pt x="74676" y="-881"/>
                    <a:pt x="78296" y="2834"/>
                  </a:cubicBezTo>
                  <a:lnTo>
                    <a:pt x="131731" y="58365"/>
                  </a:lnTo>
                  <a:cubicBezTo>
                    <a:pt x="135350" y="62175"/>
                    <a:pt x="135350" y="68366"/>
                    <a:pt x="131826" y="72176"/>
                  </a:cubicBezTo>
                  <a:lnTo>
                    <a:pt x="79248" y="127612"/>
                  </a:lnTo>
                  <a:cubicBezTo>
                    <a:pt x="75628" y="131422"/>
                    <a:pt x="69628" y="131517"/>
                    <a:pt x="65913" y="127802"/>
                  </a:cubicBezTo>
                  <a:lnTo>
                    <a:pt x="63055" y="124945"/>
                  </a:lnTo>
                  <a:cubicBezTo>
                    <a:pt x="59341" y="121230"/>
                    <a:pt x="59150" y="115039"/>
                    <a:pt x="62675" y="111133"/>
                  </a:cubicBezTo>
                  <a:lnTo>
                    <a:pt x="84582" y="86654"/>
                  </a:lnTo>
                  <a:cubicBezTo>
                    <a:pt x="88106" y="82749"/>
                    <a:pt x="86677" y="79510"/>
                    <a:pt x="81439" y="79510"/>
                  </a:cubicBezTo>
                  <a:lnTo>
                    <a:pt x="9525" y="79510"/>
                  </a:lnTo>
                  <a:cubicBezTo>
                    <a:pt x="4286" y="79510"/>
                    <a:pt x="0" y="75224"/>
                    <a:pt x="0" y="69985"/>
                  </a:cubicBezTo>
                  <a:lnTo>
                    <a:pt x="0" y="6055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</p:grpSp>
      <p:grpSp>
        <p:nvGrpSpPr>
          <p:cNvPr id="214" name="Group 109">
            <a:extLst>
              <a:ext uri="{FF2B5EF4-FFF2-40B4-BE49-F238E27FC236}">
                <a16:creationId xmlns:a16="http://schemas.microsoft.com/office/drawing/2014/main" id="{8E29AEAC-021C-DFCC-4097-1DA11928449C}"/>
              </a:ext>
            </a:extLst>
          </p:cNvPr>
          <p:cNvGrpSpPr/>
          <p:nvPr/>
        </p:nvGrpSpPr>
        <p:grpSpPr>
          <a:xfrm>
            <a:off x="4864767" y="2988332"/>
            <a:ext cx="403745" cy="403746"/>
            <a:chOff x="1742661" y="2224089"/>
            <a:chExt cx="339722" cy="339722"/>
          </a:xfrm>
          <a:solidFill>
            <a:srgbClr val="ABA5A0"/>
          </a:solidFill>
          <a:effectLst/>
        </p:grpSpPr>
        <p:sp>
          <p:nvSpPr>
            <p:cNvPr id="215" name="Freeform: Shape 108">
              <a:extLst>
                <a:ext uri="{FF2B5EF4-FFF2-40B4-BE49-F238E27FC236}">
                  <a16:creationId xmlns:a16="http://schemas.microsoft.com/office/drawing/2014/main" id="{E6DCA72E-53CE-A227-835E-688F17130FBD}"/>
                </a:ext>
              </a:extLst>
            </p:cNvPr>
            <p:cNvSpPr/>
            <p:nvPr/>
          </p:nvSpPr>
          <p:spPr>
            <a:xfrm>
              <a:off x="1742661" y="2224089"/>
              <a:ext cx="339722" cy="339722"/>
            </a:xfrm>
            <a:custGeom>
              <a:avLst/>
              <a:gdLst>
                <a:gd name="connsiteX0" fmla="*/ 219075 w 219074"/>
                <a:gd name="connsiteY0" fmla="*/ 109538 h 219075"/>
                <a:gd name="connsiteX1" fmla="*/ 109538 w 219074"/>
                <a:gd name="connsiteY1" fmla="*/ 219075 h 219075"/>
                <a:gd name="connsiteX2" fmla="*/ 0 w 219074"/>
                <a:gd name="connsiteY2" fmla="*/ 109538 h 219075"/>
                <a:gd name="connsiteX3" fmla="*/ 109538 w 219074"/>
                <a:gd name="connsiteY3" fmla="*/ 0 h 219075"/>
                <a:gd name="connsiteX4" fmla="*/ 219075 w 219074"/>
                <a:gd name="connsiteY4" fmla="*/ 109538 h 219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074" h="219075">
                  <a:moveTo>
                    <a:pt x="219075" y="109538"/>
                  </a:moveTo>
                  <a:cubicBezTo>
                    <a:pt x="219075" y="170033"/>
                    <a:pt x="170033" y="219075"/>
                    <a:pt x="109538" y="219075"/>
                  </a:cubicBezTo>
                  <a:cubicBezTo>
                    <a:pt x="49042" y="219075"/>
                    <a:pt x="0" y="170033"/>
                    <a:pt x="0" y="109538"/>
                  </a:cubicBezTo>
                  <a:cubicBezTo>
                    <a:pt x="0" y="49042"/>
                    <a:pt x="49042" y="0"/>
                    <a:pt x="109538" y="0"/>
                  </a:cubicBezTo>
                  <a:cubicBezTo>
                    <a:pt x="170033" y="0"/>
                    <a:pt x="219075" y="49042"/>
                    <a:pt x="219075" y="10953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  <p:sp>
          <p:nvSpPr>
            <p:cNvPr id="216" name="Freeform: Shape 107">
              <a:extLst>
                <a:ext uri="{FF2B5EF4-FFF2-40B4-BE49-F238E27FC236}">
                  <a16:creationId xmlns:a16="http://schemas.microsoft.com/office/drawing/2014/main" id="{A200277F-3D98-5C4E-5E48-17E24FD96FE5}"/>
                </a:ext>
              </a:extLst>
            </p:cNvPr>
            <p:cNvSpPr/>
            <p:nvPr/>
          </p:nvSpPr>
          <p:spPr>
            <a:xfrm>
              <a:off x="1847166" y="2336899"/>
              <a:ext cx="117366" cy="113936"/>
            </a:xfrm>
            <a:custGeom>
              <a:avLst/>
              <a:gdLst>
                <a:gd name="connsiteX0" fmla="*/ 95 w 134457"/>
                <a:gd name="connsiteY0" fmla="*/ 60556 h 130529"/>
                <a:gd name="connsiteX1" fmla="*/ 9620 w 134457"/>
                <a:gd name="connsiteY1" fmla="*/ 51031 h 130529"/>
                <a:gd name="connsiteX2" fmla="*/ 81344 w 134457"/>
                <a:gd name="connsiteY2" fmla="*/ 51031 h 130529"/>
                <a:gd name="connsiteX3" fmla="*/ 84392 w 134457"/>
                <a:gd name="connsiteY3" fmla="*/ 43982 h 130529"/>
                <a:gd name="connsiteX4" fmla="*/ 61817 w 134457"/>
                <a:gd name="connsiteY4" fmla="*/ 19312 h 130529"/>
                <a:gd name="connsiteX5" fmla="*/ 62103 w 134457"/>
                <a:gd name="connsiteY5" fmla="*/ 5596 h 130529"/>
                <a:gd name="connsiteX6" fmla="*/ 64960 w 134457"/>
                <a:gd name="connsiteY6" fmla="*/ 2739 h 130529"/>
                <a:gd name="connsiteX7" fmla="*/ 78296 w 134457"/>
                <a:gd name="connsiteY7" fmla="*/ 2834 h 130529"/>
                <a:gd name="connsiteX8" fmla="*/ 131731 w 134457"/>
                <a:gd name="connsiteY8" fmla="*/ 58365 h 130529"/>
                <a:gd name="connsiteX9" fmla="*/ 131826 w 134457"/>
                <a:gd name="connsiteY9" fmla="*/ 72176 h 130529"/>
                <a:gd name="connsiteX10" fmla="*/ 79248 w 134457"/>
                <a:gd name="connsiteY10" fmla="*/ 127612 h 130529"/>
                <a:gd name="connsiteX11" fmla="*/ 65913 w 134457"/>
                <a:gd name="connsiteY11" fmla="*/ 127802 h 130529"/>
                <a:gd name="connsiteX12" fmla="*/ 63055 w 134457"/>
                <a:gd name="connsiteY12" fmla="*/ 124945 h 130529"/>
                <a:gd name="connsiteX13" fmla="*/ 62675 w 134457"/>
                <a:gd name="connsiteY13" fmla="*/ 111133 h 130529"/>
                <a:gd name="connsiteX14" fmla="*/ 84582 w 134457"/>
                <a:gd name="connsiteY14" fmla="*/ 86654 h 130529"/>
                <a:gd name="connsiteX15" fmla="*/ 81439 w 134457"/>
                <a:gd name="connsiteY15" fmla="*/ 79510 h 130529"/>
                <a:gd name="connsiteX16" fmla="*/ 9525 w 134457"/>
                <a:gd name="connsiteY16" fmla="*/ 79510 h 130529"/>
                <a:gd name="connsiteX17" fmla="*/ 0 w 134457"/>
                <a:gd name="connsiteY17" fmla="*/ 69985 h 130529"/>
                <a:gd name="connsiteX18" fmla="*/ 0 w 134457"/>
                <a:gd name="connsiteY18" fmla="*/ 60556 h 13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4457" h="130529">
                  <a:moveTo>
                    <a:pt x="95" y="60556"/>
                  </a:moveTo>
                  <a:cubicBezTo>
                    <a:pt x="95" y="55317"/>
                    <a:pt x="4381" y="51031"/>
                    <a:pt x="9620" y="51031"/>
                  </a:cubicBezTo>
                  <a:lnTo>
                    <a:pt x="81344" y="51031"/>
                  </a:lnTo>
                  <a:cubicBezTo>
                    <a:pt x="86582" y="51031"/>
                    <a:pt x="88011" y="47887"/>
                    <a:pt x="84392" y="43982"/>
                  </a:cubicBezTo>
                  <a:lnTo>
                    <a:pt x="61817" y="19312"/>
                  </a:lnTo>
                  <a:cubicBezTo>
                    <a:pt x="58293" y="15407"/>
                    <a:pt x="58388" y="9216"/>
                    <a:pt x="62103" y="5596"/>
                  </a:cubicBezTo>
                  <a:lnTo>
                    <a:pt x="64960" y="2739"/>
                  </a:lnTo>
                  <a:cubicBezTo>
                    <a:pt x="68675" y="-976"/>
                    <a:pt x="74676" y="-881"/>
                    <a:pt x="78296" y="2834"/>
                  </a:cubicBezTo>
                  <a:lnTo>
                    <a:pt x="131731" y="58365"/>
                  </a:lnTo>
                  <a:cubicBezTo>
                    <a:pt x="135350" y="62175"/>
                    <a:pt x="135350" y="68366"/>
                    <a:pt x="131826" y="72176"/>
                  </a:cubicBezTo>
                  <a:lnTo>
                    <a:pt x="79248" y="127612"/>
                  </a:lnTo>
                  <a:cubicBezTo>
                    <a:pt x="75628" y="131422"/>
                    <a:pt x="69628" y="131517"/>
                    <a:pt x="65913" y="127802"/>
                  </a:cubicBezTo>
                  <a:lnTo>
                    <a:pt x="63055" y="124945"/>
                  </a:lnTo>
                  <a:cubicBezTo>
                    <a:pt x="59341" y="121230"/>
                    <a:pt x="59150" y="115039"/>
                    <a:pt x="62675" y="111133"/>
                  </a:cubicBezTo>
                  <a:lnTo>
                    <a:pt x="84582" y="86654"/>
                  </a:lnTo>
                  <a:cubicBezTo>
                    <a:pt x="88106" y="82749"/>
                    <a:pt x="86677" y="79510"/>
                    <a:pt x="81439" y="79510"/>
                  </a:cubicBezTo>
                  <a:lnTo>
                    <a:pt x="9525" y="79510"/>
                  </a:lnTo>
                  <a:cubicBezTo>
                    <a:pt x="4286" y="79510"/>
                    <a:pt x="0" y="75224"/>
                    <a:pt x="0" y="69985"/>
                  </a:cubicBezTo>
                  <a:lnTo>
                    <a:pt x="0" y="6055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</p:grpSp>
      <p:grpSp>
        <p:nvGrpSpPr>
          <p:cNvPr id="217" name="Group 109">
            <a:extLst>
              <a:ext uri="{FF2B5EF4-FFF2-40B4-BE49-F238E27FC236}">
                <a16:creationId xmlns:a16="http://schemas.microsoft.com/office/drawing/2014/main" id="{7485909F-4388-EA3A-2941-CADE33954A88}"/>
              </a:ext>
            </a:extLst>
          </p:cNvPr>
          <p:cNvGrpSpPr/>
          <p:nvPr/>
        </p:nvGrpSpPr>
        <p:grpSpPr>
          <a:xfrm>
            <a:off x="9030367" y="2988332"/>
            <a:ext cx="403745" cy="403746"/>
            <a:chOff x="1742661" y="2224089"/>
            <a:chExt cx="339722" cy="339722"/>
          </a:xfrm>
          <a:solidFill>
            <a:srgbClr val="ABA5A0"/>
          </a:solidFill>
          <a:effectLst/>
        </p:grpSpPr>
        <p:sp>
          <p:nvSpPr>
            <p:cNvPr id="218" name="Freeform: Shape 108">
              <a:extLst>
                <a:ext uri="{FF2B5EF4-FFF2-40B4-BE49-F238E27FC236}">
                  <a16:creationId xmlns:a16="http://schemas.microsoft.com/office/drawing/2014/main" id="{218E7461-6DEF-DDB0-1312-FCF8182E1C34}"/>
                </a:ext>
              </a:extLst>
            </p:cNvPr>
            <p:cNvSpPr/>
            <p:nvPr/>
          </p:nvSpPr>
          <p:spPr>
            <a:xfrm>
              <a:off x="1742661" y="2224089"/>
              <a:ext cx="339722" cy="339722"/>
            </a:xfrm>
            <a:custGeom>
              <a:avLst/>
              <a:gdLst>
                <a:gd name="connsiteX0" fmla="*/ 219075 w 219074"/>
                <a:gd name="connsiteY0" fmla="*/ 109538 h 219075"/>
                <a:gd name="connsiteX1" fmla="*/ 109538 w 219074"/>
                <a:gd name="connsiteY1" fmla="*/ 219075 h 219075"/>
                <a:gd name="connsiteX2" fmla="*/ 0 w 219074"/>
                <a:gd name="connsiteY2" fmla="*/ 109538 h 219075"/>
                <a:gd name="connsiteX3" fmla="*/ 109538 w 219074"/>
                <a:gd name="connsiteY3" fmla="*/ 0 h 219075"/>
                <a:gd name="connsiteX4" fmla="*/ 219075 w 219074"/>
                <a:gd name="connsiteY4" fmla="*/ 109538 h 219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074" h="219075">
                  <a:moveTo>
                    <a:pt x="219075" y="109538"/>
                  </a:moveTo>
                  <a:cubicBezTo>
                    <a:pt x="219075" y="170033"/>
                    <a:pt x="170033" y="219075"/>
                    <a:pt x="109538" y="219075"/>
                  </a:cubicBezTo>
                  <a:cubicBezTo>
                    <a:pt x="49042" y="219075"/>
                    <a:pt x="0" y="170033"/>
                    <a:pt x="0" y="109538"/>
                  </a:cubicBezTo>
                  <a:cubicBezTo>
                    <a:pt x="0" y="49042"/>
                    <a:pt x="49042" y="0"/>
                    <a:pt x="109538" y="0"/>
                  </a:cubicBezTo>
                  <a:cubicBezTo>
                    <a:pt x="170033" y="0"/>
                    <a:pt x="219075" y="49042"/>
                    <a:pt x="219075" y="10953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  <p:sp>
          <p:nvSpPr>
            <p:cNvPr id="219" name="Freeform: Shape 107">
              <a:extLst>
                <a:ext uri="{FF2B5EF4-FFF2-40B4-BE49-F238E27FC236}">
                  <a16:creationId xmlns:a16="http://schemas.microsoft.com/office/drawing/2014/main" id="{34DA525C-1272-D1B9-58F9-47E5558FEB1E}"/>
                </a:ext>
              </a:extLst>
            </p:cNvPr>
            <p:cNvSpPr/>
            <p:nvPr/>
          </p:nvSpPr>
          <p:spPr>
            <a:xfrm>
              <a:off x="1847166" y="2336899"/>
              <a:ext cx="117366" cy="113936"/>
            </a:xfrm>
            <a:custGeom>
              <a:avLst/>
              <a:gdLst>
                <a:gd name="connsiteX0" fmla="*/ 95 w 134457"/>
                <a:gd name="connsiteY0" fmla="*/ 60556 h 130529"/>
                <a:gd name="connsiteX1" fmla="*/ 9620 w 134457"/>
                <a:gd name="connsiteY1" fmla="*/ 51031 h 130529"/>
                <a:gd name="connsiteX2" fmla="*/ 81344 w 134457"/>
                <a:gd name="connsiteY2" fmla="*/ 51031 h 130529"/>
                <a:gd name="connsiteX3" fmla="*/ 84392 w 134457"/>
                <a:gd name="connsiteY3" fmla="*/ 43982 h 130529"/>
                <a:gd name="connsiteX4" fmla="*/ 61817 w 134457"/>
                <a:gd name="connsiteY4" fmla="*/ 19312 h 130529"/>
                <a:gd name="connsiteX5" fmla="*/ 62103 w 134457"/>
                <a:gd name="connsiteY5" fmla="*/ 5596 h 130529"/>
                <a:gd name="connsiteX6" fmla="*/ 64960 w 134457"/>
                <a:gd name="connsiteY6" fmla="*/ 2739 h 130529"/>
                <a:gd name="connsiteX7" fmla="*/ 78296 w 134457"/>
                <a:gd name="connsiteY7" fmla="*/ 2834 h 130529"/>
                <a:gd name="connsiteX8" fmla="*/ 131731 w 134457"/>
                <a:gd name="connsiteY8" fmla="*/ 58365 h 130529"/>
                <a:gd name="connsiteX9" fmla="*/ 131826 w 134457"/>
                <a:gd name="connsiteY9" fmla="*/ 72176 h 130529"/>
                <a:gd name="connsiteX10" fmla="*/ 79248 w 134457"/>
                <a:gd name="connsiteY10" fmla="*/ 127612 h 130529"/>
                <a:gd name="connsiteX11" fmla="*/ 65913 w 134457"/>
                <a:gd name="connsiteY11" fmla="*/ 127802 h 130529"/>
                <a:gd name="connsiteX12" fmla="*/ 63055 w 134457"/>
                <a:gd name="connsiteY12" fmla="*/ 124945 h 130529"/>
                <a:gd name="connsiteX13" fmla="*/ 62675 w 134457"/>
                <a:gd name="connsiteY13" fmla="*/ 111133 h 130529"/>
                <a:gd name="connsiteX14" fmla="*/ 84582 w 134457"/>
                <a:gd name="connsiteY14" fmla="*/ 86654 h 130529"/>
                <a:gd name="connsiteX15" fmla="*/ 81439 w 134457"/>
                <a:gd name="connsiteY15" fmla="*/ 79510 h 130529"/>
                <a:gd name="connsiteX16" fmla="*/ 9525 w 134457"/>
                <a:gd name="connsiteY16" fmla="*/ 79510 h 130529"/>
                <a:gd name="connsiteX17" fmla="*/ 0 w 134457"/>
                <a:gd name="connsiteY17" fmla="*/ 69985 h 130529"/>
                <a:gd name="connsiteX18" fmla="*/ 0 w 134457"/>
                <a:gd name="connsiteY18" fmla="*/ 60556 h 13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4457" h="130529">
                  <a:moveTo>
                    <a:pt x="95" y="60556"/>
                  </a:moveTo>
                  <a:cubicBezTo>
                    <a:pt x="95" y="55317"/>
                    <a:pt x="4381" y="51031"/>
                    <a:pt x="9620" y="51031"/>
                  </a:cubicBezTo>
                  <a:lnTo>
                    <a:pt x="81344" y="51031"/>
                  </a:lnTo>
                  <a:cubicBezTo>
                    <a:pt x="86582" y="51031"/>
                    <a:pt x="88011" y="47887"/>
                    <a:pt x="84392" y="43982"/>
                  </a:cubicBezTo>
                  <a:lnTo>
                    <a:pt x="61817" y="19312"/>
                  </a:lnTo>
                  <a:cubicBezTo>
                    <a:pt x="58293" y="15407"/>
                    <a:pt x="58388" y="9216"/>
                    <a:pt x="62103" y="5596"/>
                  </a:cubicBezTo>
                  <a:lnTo>
                    <a:pt x="64960" y="2739"/>
                  </a:lnTo>
                  <a:cubicBezTo>
                    <a:pt x="68675" y="-976"/>
                    <a:pt x="74676" y="-881"/>
                    <a:pt x="78296" y="2834"/>
                  </a:cubicBezTo>
                  <a:lnTo>
                    <a:pt x="131731" y="58365"/>
                  </a:lnTo>
                  <a:cubicBezTo>
                    <a:pt x="135350" y="62175"/>
                    <a:pt x="135350" y="68366"/>
                    <a:pt x="131826" y="72176"/>
                  </a:cubicBezTo>
                  <a:lnTo>
                    <a:pt x="79248" y="127612"/>
                  </a:lnTo>
                  <a:cubicBezTo>
                    <a:pt x="75628" y="131422"/>
                    <a:pt x="69628" y="131517"/>
                    <a:pt x="65913" y="127802"/>
                  </a:cubicBezTo>
                  <a:lnTo>
                    <a:pt x="63055" y="124945"/>
                  </a:lnTo>
                  <a:cubicBezTo>
                    <a:pt x="59341" y="121230"/>
                    <a:pt x="59150" y="115039"/>
                    <a:pt x="62675" y="111133"/>
                  </a:cubicBezTo>
                  <a:lnTo>
                    <a:pt x="84582" y="86654"/>
                  </a:lnTo>
                  <a:cubicBezTo>
                    <a:pt x="88106" y="82749"/>
                    <a:pt x="86677" y="79510"/>
                    <a:pt x="81439" y="79510"/>
                  </a:cubicBezTo>
                  <a:lnTo>
                    <a:pt x="9525" y="79510"/>
                  </a:lnTo>
                  <a:cubicBezTo>
                    <a:pt x="4286" y="79510"/>
                    <a:pt x="0" y="75224"/>
                    <a:pt x="0" y="69985"/>
                  </a:cubicBezTo>
                  <a:lnTo>
                    <a:pt x="0" y="6055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</p:grpSp>
      <p:sp>
        <p:nvSpPr>
          <p:cNvPr id="224" name="Rectangle 128">
            <a:extLst>
              <a:ext uri="{FF2B5EF4-FFF2-40B4-BE49-F238E27FC236}">
                <a16:creationId xmlns:a16="http://schemas.microsoft.com/office/drawing/2014/main" id="{5770966C-9C3A-9722-0C9E-3CECD3CEDAC2}"/>
              </a:ext>
            </a:extLst>
          </p:cNvPr>
          <p:cNvSpPr/>
          <p:nvPr/>
        </p:nvSpPr>
        <p:spPr>
          <a:xfrm>
            <a:off x="2812440" y="1354012"/>
            <a:ext cx="2522196" cy="3960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400">
                <a:latin typeface="Aptos" panose="020B0004020202020204" pitchFamily="34" charset="0"/>
              </a:rPr>
              <a:t>NUEVA PLANTA</a:t>
            </a:r>
          </a:p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200" b="1">
                <a:latin typeface="Aptos" panose="020B0004020202020204" pitchFamily="34" charset="0"/>
              </a:rPr>
              <a:t>FRAGANCIAS</a:t>
            </a:r>
            <a:endParaRPr lang="en-US" sz="1200" b="1">
              <a:latin typeface="Aptos" panose="020B0004020202020204" pitchFamily="34" charset="0"/>
            </a:endParaRPr>
          </a:p>
        </p:txBody>
      </p:sp>
      <p:cxnSp>
        <p:nvCxnSpPr>
          <p:cNvPr id="225" name="Conector recto 224">
            <a:extLst>
              <a:ext uri="{FF2B5EF4-FFF2-40B4-BE49-F238E27FC236}">
                <a16:creationId xmlns:a16="http://schemas.microsoft.com/office/drawing/2014/main" id="{17F84D1F-00A2-D168-1810-68ACEB27AD63}"/>
              </a:ext>
            </a:extLst>
          </p:cNvPr>
          <p:cNvCxnSpPr>
            <a:cxnSpLocks/>
          </p:cNvCxnSpPr>
          <p:nvPr/>
        </p:nvCxnSpPr>
        <p:spPr>
          <a:xfrm>
            <a:off x="4057165" y="4392714"/>
            <a:ext cx="0" cy="140531"/>
          </a:xfrm>
          <a:prstGeom prst="line">
            <a:avLst/>
          </a:prstGeom>
          <a:noFill/>
          <a:ln w="28575">
            <a:solidFill>
              <a:srgbClr val="DBDBDB"/>
            </a:solidFill>
            <a:prstDash val="sysDot"/>
            <a:round/>
            <a:headEnd/>
            <a:tailEnd/>
          </a:ln>
          <a:effectLst/>
        </p:spPr>
      </p:cxnSp>
      <p:sp>
        <p:nvSpPr>
          <p:cNvPr id="227" name="Rectangle 128">
            <a:extLst>
              <a:ext uri="{FF2B5EF4-FFF2-40B4-BE49-F238E27FC236}">
                <a16:creationId xmlns:a16="http://schemas.microsoft.com/office/drawing/2014/main" id="{C7ECC0C9-A187-84BE-878F-D8E3EB006F32}"/>
              </a:ext>
            </a:extLst>
          </p:cNvPr>
          <p:cNvSpPr/>
          <p:nvPr/>
        </p:nvSpPr>
        <p:spPr>
          <a:xfrm>
            <a:off x="1074294" y="6126668"/>
            <a:ext cx="1754123" cy="15799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200" b="1">
                <a:latin typeface="Aptos" panose="020B0004020202020204" pitchFamily="34" charset="0"/>
              </a:rPr>
              <a:t>SITE SAN FERNANDO</a:t>
            </a:r>
            <a:endParaRPr lang="en-US" sz="1200" b="1">
              <a:latin typeface="Aptos" panose="020B0004020202020204" pitchFamily="34" charset="0"/>
            </a:endParaRPr>
          </a:p>
        </p:txBody>
      </p:sp>
      <p:sp>
        <p:nvSpPr>
          <p:cNvPr id="228" name="Rectangle 128">
            <a:extLst>
              <a:ext uri="{FF2B5EF4-FFF2-40B4-BE49-F238E27FC236}">
                <a16:creationId xmlns:a16="http://schemas.microsoft.com/office/drawing/2014/main" id="{53B27904-CE83-D45E-4080-1D0AFDC7504E}"/>
              </a:ext>
            </a:extLst>
          </p:cNvPr>
          <p:cNvSpPr/>
          <p:nvPr/>
        </p:nvSpPr>
        <p:spPr>
          <a:xfrm>
            <a:off x="3161711" y="6126668"/>
            <a:ext cx="1754123" cy="15799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200" b="1">
                <a:latin typeface="Aptos" panose="020B0004020202020204" pitchFamily="34" charset="0"/>
              </a:rPr>
              <a:t>SITE TORREJÓN</a:t>
            </a:r>
            <a:endParaRPr lang="en-US" sz="1200" b="1">
              <a:latin typeface="Aptos" panose="020B0004020202020204" pitchFamily="34" charset="0"/>
            </a:endParaRPr>
          </a:p>
        </p:txBody>
      </p:sp>
      <p:sp>
        <p:nvSpPr>
          <p:cNvPr id="230" name="Rectangle 128">
            <a:extLst>
              <a:ext uri="{FF2B5EF4-FFF2-40B4-BE49-F238E27FC236}">
                <a16:creationId xmlns:a16="http://schemas.microsoft.com/office/drawing/2014/main" id="{0B65128E-ACFD-BF64-B76C-F9451547E3C9}"/>
              </a:ext>
            </a:extLst>
          </p:cNvPr>
          <p:cNvSpPr/>
          <p:nvPr/>
        </p:nvSpPr>
        <p:spPr>
          <a:xfrm>
            <a:off x="5279491" y="5050108"/>
            <a:ext cx="1665904" cy="39594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100" b="1">
                <a:latin typeface="Aptos" panose="020B0004020202020204" pitchFamily="34" charset="0"/>
              </a:rPr>
              <a:t>TORREJÓN</a:t>
            </a:r>
          </a:p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100" b="1">
                <a:latin typeface="Aptos" panose="020B0004020202020204" pitchFamily="34" charset="0"/>
              </a:rPr>
              <a:t>SAN FERNANDO</a:t>
            </a:r>
            <a:endParaRPr lang="en-US" sz="1100" b="1">
              <a:latin typeface="Aptos" panose="020B0004020202020204" pitchFamily="34" charset="0"/>
            </a:endParaRPr>
          </a:p>
        </p:txBody>
      </p:sp>
      <p:cxnSp>
        <p:nvCxnSpPr>
          <p:cNvPr id="231" name="Conector recto 230">
            <a:extLst>
              <a:ext uri="{FF2B5EF4-FFF2-40B4-BE49-F238E27FC236}">
                <a16:creationId xmlns:a16="http://schemas.microsoft.com/office/drawing/2014/main" id="{5E61736F-E4D9-B1AF-D2DD-E0EE6234EAE4}"/>
              </a:ext>
            </a:extLst>
          </p:cNvPr>
          <p:cNvCxnSpPr>
            <a:cxnSpLocks/>
          </p:cNvCxnSpPr>
          <p:nvPr/>
        </p:nvCxnSpPr>
        <p:spPr>
          <a:xfrm>
            <a:off x="6096000" y="4013974"/>
            <a:ext cx="0" cy="555063"/>
          </a:xfrm>
          <a:prstGeom prst="line">
            <a:avLst/>
          </a:prstGeom>
          <a:noFill/>
          <a:ln w="28575">
            <a:solidFill>
              <a:srgbClr val="DBDBDB"/>
            </a:solidFill>
            <a:prstDash val="sysDot"/>
            <a:round/>
            <a:headEnd/>
            <a:tailEnd/>
          </a:ln>
          <a:effectLst/>
        </p:spPr>
      </p:cxnSp>
      <p:sp>
        <p:nvSpPr>
          <p:cNvPr id="234" name="Rectangle 128">
            <a:extLst>
              <a:ext uri="{FF2B5EF4-FFF2-40B4-BE49-F238E27FC236}">
                <a16:creationId xmlns:a16="http://schemas.microsoft.com/office/drawing/2014/main" id="{B712005C-444B-05BE-EC73-AD01CE73532F}"/>
              </a:ext>
            </a:extLst>
          </p:cNvPr>
          <p:cNvSpPr/>
          <p:nvPr/>
        </p:nvSpPr>
        <p:spPr>
          <a:xfrm>
            <a:off x="5279491" y="5949652"/>
            <a:ext cx="1665904" cy="38888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100" b="1">
                <a:latin typeface="Aptos" panose="020B0004020202020204" pitchFamily="34" charset="0"/>
              </a:rPr>
              <a:t>ATZENETA </a:t>
            </a:r>
            <a:r>
              <a:rPr lang="en-ID" sz="1100">
                <a:latin typeface="Aptos" panose="020B0004020202020204" pitchFamily="34" charset="0"/>
              </a:rPr>
              <a:t>(WIPES)</a:t>
            </a:r>
          </a:p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100" b="1">
                <a:latin typeface="Aptos" panose="020B0004020202020204" pitchFamily="34" charset="0"/>
              </a:rPr>
              <a:t>LMKU </a:t>
            </a:r>
            <a:r>
              <a:rPr lang="en-ID" sz="1100">
                <a:latin typeface="Aptos" panose="020B0004020202020204" pitchFamily="34" charset="0"/>
              </a:rPr>
              <a:t>(AEROSOL)</a:t>
            </a:r>
            <a:endParaRPr lang="en-US" sz="1100">
              <a:latin typeface="Aptos" panose="020B0004020202020204" pitchFamily="34" charset="0"/>
            </a:endParaRPr>
          </a:p>
        </p:txBody>
      </p:sp>
      <p:sp>
        <p:nvSpPr>
          <p:cNvPr id="241" name="Rectangle 128">
            <a:extLst>
              <a:ext uri="{FF2B5EF4-FFF2-40B4-BE49-F238E27FC236}">
                <a16:creationId xmlns:a16="http://schemas.microsoft.com/office/drawing/2014/main" id="{C7C4387B-A749-6185-C858-88711A4F747B}"/>
              </a:ext>
            </a:extLst>
          </p:cNvPr>
          <p:cNvSpPr/>
          <p:nvPr/>
        </p:nvSpPr>
        <p:spPr>
          <a:xfrm>
            <a:off x="6924722" y="1354012"/>
            <a:ext cx="2522196" cy="3960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400">
                <a:latin typeface="Aptos" panose="020B0004020202020204" pitchFamily="34" charset="0"/>
              </a:rPr>
              <a:t>REORGANIZACIÓN</a:t>
            </a:r>
          </a:p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200" b="1">
                <a:latin typeface="Aptos" panose="020B0004020202020204" pitchFamily="34" charset="0"/>
              </a:rPr>
              <a:t>PRODUCCIONES</a:t>
            </a:r>
            <a:endParaRPr lang="en-US" sz="1200" b="1">
              <a:latin typeface="Aptos" panose="020B0004020202020204" pitchFamily="34" charset="0"/>
            </a:endParaRPr>
          </a:p>
        </p:txBody>
      </p:sp>
      <p:sp>
        <p:nvSpPr>
          <p:cNvPr id="245" name="Freeform: Shape 108">
            <a:extLst>
              <a:ext uri="{FF2B5EF4-FFF2-40B4-BE49-F238E27FC236}">
                <a16:creationId xmlns:a16="http://schemas.microsoft.com/office/drawing/2014/main" id="{89DBA451-52F6-B09F-11A1-4543B8009849}"/>
              </a:ext>
            </a:extLst>
          </p:cNvPr>
          <p:cNvSpPr/>
          <p:nvPr/>
        </p:nvSpPr>
        <p:spPr>
          <a:xfrm>
            <a:off x="11171135" y="3061221"/>
            <a:ext cx="274847" cy="274848"/>
          </a:xfrm>
          <a:custGeom>
            <a:avLst/>
            <a:gdLst>
              <a:gd name="connsiteX0" fmla="*/ 219075 w 219074"/>
              <a:gd name="connsiteY0" fmla="*/ 109538 h 219075"/>
              <a:gd name="connsiteX1" fmla="*/ 109538 w 219074"/>
              <a:gd name="connsiteY1" fmla="*/ 219075 h 219075"/>
              <a:gd name="connsiteX2" fmla="*/ 0 w 219074"/>
              <a:gd name="connsiteY2" fmla="*/ 109538 h 219075"/>
              <a:gd name="connsiteX3" fmla="*/ 109538 w 219074"/>
              <a:gd name="connsiteY3" fmla="*/ 0 h 219075"/>
              <a:gd name="connsiteX4" fmla="*/ 219075 w 219074"/>
              <a:gd name="connsiteY4" fmla="*/ 109538 h 219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9074" h="219075">
                <a:moveTo>
                  <a:pt x="219075" y="109538"/>
                </a:moveTo>
                <a:cubicBezTo>
                  <a:pt x="219075" y="170033"/>
                  <a:pt x="170033" y="219075"/>
                  <a:pt x="109538" y="219075"/>
                </a:cubicBezTo>
                <a:cubicBezTo>
                  <a:pt x="49042" y="219075"/>
                  <a:pt x="0" y="170033"/>
                  <a:pt x="0" y="109538"/>
                </a:cubicBezTo>
                <a:cubicBezTo>
                  <a:pt x="0" y="49042"/>
                  <a:pt x="49042" y="0"/>
                  <a:pt x="109538" y="0"/>
                </a:cubicBezTo>
                <a:cubicBezTo>
                  <a:pt x="170033" y="0"/>
                  <a:pt x="219075" y="49042"/>
                  <a:pt x="219075" y="109538"/>
                </a:cubicBezTo>
                <a:close/>
              </a:path>
            </a:pathLst>
          </a:custGeom>
          <a:solidFill>
            <a:srgbClr val="ABA5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solidFill>
                <a:schemeClr val="lt1"/>
              </a:solidFill>
            </a:endParaRPr>
          </a:p>
        </p:txBody>
      </p:sp>
      <p:pic>
        <p:nvPicPr>
          <p:cNvPr id="259" name="Imagen 258" descr="Imagen de la pantalla de un celular con la imagen de un edificio&#10;&#10;El contenido generado por IA puede ser incorrecto.">
            <a:extLst>
              <a:ext uri="{FF2B5EF4-FFF2-40B4-BE49-F238E27FC236}">
                <a16:creationId xmlns:a16="http://schemas.microsoft.com/office/drawing/2014/main" id="{56273458-0309-EFBF-E963-34DF9180F0C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2875" t="13180" r="9267" b="9108"/>
          <a:stretch>
            <a:fillRect/>
          </a:stretch>
        </p:blipFill>
        <p:spPr>
          <a:xfrm>
            <a:off x="3137914" y="4771133"/>
            <a:ext cx="1801451" cy="1203608"/>
          </a:xfrm>
          <a:prstGeom prst="rect">
            <a:avLst/>
          </a:prstGeom>
        </p:spPr>
      </p:pic>
      <p:pic>
        <p:nvPicPr>
          <p:cNvPr id="260" name="Imagen 259">
            <a:extLst>
              <a:ext uri="{FF2B5EF4-FFF2-40B4-BE49-F238E27FC236}">
                <a16:creationId xmlns:a16="http://schemas.microsoft.com/office/drawing/2014/main" id="{8F145765-5A96-0DAA-65DE-253D1677DA2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253" r="7380"/>
          <a:stretch>
            <a:fillRect/>
          </a:stretch>
        </p:blipFill>
        <p:spPr>
          <a:xfrm>
            <a:off x="1048659" y="4771133"/>
            <a:ext cx="1804466" cy="1176276"/>
          </a:xfrm>
          <a:prstGeom prst="rect">
            <a:avLst/>
          </a:prstGeom>
        </p:spPr>
      </p:pic>
      <p:grpSp>
        <p:nvGrpSpPr>
          <p:cNvPr id="274" name="Grupo 273">
            <a:extLst>
              <a:ext uri="{FF2B5EF4-FFF2-40B4-BE49-F238E27FC236}">
                <a16:creationId xmlns:a16="http://schemas.microsoft.com/office/drawing/2014/main" id="{ABAFF082-091F-6E72-05B9-577851F049A8}"/>
              </a:ext>
            </a:extLst>
          </p:cNvPr>
          <p:cNvGrpSpPr/>
          <p:nvPr/>
        </p:nvGrpSpPr>
        <p:grpSpPr>
          <a:xfrm>
            <a:off x="4915834" y="5584470"/>
            <a:ext cx="2396119" cy="295994"/>
            <a:chOff x="4915834" y="5228679"/>
            <a:chExt cx="2396119" cy="295994"/>
          </a:xfrm>
        </p:grpSpPr>
        <p:sp>
          <p:nvSpPr>
            <p:cNvPr id="268" name="Rectángulo 267">
              <a:extLst>
                <a:ext uri="{FF2B5EF4-FFF2-40B4-BE49-F238E27FC236}">
                  <a16:creationId xmlns:a16="http://schemas.microsoft.com/office/drawing/2014/main" id="{891FCA33-6B04-5182-1299-0A5CC73EB1F8}"/>
                </a:ext>
              </a:extLst>
            </p:cNvPr>
            <p:cNvSpPr/>
            <p:nvPr/>
          </p:nvSpPr>
          <p:spPr>
            <a:xfrm>
              <a:off x="5216865" y="5228679"/>
              <a:ext cx="1795214" cy="295994"/>
            </a:xfrm>
            <a:prstGeom prst="rect">
              <a:avLst/>
            </a:prstGeom>
            <a:solidFill>
              <a:srgbClr val="BFC4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1" name="CuadroTexto 270">
              <a:extLst>
                <a:ext uri="{FF2B5EF4-FFF2-40B4-BE49-F238E27FC236}">
                  <a16:creationId xmlns:a16="http://schemas.microsoft.com/office/drawing/2014/main" id="{EA762109-B0A6-412F-029D-39158F5AA860}"/>
                </a:ext>
              </a:extLst>
            </p:cNvPr>
            <p:cNvSpPr txBox="1"/>
            <p:nvPr/>
          </p:nvSpPr>
          <p:spPr>
            <a:xfrm>
              <a:off x="4915834" y="5262571"/>
              <a:ext cx="239611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ts val="1180"/>
                </a:lnSpc>
                <a:spcAft>
                  <a:spcPts val="600"/>
                </a:spcAft>
              </a:pPr>
              <a:r>
                <a:rPr lang="en-ID" sz="1100" b="1">
                  <a:latin typeface="Aptos" panose="020B0004020202020204" pitchFamily="34" charset="0"/>
                </a:rPr>
                <a:t>SINERGIAS H. DALER</a:t>
              </a:r>
            </a:p>
          </p:txBody>
        </p:sp>
      </p:grpSp>
      <p:grpSp>
        <p:nvGrpSpPr>
          <p:cNvPr id="275" name="Grupo 274">
            <a:extLst>
              <a:ext uri="{FF2B5EF4-FFF2-40B4-BE49-F238E27FC236}">
                <a16:creationId xmlns:a16="http://schemas.microsoft.com/office/drawing/2014/main" id="{286D356D-CAD9-62E9-8B0A-224D9E33F461}"/>
              </a:ext>
            </a:extLst>
          </p:cNvPr>
          <p:cNvGrpSpPr/>
          <p:nvPr/>
        </p:nvGrpSpPr>
        <p:grpSpPr>
          <a:xfrm>
            <a:off x="5215789" y="4680210"/>
            <a:ext cx="1777817" cy="281107"/>
            <a:chOff x="5215789" y="4328368"/>
            <a:chExt cx="1777817" cy="281107"/>
          </a:xfrm>
          <a:solidFill>
            <a:srgbClr val="7F8768"/>
          </a:solidFill>
        </p:grpSpPr>
        <p:sp>
          <p:nvSpPr>
            <p:cNvPr id="238" name="CuadroTexto 237">
              <a:extLst>
                <a:ext uri="{FF2B5EF4-FFF2-40B4-BE49-F238E27FC236}">
                  <a16:creationId xmlns:a16="http://schemas.microsoft.com/office/drawing/2014/main" id="{22E26A16-45B5-4A15-4DF4-AF0765740E08}"/>
                </a:ext>
              </a:extLst>
            </p:cNvPr>
            <p:cNvSpPr txBox="1"/>
            <p:nvPr/>
          </p:nvSpPr>
          <p:spPr>
            <a:xfrm>
              <a:off x="5216865" y="4328368"/>
              <a:ext cx="1776741" cy="2811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algn="ctr">
                <a:defRPr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en-ID"/>
            </a:p>
          </p:txBody>
        </p:sp>
        <p:sp>
          <p:nvSpPr>
            <p:cNvPr id="273" name="CuadroTexto 272">
              <a:extLst>
                <a:ext uri="{FF2B5EF4-FFF2-40B4-BE49-F238E27FC236}">
                  <a16:creationId xmlns:a16="http://schemas.microsoft.com/office/drawing/2014/main" id="{9C9A0346-C81C-3F17-5E7C-DEA4B7865748}"/>
                </a:ext>
              </a:extLst>
            </p:cNvPr>
            <p:cNvSpPr txBox="1"/>
            <p:nvPr/>
          </p:nvSpPr>
          <p:spPr>
            <a:xfrm>
              <a:off x="5215789" y="4351041"/>
              <a:ext cx="1776741" cy="2467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ts val="1180"/>
                </a:lnSpc>
                <a:spcAft>
                  <a:spcPts val="600"/>
                </a:spcAft>
              </a:pPr>
              <a:r>
                <a:rPr lang="en-ID" sz="1100" b="1">
                  <a:latin typeface="Aptos" panose="020B0004020202020204" pitchFamily="34" charset="0"/>
                </a:rPr>
                <a:t>2 SITES</a:t>
              </a:r>
            </a:p>
          </p:txBody>
        </p:sp>
      </p:grpSp>
      <p:sp>
        <p:nvSpPr>
          <p:cNvPr id="281" name="Rectángulo 280">
            <a:extLst>
              <a:ext uri="{FF2B5EF4-FFF2-40B4-BE49-F238E27FC236}">
                <a16:creationId xmlns:a16="http://schemas.microsoft.com/office/drawing/2014/main" id="{1561EA23-7684-9518-EE9A-901F1E2698D8}"/>
              </a:ext>
            </a:extLst>
          </p:cNvPr>
          <p:cNvSpPr/>
          <p:nvPr/>
        </p:nvSpPr>
        <p:spPr>
          <a:xfrm>
            <a:off x="9317984" y="4703964"/>
            <a:ext cx="1913863" cy="1641417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2" name="Rectangle 128">
            <a:extLst>
              <a:ext uri="{FF2B5EF4-FFF2-40B4-BE49-F238E27FC236}">
                <a16:creationId xmlns:a16="http://schemas.microsoft.com/office/drawing/2014/main" id="{57FE6E67-2209-E573-D5BD-9CA60EDFC317}"/>
              </a:ext>
            </a:extLst>
          </p:cNvPr>
          <p:cNvSpPr/>
          <p:nvPr/>
        </p:nvSpPr>
        <p:spPr>
          <a:xfrm>
            <a:off x="9396257" y="6126668"/>
            <a:ext cx="1754123" cy="15799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200" b="1">
                <a:latin typeface="Aptos" panose="020B0004020202020204" pitchFamily="34" charset="0"/>
              </a:rPr>
              <a:t>IZZON LAB </a:t>
            </a:r>
            <a:r>
              <a:rPr lang="en-ID" sz="1200">
                <a:latin typeface="Aptos" panose="020B0004020202020204" pitchFamily="34" charset="0"/>
              </a:rPr>
              <a:t>/ ULLDECONA</a:t>
            </a:r>
            <a:endParaRPr lang="en-US" sz="1200">
              <a:latin typeface="Aptos" panose="020B0004020202020204" pitchFamily="34" charset="0"/>
            </a:endParaRPr>
          </a:p>
        </p:txBody>
      </p:sp>
      <p:pic>
        <p:nvPicPr>
          <p:cNvPr id="283" name="Imagen 282">
            <a:extLst>
              <a:ext uri="{FF2B5EF4-FFF2-40B4-BE49-F238E27FC236}">
                <a16:creationId xmlns:a16="http://schemas.microsoft.com/office/drawing/2014/main" id="{871EF9D1-6DE4-991D-9380-3DF813C2AD6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8607" t="21391" r="24746" b="10881"/>
          <a:stretch>
            <a:fillRect/>
          </a:stretch>
        </p:blipFill>
        <p:spPr>
          <a:xfrm>
            <a:off x="9383129" y="4764192"/>
            <a:ext cx="1794081" cy="1167371"/>
          </a:xfrm>
          <a:prstGeom prst="rect">
            <a:avLst/>
          </a:prstGeom>
        </p:spPr>
      </p:pic>
      <p:sp>
        <p:nvSpPr>
          <p:cNvPr id="284" name="Rectangle 128">
            <a:extLst>
              <a:ext uri="{FF2B5EF4-FFF2-40B4-BE49-F238E27FC236}">
                <a16:creationId xmlns:a16="http://schemas.microsoft.com/office/drawing/2014/main" id="{B9325E0F-96EF-0834-1619-A99C91CB3B36}"/>
              </a:ext>
            </a:extLst>
          </p:cNvPr>
          <p:cNvSpPr/>
          <p:nvPr/>
        </p:nvSpPr>
        <p:spPr>
          <a:xfrm>
            <a:off x="9063488" y="1341736"/>
            <a:ext cx="2522196" cy="165110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ctr">
              <a:lnSpc>
                <a:spcPts val="1180"/>
              </a:lnSpc>
              <a:spcAft>
                <a:spcPts val="600"/>
              </a:spcAft>
            </a:pPr>
            <a:r>
              <a:rPr lang="en-ID" sz="1400" b="1">
                <a:latin typeface="Aptos" panose="020B0004020202020204" pitchFamily="34" charset="0"/>
              </a:rPr>
              <a:t>LMK / </a:t>
            </a:r>
            <a:r>
              <a:rPr lang="en-ID" sz="1400">
                <a:latin typeface="Aptos" panose="020B0004020202020204" pitchFamily="34" charset="0"/>
              </a:rPr>
              <a:t>ULLDECONA</a:t>
            </a:r>
          </a:p>
        </p:txBody>
      </p:sp>
      <p:cxnSp>
        <p:nvCxnSpPr>
          <p:cNvPr id="287" name="Conector recto 286">
            <a:extLst>
              <a:ext uri="{FF2B5EF4-FFF2-40B4-BE49-F238E27FC236}">
                <a16:creationId xmlns:a16="http://schemas.microsoft.com/office/drawing/2014/main" id="{99B5E28E-9115-0C0E-9CC5-B3F0BB86C337}"/>
              </a:ext>
            </a:extLst>
          </p:cNvPr>
          <p:cNvCxnSpPr>
            <a:cxnSpLocks/>
          </p:cNvCxnSpPr>
          <p:nvPr/>
        </p:nvCxnSpPr>
        <p:spPr>
          <a:xfrm>
            <a:off x="10324586" y="3998055"/>
            <a:ext cx="0" cy="473206"/>
          </a:xfrm>
          <a:prstGeom prst="line">
            <a:avLst/>
          </a:prstGeom>
          <a:noFill/>
          <a:ln w="28575">
            <a:solidFill>
              <a:srgbClr val="DBDBDB"/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292" name="Conector recto 291">
            <a:extLst>
              <a:ext uri="{FF2B5EF4-FFF2-40B4-BE49-F238E27FC236}">
                <a16:creationId xmlns:a16="http://schemas.microsoft.com/office/drawing/2014/main" id="{0A57ECE9-EC15-D673-FDFA-F55CE5DBF758}"/>
              </a:ext>
            </a:extLst>
          </p:cNvPr>
          <p:cNvCxnSpPr>
            <a:cxnSpLocks/>
          </p:cNvCxnSpPr>
          <p:nvPr/>
        </p:nvCxnSpPr>
        <p:spPr>
          <a:xfrm flipH="1">
            <a:off x="10291067" y="1578509"/>
            <a:ext cx="10906" cy="464304"/>
          </a:xfrm>
          <a:prstGeom prst="line">
            <a:avLst/>
          </a:prstGeom>
          <a:noFill/>
          <a:ln w="28575">
            <a:solidFill>
              <a:srgbClr val="DBDBDB"/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294" name="Conector recto 293">
            <a:extLst>
              <a:ext uri="{FF2B5EF4-FFF2-40B4-BE49-F238E27FC236}">
                <a16:creationId xmlns:a16="http://schemas.microsoft.com/office/drawing/2014/main" id="{A1E25DAE-7C03-676A-1D1B-292207F70FC5}"/>
              </a:ext>
            </a:extLst>
          </p:cNvPr>
          <p:cNvCxnSpPr>
            <a:cxnSpLocks/>
          </p:cNvCxnSpPr>
          <p:nvPr/>
        </p:nvCxnSpPr>
        <p:spPr>
          <a:xfrm>
            <a:off x="8191717" y="1836949"/>
            <a:ext cx="0" cy="576365"/>
          </a:xfrm>
          <a:prstGeom prst="line">
            <a:avLst/>
          </a:prstGeom>
          <a:noFill/>
          <a:ln w="28575">
            <a:solidFill>
              <a:srgbClr val="DBDBDB"/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296" name="Conector recto 295">
            <a:extLst>
              <a:ext uri="{FF2B5EF4-FFF2-40B4-BE49-F238E27FC236}">
                <a16:creationId xmlns:a16="http://schemas.microsoft.com/office/drawing/2014/main" id="{5EE6380C-17C7-F66D-5741-CEE5DC37A5C2}"/>
              </a:ext>
            </a:extLst>
          </p:cNvPr>
          <p:cNvCxnSpPr>
            <a:cxnSpLocks/>
          </p:cNvCxnSpPr>
          <p:nvPr/>
        </p:nvCxnSpPr>
        <p:spPr>
          <a:xfrm>
            <a:off x="4071779" y="1836949"/>
            <a:ext cx="0" cy="576365"/>
          </a:xfrm>
          <a:prstGeom prst="line">
            <a:avLst/>
          </a:prstGeom>
          <a:noFill/>
          <a:ln w="28575">
            <a:solidFill>
              <a:srgbClr val="DBDBDB"/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297" name="Conector recto 296">
            <a:extLst>
              <a:ext uri="{FF2B5EF4-FFF2-40B4-BE49-F238E27FC236}">
                <a16:creationId xmlns:a16="http://schemas.microsoft.com/office/drawing/2014/main" id="{D54A00F6-CE3B-7244-735B-F56AA99643B0}"/>
              </a:ext>
            </a:extLst>
          </p:cNvPr>
          <p:cNvCxnSpPr>
            <a:cxnSpLocks/>
          </p:cNvCxnSpPr>
          <p:nvPr/>
        </p:nvCxnSpPr>
        <p:spPr>
          <a:xfrm flipH="1">
            <a:off x="1951355" y="1836949"/>
            <a:ext cx="3948" cy="281300"/>
          </a:xfrm>
          <a:prstGeom prst="line">
            <a:avLst/>
          </a:prstGeom>
          <a:noFill/>
          <a:ln w="28575">
            <a:solidFill>
              <a:srgbClr val="DBDBDB"/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77527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C4B8"/>
        </a:solidFill>
        <a:effectLst/>
      </p:bgPr>
    </p:bg>
    <p:spTree>
      <p:nvGrpSpPr>
        <p:cNvPr id="1" name="Shape 597">
          <a:extLst>
            <a:ext uri="{FF2B5EF4-FFF2-40B4-BE49-F238E27FC236}">
              <a16:creationId xmlns:a16="http://schemas.microsoft.com/office/drawing/2014/main" id="{13743E2D-AAC9-1E67-5311-736B95776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DBE02861-965F-0E97-9190-C9C2CC7E1CF3}"/>
              </a:ext>
            </a:extLst>
          </p:cNvPr>
          <p:cNvSpPr/>
          <p:nvPr/>
        </p:nvSpPr>
        <p:spPr>
          <a:xfrm>
            <a:off x="622300" y="2387600"/>
            <a:ext cx="5334000" cy="33528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BDB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036771D-4BA1-D2B5-808C-D52F0BDC974D}"/>
              </a:ext>
            </a:extLst>
          </p:cNvPr>
          <p:cNvSpPr/>
          <p:nvPr/>
        </p:nvSpPr>
        <p:spPr>
          <a:xfrm>
            <a:off x="6235700" y="2387600"/>
            <a:ext cx="5334000" cy="33528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BDB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6E443E4-0AA2-D5ED-46FA-F89F1EB053CD}"/>
              </a:ext>
            </a:extLst>
          </p:cNvPr>
          <p:cNvSpPr/>
          <p:nvPr/>
        </p:nvSpPr>
        <p:spPr>
          <a:xfrm>
            <a:off x="622300" y="1905000"/>
            <a:ext cx="5334000" cy="482600"/>
          </a:xfrm>
          <a:prstGeom prst="rect">
            <a:avLst/>
          </a:prstGeom>
          <a:solidFill>
            <a:srgbClr val="8086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87400" tIns="45720" rIns="91440" bIns="45720" rtlCol="0" anchor="ctr"/>
          <a:lstStyle>
            <a:defPPr>
              <a:defRPr lang="es-ES"/>
            </a:defPPr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77"/>
            <a:r>
              <a:rPr lang="es-ES" sz="1600" b="1">
                <a:solidFill>
                  <a:srgbClr val="FFFFFF"/>
                </a:solidFill>
                <a:latin typeface="Fahkwang"/>
              </a:rPr>
              <a:t>Título de ejemplo</a:t>
            </a:r>
          </a:p>
        </p:txBody>
      </p:sp>
      <p:sp>
        <p:nvSpPr>
          <p:cNvPr id="8" name="Vertical Text Placeholder 12">
            <a:extLst>
              <a:ext uri="{FF2B5EF4-FFF2-40B4-BE49-F238E27FC236}">
                <a16:creationId xmlns:a16="http://schemas.microsoft.com/office/drawing/2014/main" id="{75346AD1-6B27-2E42-C2C7-33C92A57C095}"/>
              </a:ext>
            </a:extLst>
          </p:cNvPr>
          <p:cNvSpPr txBox="1">
            <a:spLocks/>
          </p:cNvSpPr>
          <p:nvPr/>
        </p:nvSpPr>
        <p:spPr>
          <a:xfrm>
            <a:off x="6272561" y="2286000"/>
            <a:ext cx="5179509" cy="3538266"/>
          </a:xfrm>
          <a:prstGeom prst="rect">
            <a:avLst/>
          </a:prstGeom>
          <a:solidFill>
            <a:schemeClr val="accent4">
              <a:lumMod val="20000"/>
              <a:lumOff val="80000"/>
              <a:alpha val="10000"/>
            </a:schemeClr>
          </a:solidFill>
        </p:spPr>
        <p:txBody>
          <a:bodyPr vert="horz" lIns="91440" tIns="182880" rIns="91440" bIns="91440" rtlCol="0" anchor="t">
            <a:noAutofit/>
          </a:bodyPr>
          <a:lstStyle>
            <a:defPPr>
              <a:defRPr lang="es-ES"/>
            </a:defPPr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7170" indent="-217170" defTabSz="718833">
              <a:spcBef>
                <a:spcPts val="600"/>
              </a:spcBef>
              <a:spcAft>
                <a:spcPts val="600"/>
              </a:spcAft>
              <a:buClr>
                <a:srgbClr val="C9C4B8"/>
              </a:buClr>
              <a:buFont typeface="Arial" panose="05000000000000000000" pitchFamily="2" charset="2"/>
              <a:buChar char="•"/>
            </a:pPr>
            <a:endParaRPr lang="es-ES" sz="1600" b="1">
              <a:solidFill>
                <a:srgbClr val="171717"/>
              </a:solidFill>
              <a:latin typeface="Aptos"/>
              <a:ea typeface="Aptos"/>
              <a:cs typeface="Aptos"/>
            </a:endParaRPr>
          </a:p>
          <a:p>
            <a:pPr marL="826755" lvl="1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5080000" algn="r"/>
              </a:tabLst>
            </a:pPr>
            <a:r>
              <a:rPr lang="es-ES" sz="16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Consectetur laborum anim	X,XM</a:t>
            </a:r>
          </a:p>
          <a:p>
            <a:pPr marL="826755" lvl="1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5080000" algn="r"/>
              </a:tabLst>
            </a:pPr>
            <a:r>
              <a:rPr lang="es-ES" sz="16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Sunt aliqua dolor	X,XM</a:t>
            </a:r>
          </a:p>
          <a:p>
            <a:pPr marL="826755" lvl="1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5080000" algn="r"/>
              </a:tabLst>
            </a:pPr>
            <a:r>
              <a:rPr lang="es-ES" sz="16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Labore veniam	X,XM</a:t>
            </a:r>
          </a:p>
          <a:p>
            <a:pPr marL="826755" lvl="1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5080000" algn="r"/>
              </a:tabLst>
            </a:pPr>
            <a:r>
              <a:rPr lang="es-ES" sz="16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Nulla cillum	X,XM</a:t>
            </a:r>
          </a:p>
          <a:p>
            <a:pPr marL="826755" lvl="1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5080000" algn="r"/>
              </a:tabLst>
            </a:pPr>
            <a:r>
              <a:rPr lang="es-ES" sz="16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Reprehenderit nostrud in	X,XM</a:t>
            </a:r>
          </a:p>
          <a:p>
            <a:pPr marL="217170" indent="-217170" defTabSz="718833">
              <a:spcBef>
                <a:spcPts val="600"/>
              </a:spcBef>
              <a:spcAft>
                <a:spcPts val="600"/>
              </a:spcAft>
              <a:buClr>
                <a:srgbClr val="C9C4B8"/>
              </a:buClr>
              <a:buFont typeface="Arial" panose="05000000000000000000" pitchFamily="2" charset="2"/>
              <a:buChar char="•"/>
            </a:pPr>
            <a:endParaRPr lang="es-ES" sz="1600" b="1">
              <a:solidFill>
                <a:srgbClr val="171717"/>
              </a:solidFill>
              <a:latin typeface="Aptos" panose="020B0503030403020204" pitchFamily="34" charset="0"/>
              <a:ea typeface="Aptos" panose="020B0503030403020204" pitchFamily="34" charset="0"/>
              <a:cs typeface="Aptos"/>
            </a:endParaRPr>
          </a:p>
          <a:p>
            <a:pPr marL="217170" indent="-217170" defTabSz="718833">
              <a:spcBef>
                <a:spcPts val="600"/>
              </a:spcBef>
              <a:spcAft>
                <a:spcPts val="600"/>
              </a:spcAft>
              <a:buClr>
                <a:srgbClr val="C9C4B8"/>
              </a:buClr>
              <a:buFont typeface="Arial" panose="05000000000000000000" pitchFamily="2" charset="2"/>
              <a:buChar char="•"/>
            </a:pPr>
            <a:endParaRPr lang="es-ES" sz="1600" b="1">
              <a:solidFill>
                <a:srgbClr val="171717"/>
              </a:solidFill>
              <a:latin typeface="Aptos" panose="020B0503030403020204" pitchFamily="34" charset="0"/>
              <a:ea typeface="Aptos" panose="020B0503030403020204" pitchFamily="34" charset="0"/>
              <a:cs typeface="Aptos"/>
            </a:endParaRPr>
          </a:p>
          <a:p>
            <a:pPr marL="217170" indent="-217170" defTabSz="718833">
              <a:spcBef>
                <a:spcPts val="600"/>
              </a:spcBef>
              <a:spcAft>
                <a:spcPts val="600"/>
              </a:spcAft>
              <a:buClr>
                <a:srgbClr val="C9C4B8"/>
              </a:buClr>
              <a:buFont typeface="Arial" panose="05000000000000000000" pitchFamily="2" charset="2"/>
              <a:buChar char="•"/>
            </a:pPr>
            <a:endParaRPr lang="es-ES" sz="1600" b="1">
              <a:solidFill>
                <a:srgbClr val="171717"/>
              </a:solidFill>
              <a:latin typeface="Aptos" panose="020B0503030403020204" pitchFamily="34" charset="0"/>
              <a:ea typeface="Aptos" panose="020B0503030403020204" pitchFamily="34" charset="0"/>
              <a:cs typeface="Aptos"/>
            </a:endParaRPr>
          </a:p>
          <a:p>
            <a:pPr marL="217170" indent="-217170" defTabSz="718833">
              <a:spcBef>
                <a:spcPts val="600"/>
              </a:spcBef>
              <a:spcAft>
                <a:spcPts val="600"/>
              </a:spcAft>
              <a:buClr>
                <a:srgbClr val="C9C4B8"/>
              </a:buClr>
              <a:buFont typeface="Arial" panose="05000000000000000000" pitchFamily="2" charset="2"/>
              <a:buChar char="•"/>
            </a:pPr>
            <a:endParaRPr lang="es-ES" sz="1600" b="1">
              <a:solidFill>
                <a:srgbClr val="171717"/>
              </a:solidFill>
              <a:latin typeface="Aptos" panose="020B0503030403020204" pitchFamily="34" charset="0"/>
              <a:ea typeface="Aptos" panose="020B0503030403020204" pitchFamily="34" charset="0"/>
              <a:cs typeface="Aptos"/>
            </a:endParaRPr>
          </a:p>
          <a:p>
            <a:pPr defTabSz="718833">
              <a:spcBef>
                <a:spcPts val="600"/>
              </a:spcBef>
              <a:spcAft>
                <a:spcPts val="600"/>
              </a:spcAft>
              <a:buClr>
                <a:srgbClr val="C9C4B8"/>
              </a:buClr>
            </a:pPr>
            <a:endParaRPr lang="es-ES" sz="1600" b="1">
              <a:solidFill>
                <a:srgbClr val="171717"/>
              </a:solidFill>
              <a:latin typeface="Aptos" panose="020B0503030403020204" pitchFamily="34" charset="0"/>
              <a:ea typeface="Aptos" panose="020B0503030403020204" pitchFamily="34" charset="0"/>
              <a:cs typeface="Aptos"/>
            </a:endParaRPr>
          </a:p>
          <a:p>
            <a:pPr marL="217170" indent="-217170" defTabSz="718833">
              <a:spcBef>
                <a:spcPts val="600"/>
              </a:spcBef>
              <a:spcAft>
                <a:spcPts val="600"/>
              </a:spcAft>
              <a:buClr>
                <a:srgbClr val="C9C4B8"/>
              </a:buClr>
              <a:buFont typeface="Arial" panose="05000000000000000000" pitchFamily="2" charset="2"/>
              <a:buChar char="•"/>
            </a:pPr>
            <a:endParaRPr lang="es-ES" sz="1600" b="1">
              <a:solidFill>
                <a:srgbClr val="171717"/>
              </a:solidFill>
              <a:latin typeface="Aptos" panose="020B0503030403020204" pitchFamily="34" charset="0"/>
              <a:ea typeface="Aptos" panose="020B0503030403020204" pitchFamily="34" charset="0"/>
              <a:cs typeface="Aptos"/>
            </a:endParaRPr>
          </a:p>
          <a:p>
            <a:pPr marL="217170" indent="-217170" defTabSz="718833">
              <a:spcBef>
                <a:spcPts val="600"/>
              </a:spcBef>
              <a:spcAft>
                <a:spcPts val="600"/>
              </a:spcAft>
              <a:buClr>
                <a:srgbClr val="C9C4B8"/>
              </a:buClr>
              <a:buFont typeface="Arial" panose="05000000000000000000" pitchFamily="2" charset="2"/>
              <a:buChar char="•"/>
            </a:pPr>
            <a:endParaRPr lang="es-ES" sz="1600">
              <a:solidFill>
                <a:srgbClr val="171717"/>
              </a:solidFill>
              <a:latin typeface="Aptos" panose="020B0503030403020204" pitchFamily="34" charset="0"/>
              <a:ea typeface="Aptos" panose="020B0503030403020204" pitchFamily="34" charset="0"/>
              <a:cs typeface="Aptos"/>
            </a:endParaRPr>
          </a:p>
          <a:p>
            <a:pPr algn="ctr" defTabSz="718833">
              <a:spcBef>
                <a:spcPts val="600"/>
              </a:spcBef>
              <a:spcAft>
                <a:spcPts val="600"/>
              </a:spcAft>
              <a:buClr>
                <a:srgbClr val="C9C4B8"/>
              </a:buClr>
            </a:pPr>
            <a:endParaRPr lang="en-GB" sz="1100">
              <a:solidFill>
                <a:srgbClr val="17171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Rectangle: Top Corners Rounded 6">
            <a:extLst>
              <a:ext uri="{FF2B5EF4-FFF2-40B4-BE49-F238E27FC236}">
                <a16:creationId xmlns:a16="http://schemas.microsoft.com/office/drawing/2014/main" id="{7F318F47-1D36-5178-EBF1-A89B20825F84}"/>
              </a:ext>
            </a:extLst>
          </p:cNvPr>
          <p:cNvSpPr/>
          <p:nvPr/>
        </p:nvSpPr>
        <p:spPr>
          <a:xfrm>
            <a:off x="6235700" y="1905000"/>
            <a:ext cx="5334000" cy="482600"/>
          </a:xfrm>
          <a:prstGeom prst="rect">
            <a:avLst/>
          </a:prstGeom>
          <a:solidFill>
            <a:srgbClr val="B17F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87400" tIns="45720" rIns="91440" bIns="45720" rtlCol="0" anchor="ctr"/>
          <a:lstStyle>
            <a:defPPr>
              <a:defRPr lang="es-ES"/>
            </a:defPPr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77"/>
            <a:r>
              <a:rPr lang="es-ES" sz="1600" b="1">
                <a:solidFill>
                  <a:srgbClr val="FFFFFF"/>
                </a:solidFill>
                <a:latin typeface="Fahkwang"/>
              </a:rPr>
              <a:t>Título de ejemplo</a:t>
            </a:r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3FD364FE-F96C-6391-4E55-01DCC13071E9}"/>
              </a:ext>
            </a:extLst>
          </p:cNvPr>
          <p:cNvSpPr/>
          <p:nvPr/>
        </p:nvSpPr>
        <p:spPr>
          <a:xfrm>
            <a:off x="2800350" y="5867400"/>
            <a:ext cx="3156366" cy="418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s-ES"/>
            </a:defPPr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77"/>
            <a:r>
              <a:rPr lang="es-ES" sz="2400" b="1">
                <a:solidFill>
                  <a:srgbClr val="171717"/>
                </a:solidFill>
                <a:latin typeface="Fahkwang"/>
              </a:rPr>
              <a:t>~</a:t>
            </a:r>
            <a:r>
              <a:rPr lang="es-ES" b="1">
                <a:solidFill>
                  <a:srgbClr val="171717"/>
                </a:solidFill>
                <a:latin typeface="Fahkwang"/>
              </a:rPr>
              <a:t>X,X</a:t>
            </a:r>
            <a:r>
              <a:rPr lang="es-ES" sz="2400" b="1">
                <a:solidFill>
                  <a:srgbClr val="171717"/>
                </a:solidFill>
                <a:latin typeface="Fahkwang"/>
              </a:rPr>
              <a:t> M€</a:t>
            </a:r>
          </a:p>
        </p:txBody>
      </p:sp>
      <p:sp>
        <p:nvSpPr>
          <p:cNvPr id="16" name="Rectangle 12">
            <a:extLst>
              <a:ext uri="{FF2B5EF4-FFF2-40B4-BE49-F238E27FC236}">
                <a16:creationId xmlns:a16="http://schemas.microsoft.com/office/drawing/2014/main" id="{DD8F3974-D5C2-9BF7-B13A-720174164EED}"/>
              </a:ext>
            </a:extLst>
          </p:cNvPr>
          <p:cNvSpPr/>
          <p:nvPr/>
        </p:nvSpPr>
        <p:spPr>
          <a:xfrm>
            <a:off x="8413750" y="5867400"/>
            <a:ext cx="3155950" cy="4372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s-ES"/>
            </a:defPPr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77"/>
            <a:r>
              <a:rPr lang="es-ES" sz="2400" b="1">
                <a:solidFill>
                  <a:srgbClr val="171717"/>
                </a:solidFill>
                <a:latin typeface="Fahkwang"/>
              </a:rPr>
              <a:t>~X,X M€</a:t>
            </a:r>
          </a:p>
        </p:txBody>
      </p:sp>
      <p:sp>
        <p:nvSpPr>
          <p:cNvPr id="19" name="Vertical Text Placeholder 12">
            <a:extLst>
              <a:ext uri="{FF2B5EF4-FFF2-40B4-BE49-F238E27FC236}">
                <a16:creationId xmlns:a16="http://schemas.microsoft.com/office/drawing/2014/main" id="{792C7B90-E7B1-13B9-CEAC-2E11FF9D0A06}"/>
              </a:ext>
            </a:extLst>
          </p:cNvPr>
          <p:cNvSpPr txBox="1">
            <a:spLocks/>
          </p:cNvSpPr>
          <p:nvPr/>
        </p:nvSpPr>
        <p:spPr>
          <a:xfrm>
            <a:off x="1460316" y="2717992"/>
            <a:ext cx="4252904" cy="2834545"/>
          </a:xfrm>
          <a:prstGeom prst="rect">
            <a:avLst/>
          </a:prstGeom>
          <a:noFill/>
        </p:spPr>
        <p:txBody>
          <a:bodyPr lIns="68580" tIns="137160" rIns="68580" bIns="68580" anchor="t"/>
          <a:lstStyle>
            <a:defPPr>
              <a:defRPr lang="es-ES"/>
            </a:defPPr>
            <a:lvl1pPr marL="217488" indent="-217488" algn="l" defTabSz="719138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Segoe UI Light" panose="020B0502040204020203" pitchFamily="34" charset="0"/>
              <a:buChar char="•"/>
              <a:defRPr sz="1600" kern="1200">
                <a:solidFill>
                  <a:srgbClr val="808669"/>
                </a:solidFill>
                <a:latin typeface="+mn-lt"/>
                <a:ea typeface="+mn-ea"/>
                <a:cs typeface="+mn-cs"/>
              </a:defRPr>
            </a:lvl1pPr>
            <a:lvl2pPr marL="471488" indent="-254000" algn="l" defTabSz="719138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F0302020204030204" pitchFamily="34" charset="0"/>
              <a:buChar char="•"/>
              <a:defRPr sz="1600" i="0" kern="1200">
                <a:solidFill>
                  <a:srgbClr val="808669"/>
                </a:solidFill>
                <a:latin typeface="+mn-lt"/>
                <a:ea typeface="+mn-ea"/>
                <a:cs typeface="+mn-cs"/>
              </a:defRPr>
            </a:lvl2pPr>
            <a:lvl3pPr marL="0" indent="0" algn="l" defTabSz="719138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Clr>
                <a:srgbClr val="171717"/>
              </a:buClr>
              <a:buSzPct val="85000"/>
              <a:buFont typeface="Arial" panose="020B0604020202020204" pitchFamily="34" charset="0"/>
              <a:buNone/>
              <a:defRPr sz="1600" i="0" kern="1200">
                <a:solidFill>
                  <a:srgbClr val="808669"/>
                </a:solidFill>
                <a:latin typeface="+mn-lt"/>
                <a:ea typeface="+mn-ea"/>
                <a:cs typeface="+mn-cs"/>
              </a:defRPr>
            </a:lvl3pPr>
            <a:lvl4pPr marL="0" indent="0" algn="l" defTabSz="719138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 kern="1200" cap="none" spc="30" baseline="0">
                <a:solidFill>
                  <a:srgbClr val="808669"/>
                </a:solidFill>
                <a:latin typeface="+mj-lt"/>
                <a:ea typeface="+mn-ea"/>
                <a:cs typeface="Aptos" panose="020F0502020204030204" pitchFamily="34" charset="0"/>
              </a:defRPr>
            </a:lvl4pPr>
            <a:lvl5pPr marL="271463" indent="-271463" algn="l" defTabSz="719138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600" i="0" kern="1200">
                <a:solidFill>
                  <a:srgbClr val="808669"/>
                </a:solidFill>
                <a:latin typeface="+mn-lt"/>
                <a:ea typeface="+mn-ea"/>
                <a:cs typeface="+mn-cs"/>
              </a:defRPr>
            </a:lvl5pPr>
            <a:lvl6pPr marL="217488" indent="-2174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Clr>
                <a:schemeClr val="tx2">
                  <a:lumMod val="50000"/>
                </a:schemeClr>
              </a:buClr>
              <a:buFont typeface="Arial" panose="020B0604020202020204" pitchFamily="34" charset="0"/>
              <a:buChar char="•"/>
              <a:defRPr sz="1600" b="0" i="0" kern="1200">
                <a:solidFill>
                  <a:srgbClr val="808669"/>
                </a:solidFill>
                <a:latin typeface="+mn-lt"/>
                <a:ea typeface="+mn-ea"/>
                <a:cs typeface="+mn-cs"/>
              </a:defRPr>
            </a:lvl6pPr>
            <a:lvl7pPr marL="471488" indent="-254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F0302020204030204" pitchFamily="34" charset="0"/>
              <a:buChar char="•"/>
              <a:defRPr sz="1600" b="0" i="0" kern="1200">
                <a:solidFill>
                  <a:srgbClr val="808669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rgbClr val="808669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 kern="1200">
                <a:solidFill>
                  <a:srgbClr val="808669"/>
                </a:solidFill>
                <a:latin typeface="+mj-lt"/>
                <a:ea typeface="+mn-ea"/>
                <a:cs typeface="+mn-cs"/>
              </a:defRPr>
            </a:lvl9pPr>
          </a:lstStyle>
          <a:p>
            <a:pPr marL="217170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4191000" algn="r"/>
              </a:tabLst>
            </a:pPr>
            <a:r>
              <a:rPr lang="es-ES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Ea ex	X,XM</a:t>
            </a:r>
          </a:p>
          <a:p>
            <a:pPr marL="217170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4191000" algn="r"/>
              </a:tabLst>
            </a:pPr>
            <a:r>
              <a:rPr lang="es-ES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Exercitation nostrud exercitation	X,XM</a:t>
            </a:r>
          </a:p>
          <a:p>
            <a:pPr marL="217170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4191000" algn="r"/>
              </a:tabLst>
            </a:pPr>
            <a:r>
              <a:rPr lang="es-ES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Commodo pariatur	X,XM</a:t>
            </a:r>
          </a:p>
          <a:p>
            <a:pPr marL="217170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4191000" algn="r"/>
              </a:tabLst>
            </a:pPr>
            <a:r>
              <a:rPr lang="es-ES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Irure minim	X,XM</a:t>
            </a:r>
          </a:p>
          <a:p>
            <a:pPr marL="217170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  <a:tabLst>
                <a:tab pos="4191000" algn="r"/>
              </a:tabLst>
            </a:pPr>
            <a:r>
              <a:rPr lang="es-ES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Anim ullamco	X,XM</a:t>
            </a:r>
          </a:p>
          <a:p>
            <a:pPr marL="217170" indent="-217170" defTabSz="718833">
              <a:spcBef>
                <a:spcPts val="600"/>
              </a:spcBef>
              <a:buClr>
                <a:srgbClr val="C9C4B8"/>
              </a:buClr>
              <a:buFont typeface="Arial" panose="05000000000000000000" pitchFamily="2" charset="2"/>
              <a:buChar char="•"/>
            </a:pPr>
            <a:endParaRPr lang="es-ES" b="1">
              <a:solidFill>
                <a:srgbClr val="171717"/>
              </a:solidFill>
              <a:latin typeface="Aptos" panose="020B0503030403020204" pitchFamily="34" charset="0"/>
              <a:ea typeface="Aptos" panose="020B0503030403020204" pitchFamily="34" charset="0"/>
              <a:cs typeface="Aptos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CC314E-4E3B-AB18-4BB7-2E4FB6AD88A2}"/>
              </a:ext>
            </a:extLst>
          </p:cNvPr>
          <p:cNvCxnSpPr>
            <a:cxnSpLocks/>
          </p:cNvCxnSpPr>
          <p:nvPr/>
        </p:nvCxnSpPr>
        <p:spPr>
          <a:xfrm flipV="1">
            <a:off x="6229991" y="5734493"/>
            <a:ext cx="5216757" cy="11262"/>
          </a:xfrm>
          <a:prstGeom prst="line">
            <a:avLst/>
          </a:prstGeom>
          <a:ln w="6350" cap="flat" cmpd="sng" algn="ctr">
            <a:solidFill>
              <a:schemeClr val="accent2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9">
            <a:extLst>
              <a:ext uri="{FF2B5EF4-FFF2-40B4-BE49-F238E27FC236}">
                <a16:creationId xmlns:a16="http://schemas.microsoft.com/office/drawing/2014/main" id="{C7827C8C-1576-3BC9-9716-4CC84A9B1597}"/>
              </a:ext>
            </a:extLst>
          </p:cNvPr>
          <p:cNvCxnSpPr>
            <a:cxnSpLocks/>
          </p:cNvCxnSpPr>
          <p:nvPr/>
        </p:nvCxnSpPr>
        <p:spPr>
          <a:xfrm flipV="1">
            <a:off x="625787" y="5748021"/>
            <a:ext cx="5339503" cy="12653"/>
          </a:xfrm>
          <a:prstGeom prst="line">
            <a:avLst/>
          </a:prstGeom>
          <a:ln w="6350" cap="flat" cmpd="sng" algn="ctr">
            <a:solidFill>
              <a:schemeClr val="accent2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ircle 27"/>
          <p:cNvSpPr/>
          <p:nvPr/>
        </p:nvSpPr>
        <p:spPr>
          <a:xfrm>
            <a:off x="6451600" y="1968500"/>
            <a:ext cx="355600" cy="355600"/>
          </a:xfrm>
          <a:prstGeom prst="ellipse">
            <a:avLst/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s-ES"/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42D6EDC7-F05C-BFD9-9CEB-04CFE7A32B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49390" y="2051050"/>
            <a:ext cx="159594" cy="190500"/>
          </a:xfrm>
          <a:prstGeom prst="rect">
            <a:avLst/>
          </a:prstGeom>
        </p:spPr>
      </p:pic>
      <p:sp>
        <p:nvSpPr>
          <p:cNvPr id="26" name="Circle 26"/>
          <p:cNvSpPr/>
          <p:nvPr/>
        </p:nvSpPr>
        <p:spPr>
          <a:xfrm>
            <a:off x="838200" y="1968500"/>
            <a:ext cx="355600" cy="355600"/>
          </a:xfrm>
          <a:prstGeom prst="ellipse">
            <a:avLst/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s-ES"/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3B3BEC62-B5C1-2FB4-D138-576234F9C6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750" y="2071947"/>
            <a:ext cx="190500" cy="148707"/>
          </a:xfrm>
          <a:prstGeom prst="rect">
            <a:avLst/>
          </a:prstGeom>
        </p:spPr>
      </p:pic>
      <p:pic>
        <p:nvPicPr>
          <p:cNvPr id="25" name="Copied Picture 25">
            <a:extLst>
              <a:ext uri="{FF2B5EF4-FFF2-40B4-BE49-F238E27FC236}">
                <a16:creationId xmlns:a16="http://schemas.microsoft.com/office/drawing/2014/main" id="{035E75A3-2AB4-25A4-0C9C-8305961C1D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80FA6A59-8CB9-1D98-6175-6D36A8D56C31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 dirty="0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 dirty="0">
                <a:solidFill>
                  <a:srgbClr val="808669"/>
                </a:solidFill>
                <a:latin typeface="Aptos Light"/>
              </a:rPr>
              <a:t> </a:t>
            </a:r>
            <a:r>
              <a:rPr lang="es-ES" sz="3200" b="0" dirty="0">
                <a:solidFill>
                  <a:schemeClr val="bg1"/>
                </a:solidFill>
                <a:latin typeface="Aptos Light"/>
              </a:rPr>
              <a:t>/ Subtítulo de ejemplo</a:t>
            </a:r>
          </a:p>
        </p:txBody>
      </p:sp>
    </p:spTree>
    <p:extLst>
      <p:ext uri="{BB962C8B-B14F-4D97-AF65-F5344CB8AC3E}">
        <p14:creationId xmlns:p14="http://schemas.microsoft.com/office/powerpoint/2010/main" val="2988390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C4B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EDF3DD-B063-A757-E0E7-8C75B278B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o 61">
            <a:extLst>
              <a:ext uri="{FF2B5EF4-FFF2-40B4-BE49-F238E27FC236}">
                <a16:creationId xmlns:a16="http://schemas.microsoft.com/office/drawing/2014/main" id="{2DA52F9F-14A1-6B39-08D4-D3B9E6E27347}"/>
              </a:ext>
            </a:extLst>
          </p:cNvPr>
          <p:cNvGrpSpPr/>
          <p:nvPr/>
        </p:nvGrpSpPr>
        <p:grpSpPr>
          <a:xfrm>
            <a:off x="376344" y="1270185"/>
            <a:ext cx="11439311" cy="5079992"/>
            <a:chOff x="313738" y="940901"/>
            <a:chExt cx="11764793" cy="5224533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DDD73AF4-7333-CB81-E5D9-C326DFA5B1B5}"/>
                </a:ext>
              </a:extLst>
            </p:cNvPr>
            <p:cNvGrpSpPr/>
            <p:nvPr/>
          </p:nvGrpSpPr>
          <p:grpSpPr>
            <a:xfrm>
              <a:off x="718675" y="1385615"/>
              <a:ext cx="11359856" cy="4779819"/>
              <a:chOff x="1740563" y="1306286"/>
              <a:chExt cx="10059477" cy="4779819"/>
            </a:xfrm>
          </p:grpSpPr>
          <p:sp>
            <p:nvSpPr>
              <p:cNvPr id="2" name="Rectángulo redondeado 1">
                <a:extLst>
                  <a:ext uri="{FF2B5EF4-FFF2-40B4-BE49-F238E27FC236}">
                    <a16:creationId xmlns:a16="http://schemas.microsoft.com/office/drawing/2014/main" id="{1B5A5CBD-C601-B29D-B622-4A9D429E6557}"/>
                  </a:ext>
                </a:extLst>
              </p:cNvPr>
              <p:cNvSpPr/>
              <p:nvPr/>
            </p:nvSpPr>
            <p:spPr>
              <a:xfrm>
                <a:off x="3071533" y="1306286"/>
                <a:ext cx="8728506" cy="914400"/>
              </a:xfrm>
              <a:prstGeom prst="roundRect">
                <a:avLst>
                  <a:gd name="adj" fmla="val 0"/>
                </a:avLst>
              </a:prstGeom>
              <a:solidFill>
                <a:srgbClr val="F0ECE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Rectángulo redondeado 9">
                <a:extLst>
                  <a:ext uri="{FF2B5EF4-FFF2-40B4-BE49-F238E27FC236}">
                    <a16:creationId xmlns:a16="http://schemas.microsoft.com/office/drawing/2014/main" id="{EA2506C3-AA35-F60F-EF51-5ED7669F7375}"/>
                  </a:ext>
                </a:extLst>
              </p:cNvPr>
              <p:cNvSpPr/>
              <p:nvPr/>
            </p:nvSpPr>
            <p:spPr>
              <a:xfrm>
                <a:off x="3071533" y="2270397"/>
                <a:ext cx="8728507" cy="914400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" name="Rectángulo redondeado 10">
                <a:extLst>
                  <a:ext uri="{FF2B5EF4-FFF2-40B4-BE49-F238E27FC236}">
                    <a16:creationId xmlns:a16="http://schemas.microsoft.com/office/drawing/2014/main" id="{68CED93E-52BF-7094-913F-9A594B8B031D}"/>
                  </a:ext>
                </a:extLst>
              </p:cNvPr>
              <p:cNvSpPr/>
              <p:nvPr/>
            </p:nvSpPr>
            <p:spPr>
              <a:xfrm>
                <a:off x="3071533" y="3234508"/>
                <a:ext cx="8728507" cy="914400"/>
              </a:xfrm>
              <a:prstGeom prst="roundRect">
                <a:avLst>
                  <a:gd name="adj" fmla="val 0"/>
                </a:avLst>
              </a:prstGeom>
              <a:solidFill>
                <a:srgbClr val="F0ECE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" name="Rectángulo redondeado 11">
                <a:extLst>
                  <a:ext uri="{FF2B5EF4-FFF2-40B4-BE49-F238E27FC236}">
                    <a16:creationId xmlns:a16="http://schemas.microsoft.com/office/drawing/2014/main" id="{1C3056AF-82E0-2E61-41CE-F57FA9983CF5}"/>
                  </a:ext>
                </a:extLst>
              </p:cNvPr>
              <p:cNvSpPr/>
              <p:nvPr/>
            </p:nvSpPr>
            <p:spPr>
              <a:xfrm>
                <a:off x="3071531" y="4198619"/>
                <a:ext cx="8728508" cy="914400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Rectángulo redondeado 12">
                <a:extLst>
                  <a:ext uri="{FF2B5EF4-FFF2-40B4-BE49-F238E27FC236}">
                    <a16:creationId xmlns:a16="http://schemas.microsoft.com/office/drawing/2014/main" id="{7A50D220-FFA4-EBAC-E795-14279819F581}"/>
                  </a:ext>
                </a:extLst>
              </p:cNvPr>
              <p:cNvSpPr/>
              <p:nvPr/>
            </p:nvSpPr>
            <p:spPr>
              <a:xfrm>
                <a:off x="3071530" y="5162728"/>
                <a:ext cx="8728509" cy="914400"/>
              </a:xfrm>
              <a:prstGeom prst="roundRect">
                <a:avLst>
                  <a:gd name="adj" fmla="val 0"/>
                </a:avLst>
              </a:prstGeom>
              <a:solidFill>
                <a:srgbClr val="F0ECE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Rectángulo redondeado 18">
                <a:extLst>
                  <a:ext uri="{FF2B5EF4-FFF2-40B4-BE49-F238E27FC236}">
                    <a16:creationId xmlns:a16="http://schemas.microsoft.com/office/drawing/2014/main" id="{D9496FC4-999A-4E9D-947A-422EA2FEA939}"/>
                  </a:ext>
                </a:extLst>
              </p:cNvPr>
              <p:cNvSpPr/>
              <p:nvPr/>
            </p:nvSpPr>
            <p:spPr>
              <a:xfrm>
                <a:off x="1740563" y="1306286"/>
                <a:ext cx="1293315" cy="914400"/>
              </a:xfrm>
              <a:prstGeom prst="roundRect">
                <a:avLst>
                  <a:gd name="adj" fmla="val 0"/>
                </a:avLst>
              </a:prstGeom>
              <a:solidFill>
                <a:srgbClr val="5959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" name="Rectángulo redondeado 19">
                <a:extLst>
                  <a:ext uri="{FF2B5EF4-FFF2-40B4-BE49-F238E27FC236}">
                    <a16:creationId xmlns:a16="http://schemas.microsoft.com/office/drawing/2014/main" id="{7EC4C0BB-6FCC-7A10-F891-3BAA4A6306B1}"/>
                  </a:ext>
                </a:extLst>
              </p:cNvPr>
              <p:cNvSpPr/>
              <p:nvPr/>
            </p:nvSpPr>
            <p:spPr>
              <a:xfrm>
                <a:off x="1740563" y="2262250"/>
                <a:ext cx="1293315" cy="914400"/>
              </a:xfrm>
              <a:prstGeom prst="roundRect">
                <a:avLst>
                  <a:gd name="adj" fmla="val 0"/>
                </a:avLst>
              </a:prstGeom>
              <a:solidFill>
                <a:srgbClr val="5959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Rectángulo redondeado 36">
                <a:extLst>
                  <a:ext uri="{FF2B5EF4-FFF2-40B4-BE49-F238E27FC236}">
                    <a16:creationId xmlns:a16="http://schemas.microsoft.com/office/drawing/2014/main" id="{2B1D2166-B7FC-070E-D226-4EFDEA7D42E6}"/>
                  </a:ext>
                </a:extLst>
              </p:cNvPr>
              <p:cNvSpPr/>
              <p:nvPr/>
            </p:nvSpPr>
            <p:spPr>
              <a:xfrm>
                <a:off x="1740563" y="3226527"/>
                <a:ext cx="1293315" cy="914400"/>
              </a:xfrm>
              <a:prstGeom prst="roundRect">
                <a:avLst>
                  <a:gd name="adj" fmla="val 0"/>
                </a:avLst>
              </a:prstGeom>
              <a:solidFill>
                <a:srgbClr val="5959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3" name="Rectángulo redondeado 42">
                <a:extLst>
                  <a:ext uri="{FF2B5EF4-FFF2-40B4-BE49-F238E27FC236}">
                    <a16:creationId xmlns:a16="http://schemas.microsoft.com/office/drawing/2014/main" id="{424DC5F3-E0AC-D143-D709-358A9749442B}"/>
                  </a:ext>
                </a:extLst>
              </p:cNvPr>
              <p:cNvSpPr/>
              <p:nvPr/>
            </p:nvSpPr>
            <p:spPr>
              <a:xfrm>
                <a:off x="1740563" y="4174178"/>
                <a:ext cx="1293315" cy="914400"/>
              </a:xfrm>
              <a:prstGeom prst="roundRect">
                <a:avLst>
                  <a:gd name="adj" fmla="val 0"/>
                </a:avLst>
              </a:prstGeom>
              <a:solidFill>
                <a:srgbClr val="5959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Rectángulo redondeado 53">
                <a:extLst>
                  <a:ext uri="{FF2B5EF4-FFF2-40B4-BE49-F238E27FC236}">
                    <a16:creationId xmlns:a16="http://schemas.microsoft.com/office/drawing/2014/main" id="{722847C5-9F0E-8A02-2FA4-B6092F3587B5}"/>
                  </a:ext>
                </a:extLst>
              </p:cNvPr>
              <p:cNvSpPr/>
              <p:nvPr/>
            </p:nvSpPr>
            <p:spPr>
              <a:xfrm>
                <a:off x="1740563" y="5171705"/>
                <a:ext cx="1293315" cy="914400"/>
              </a:xfrm>
              <a:prstGeom prst="roundRect">
                <a:avLst>
                  <a:gd name="adj" fmla="val 0"/>
                </a:avLst>
              </a:prstGeom>
              <a:solidFill>
                <a:srgbClr val="5959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6136AE23-AA8F-F480-A008-5A9A077D35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49311" y="1387726"/>
              <a:ext cx="756306" cy="886530"/>
            </a:xfrm>
            <a:prstGeom prst="rect">
              <a:avLst/>
            </a:prstGeom>
          </p:spPr>
        </p:pic>
        <p:pic>
          <p:nvPicPr>
            <p:cNvPr id="16" name="Imagen 15" descr="Imagen en blanco y negro de una taza&#10;&#10;El contenido generado por IA puede ser incorrecto.">
              <a:extLst>
                <a:ext uri="{FF2B5EF4-FFF2-40B4-BE49-F238E27FC236}">
                  <a16:creationId xmlns:a16="http://schemas.microsoft.com/office/drawing/2014/main" id="{89537AAD-4DBB-E281-2588-764C7214F8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7564" y="2490333"/>
              <a:ext cx="866883" cy="577922"/>
            </a:xfrm>
            <a:prstGeom prst="rect">
              <a:avLst/>
            </a:prstGeom>
          </p:spPr>
        </p:pic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FE8A190-8C55-C0AF-C61B-FD4D1263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84940" y="4413322"/>
              <a:ext cx="481018" cy="702729"/>
            </a:xfrm>
            <a:prstGeom prst="rect">
              <a:avLst/>
            </a:prstGeom>
          </p:spPr>
        </p:pic>
        <p:pic>
          <p:nvPicPr>
            <p:cNvPr id="18" name="Imagen 17">
              <a:extLst>
                <a:ext uri="{FF2B5EF4-FFF2-40B4-BE49-F238E27FC236}">
                  <a16:creationId xmlns:a16="http://schemas.microsoft.com/office/drawing/2014/main" id="{A1F2DBD3-8DE7-34A9-5B23-C7AE5E431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34845" y="3381413"/>
              <a:ext cx="504068" cy="799033"/>
            </a:xfrm>
            <a:prstGeom prst="rect">
              <a:avLst/>
            </a:prstGeom>
          </p:spPr>
        </p:pic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844D5E41-AAA1-021E-098C-E9C870E61521}"/>
                </a:ext>
              </a:extLst>
            </p:cNvPr>
            <p:cNvSpPr txBox="1"/>
            <p:nvPr/>
          </p:nvSpPr>
          <p:spPr>
            <a:xfrm>
              <a:off x="562591" y="1061152"/>
              <a:ext cx="17373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E321671F-15ED-6B11-33BE-435BA725A8E7}"/>
                </a:ext>
              </a:extLst>
            </p:cNvPr>
            <p:cNvSpPr txBox="1"/>
            <p:nvPr/>
          </p:nvSpPr>
          <p:spPr>
            <a:xfrm>
              <a:off x="1843042" y="974775"/>
              <a:ext cx="173734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6CDC2340-F39B-F011-9D0E-AF1917756FCD}"/>
                </a:ext>
              </a:extLst>
            </p:cNvPr>
            <p:cNvSpPr txBox="1"/>
            <p:nvPr/>
          </p:nvSpPr>
          <p:spPr>
            <a:xfrm>
              <a:off x="2864422" y="1061152"/>
              <a:ext cx="17373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BB822AB0-AF91-DF40-03FB-07D801186FAC}"/>
                </a:ext>
              </a:extLst>
            </p:cNvPr>
            <p:cNvSpPr txBox="1"/>
            <p:nvPr/>
          </p:nvSpPr>
          <p:spPr>
            <a:xfrm>
              <a:off x="5899495" y="1061152"/>
              <a:ext cx="17373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16B31DC9-9DA0-99B1-DB64-B3FBE6C10189}"/>
                </a:ext>
              </a:extLst>
            </p:cNvPr>
            <p:cNvSpPr txBox="1"/>
            <p:nvPr/>
          </p:nvSpPr>
          <p:spPr>
            <a:xfrm>
              <a:off x="7406984" y="1061152"/>
              <a:ext cx="17373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25DB776F-EB7F-8181-DADD-73342C50446D}"/>
                </a:ext>
              </a:extLst>
            </p:cNvPr>
            <p:cNvSpPr txBox="1"/>
            <p:nvPr/>
          </p:nvSpPr>
          <p:spPr>
            <a:xfrm>
              <a:off x="8902209" y="1061152"/>
              <a:ext cx="17373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BC5DFDE5-11D9-C993-C15D-83F4A37595A6}"/>
                </a:ext>
              </a:extLst>
            </p:cNvPr>
            <p:cNvSpPr txBox="1"/>
            <p:nvPr/>
          </p:nvSpPr>
          <p:spPr>
            <a:xfrm>
              <a:off x="10334770" y="1061152"/>
              <a:ext cx="17373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99513655-A544-4A5B-F808-80AF92923269}"/>
                </a:ext>
              </a:extLst>
            </p:cNvPr>
            <p:cNvSpPr txBox="1"/>
            <p:nvPr/>
          </p:nvSpPr>
          <p:spPr>
            <a:xfrm>
              <a:off x="2293832" y="1666722"/>
              <a:ext cx="8956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79854B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F868AA23-0A16-B614-CE0D-0611480CC830}"/>
                </a:ext>
              </a:extLst>
            </p:cNvPr>
            <p:cNvSpPr txBox="1"/>
            <p:nvPr/>
          </p:nvSpPr>
          <p:spPr>
            <a:xfrm>
              <a:off x="1993919" y="2675021"/>
              <a:ext cx="15087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79854B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BCE38829-4C68-6E4E-939C-B4A1FB2D2454}"/>
                </a:ext>
              </a:extLst>
            </p:cNvPr>
            <p:cNvSpPr txBox="1"/>
            <p:nvPr/>
          </p:nvSpPr>
          <p:spPr>
            <a:xfrm>
              <a:off x="2012343" y="3581273"/>
              <a:ext cx="15087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C091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53B19802-1D75-74FF-1D08-9069538DF05F}"/>
                </a:ext>
              </a:extLst>
            </p:cNvPr>
            <p:cNvSpPr txBox="1"/>
            <p:nvPr/>
          </p:nvSpPr>
          <p:spPr>
            <a:xfrm>
              <a:off x="1993920" y="4580021"/>
              <a:ext cx="1508737" cy="3798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A4C3A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2DE9248A-7BDA-ED18-2CA4-E2F657F34DE7}"/>
                </a:ext>
              </a:extLst>
            </p:cNvPr>
            <p:cNvSpPr txBox="1"/>
            <p:nvPr/>
          </p:nvSpPr>
          <p:spPr>
            <a:xfrm>
              <a:off x="2579135" y="5548850"/>
              <a:ext cx="15087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800" b="1" i="0" u="none" strike="noStrike" kern="1200" cap="none" spc="0" normalizeH="0" baseline="0" noProof="0" dirty="0">
                <a:ln>
                  <a:noFill/>
                </a:ln>
                <a:solidFill>
                  <a:srgbClr val="AA702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70B3DFB7-D70D-047C-4C95-7D508A9259D5}"/>
                </a:ext>
              </a:extLst>
            </p:cNvPr>
            <p:cNvSpPr txBox="1"/>
            <p:nvPr/>
          </p:nvSpPr>
          <p:spPr>
            <a:xfrm>
              <a:off x="840550" y="1684421"/>
              <a:ext cx="136262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0ECE2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  <a:endPara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0ECE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8D9177AB-6B66-7E41-A48C-6809579995D7}"/>
                </a:ext>
              </a:extLst>
            </p:cNvPr>
            <p:cNvSpPr txBox="1"/>
            <p:nvPr/>
          </p:nvSpPr>
          <p:spPr>
            <a:xfrm>
              <a:off x="1063434" y="2686219"/>
              <a:ext cx="10938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0ECE2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  <a:endPara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0ECE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A9E0AD5-3FD8-6CDC-ED59-3E8242C6260A}"/>
                </a:ext>
              </a:extLst>
            </p:cNvPr>
            <p:cNvSpPr txBox="1"/>
            <p:nvPr/>
          </p:nvSpPr>
          <p:spPr>
            <a:xfrm>
              <a:off x="780461" y="3643216"/>
              <a:ext cx="136262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0ECE2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  <a:endPara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0ECE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BDA64FD-5C55-EA84-4818-63BE77BC7B93}"/>
                </a:ext>
              </a:extLst>
            </p:cNvPr>
            <p:cNvSpPr txBox="1"/>
            <p:nvPr/>
          </p:nvSpPr>
          <p:spPr>
            <a:xfrm>
              <a:off x="754836" y="4518464"/>
              <a:ext cx="136262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0ECE2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  <a:endPara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0ECE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48CED0C3-1549-3934-86AF-0FD9993CD051}"/>
                </a:ext>
              </a:extLst>
            </p:cNvPr>
            <p:cNvSpPr txBox="1"/>
            <p:nvPr/>
          </p:nvSpPr>
          <p:spPr>
            <a:xfrm>
              <a:off x="805991" y="5534850"/>
              <a:ext cx="136262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0ECE2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  <a:endPara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0ECE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DCEC0F8D-86CB-2E0F-AAED-DE4C45F507BE}"/>
                </a:ext>
              </a:extLst>
            </p:cNvPr>
            <p:cNvSpPr txBox="1"/>
            <p:nvPr/>
          </p:nvSpPr>
          <p:spPr>
            <a:xfrm>
              <a:off x="3137117" y="1728277"/>
              <a:ext cx="11440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79854B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CC74B315-7EC4-7EEA-6C0D-3469B649663D}"/>
                </a:ext>
              </a:extLst>
            </p:cNvPr>
            <p:cNvSpPr txBox="1"/>
            <p:nvPr/>
          </p:nvSpPr>
          <p:spPr>
            <a:xfrm>
              <a:off x="3137117" y="2728002"/>
              <a:ext cx="11440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79854B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72919F5D-6F55-FA91-9385-AB4B5743DFF0}"/>
                </a:ext>
              </a:extLst>
            </p:cNvPr>
            <p:cNvSpPr txBox="1"/>
            <p:nvPr/>
          </p:nvSpPr>
          <p:spPr>
            <a:xfrm>
              <a:off x="3137117" y="3676818"/>
              <a:ext cx="11440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091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99DC7F27-5750-235A-3F25-72CF210E0BF5}"/>
                </a:ext>
              </a:extLst>
            </p:cNvPr>
            <p:cNvSpPr txBox="1"/>
            <p:nvPr/>
          </p:nvSpPr>
          <p:spPr>
            <a:xfrm>
              <a:off x="3144458" y="4497585"/>
              <a:ext cx="11440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9A4C3A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9A4C3A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</a:p>
          </p:txBody>
        </p: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38E8B1A5-4AAF-710D-CDEA-061EED812E64}"/>
                </a:ext>
              </a:extLst>
            </p:cNvPr>
            <p:cNvSpPr txBox="1"/>
            <p:nvPr/>
          </p:nvSpPr>
          <p:spPr>
            <a:xfrm>
              <a:off x="4060661" y="5570622"/>
              <a:ext cx="11440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400" b="1" i="0" u="none" strike="noStrike" kern="1200" cap="none" spc="0" normalizeH="0" baseline="0" noProof="0" dirty="0">
                <a:ln>
                  <a:noFill/>
                </a:ln>
                <a:solidFill>
                  <a:srgbClr val="79854B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E22389AD-A525-BEE2-1CFC-001120E03ABF}"/>
                </a:ext>
              </a:extLst>
            </p:cNvPr>
            <p:cNvSpPr txBox="1"/>
            <p:nvPr/>
          </p:nvSpPr>
          <p:spPr>
            <a:xfrm>
              <a:off x="6031189" y="1689853"/>
              <a:ext cx="1501693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de muestra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74A15693-6A58-6416-22A8-8C2010956BDA}"/>
                </a:ext>
              </a:extLst>
            </p:cNvPr>
            <p:cNvSpPr txBox="1"/>
            <p:nvPr/>
          </p:nvSpPr>
          <p:spPr>
            <a:xfrm>
              <a:off x="6031189" y="2690438"/>
              <a:ext cx="150169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87E24DDA-8609-CEF2-4D96-364DEDB25185}"/>
                </a:ext>
              </a:extLst>
            </p:cNvPr>
            <p:cNvSpPr txBox="1"/>
            <p:nvPr/>
          </p:nvSpPr>
          <p:spPr>
            <a:xfrm>
              <a:off x="6031189" y="3627506"/>
              <a:ext cx="150169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718A8D3C-C29A-4847-D33B-34BC1A764175}"/>
                </a:ext>
              </a:extLst>
            </p:cNvPr>
            <p:cNvSpPr txBox="1"/>
            <p:nvPr/>
          </p:nvSpPr>
          <p:spPr>
            <a:xfrm>
              <a:off x="6031189" y="4626187"/>
              <a:ext cx="150169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4414E3EE-7533-ADD1-791E-5EA88AA0B8EA}"/>
                </a:ext>
              </a:extLst>
            </p:cNvPr>
            <p:cNvSpPr txBox="1"/>
            <p:nvPr/>
          </p:nvSpPr>
          <p:spPr>
            <a:xfrm>
              <a:off x="7540481" y="1449965"/>
              <a:ext cx="1395839" cy="784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ficticio de ejemplo </a:t>
              </a:r>
              <a:r>
                <a:rPr kumimoji="0" lang="es-ES" sz="9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 </a:t>
              </a:r>
              <a:r>
                <a:rPr kumimoji="0" lang="es-ES" sz="9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 xxx </a:t>
              </a:r>
              <a:r>
                <a:rPr kumimoji="0" lang="es-ES" sz="9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2FB48E5A-E622-BF8F-B4D3-368B0BAC80AB}"/>
                </a:ext>
              </a:extLst>
            </p:cNvPr>
            <p:cNvSpPr txBox="1"/>
            <p:nvPr/>
          </p:nvSpPr>
          <p:spPr>
            <a:xfrm>
              <a:off x="7507581" y="2581977"/>
              <a:ext cx="1501692" cy="507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ficticio de ejemplo </a:t>
              </a:r>
              <a:r>
                <a:rPr kumimoji="0" lang="es-ES" sz="9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</a:p>
          </p:txBody>
        </p:sp>
        <p:sp>
          <p:nvSpPr>
            <p:cNvPr id="72" name="CuadroTexto 71">
              <a:extLst>
                <a:ext uri="{FF2B5EF4-FFF2-40B4-BE49-F238E27FC236}">
                  <a16:creationId xmlns:a16="http://schemas.microsoft.com/office/drawing/2014/main" id="{6145BF41-E881-FE6C-D9DB-9147181D3CC3}"/>
                </a:ext>
              </a:extLst>
            </p:cNvPr>
            <p:cNvSpPr txBox="1"/>
            <p:nvPr/>
          </p:nvSpPr>
          <p:spPr>
            <a:xfrm>
              <a:off x="7501904" y="3560231"/>
              <a:ext cx="1501692" cy="507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ficticio de ejemplo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 Texto ejemplo</a:t>
              </a: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D640BA0F-0017-33E7-D724-89ABB456AC07}"/>
                </a:ext>
              </a:extLst>
            </p:cNvPr>
            <p:cNvSpPr txBox="1"/>
            <p:nvPr/>
          </p:nvSpPr>
          <p:spPr>
            <a:xfrm>
              <a:off x="7456293" y="4555580"/>
              <a:ext cx="1501692" cy="507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de muestra</a:t>
              </a:r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C02C196B-3B8E-B6A2-D1D9-375D571FBA2C}"/>
                </a:ext>
              </a:extLst>
            </p:cNvPr>
            <p:cNvSpPr txBox="1"/>
            <p:nvPr/>
          </p:nvSpPr>
          <p:spPr>
            <a:xfrm>
              <a:off x="7492744" y="5367960"/>
              <a:ext cx="150169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simulado para conservar la estructura visual.</a:t>
              </a:r>
            </a:p>
          </p:txBody>
        </p:sp>
        <p:sp>
          <p:nvSpPr>
            <p:cNvPr id="75" name="CuadroTexto 74">
              <a:extLst>
                <a:ext uri="{FF2B5EF4-FFF2-40B4-BE49-F238E27FC236}">
                  <a16:creationId xmlns:a16="http://schemas.microsoft.com/office/drawing/2014/main" id="{6F8DCCE0-F6ED-A04E-A7E8-A8C209B4C3DD}"/>
                </a:ext>
              </a:extLst>
            </p:cNvPr>
            <p:cNvSpPr txBox="1"/>
            <p:nvPr/>
          </p:nvSpPr>
          <p:spPr>
            <a:xfrm>
              <a:off x="9104469" y="1550425"/>
              <a:ext cx="138335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ficticio de ejemplo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de muestra</a:t>
              </a:r>
            </a:p>
          </p:txBody>
        </p:sp>
        <p:sp>
          <p:nvSpPr>
            <p:cNvPr id="76" name="CuadroTexto 75">
              <a:extLst>
                <a:ext uri="{FF2B5EF4-FFF2-40B4-BE49-F238E27FC236}">
                  <a16:creationId xmlns:a16="http://schemas.microsoft.com/office/drawing/2014/main" id="{360A2FE7-EDAF-22AD-F1C8-0542C7612272}"/>
                </a:ext>
              </a:extLst>
            </p:cNvPr>
            <p:cNvSpPr txBox="1"/>
            <p:nvPr/>
          </p:nvSpPr>
          <p:spPr>
            <a:xfrm>
              <a:off x="9044790" y="2647198"/>
              <a:ext cx="1501693" cy="507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ficticio de ejemplo</a:t>
              </a:r>
            </a:p>
          </p:txBody>
        </p:sp>
        <p:sp>
          <p:nvSpPr>
            <p:cNvPr id="77" name="CuadroTexto 76">
              <a:extLst>
                <a:ext uri="{FF2B5EF4-FFF2-40B4-BE49-F238E27FC236}">
                  <a16:creationId xmlns:a16="http://schemas.microsoft.com/office/drawing/2014/main" id="{EBC0041D-9690-BBA8-4ECA-1391235B0C7D}"/>
                </a:ext>
              </a:extLst>
            </p:cNvPr>
            <p:cNvSpPr txBox="1"/>
            <p:nvPr/>
          </p:nvSpPr>
          <p:spPr>
            <a:xfrm>
              <a:off x="9044790" y="3692206"/>
              <a:ext cx="150169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de muestra</a:t>
              </a:r>
            </a:p>
          </p:txBody>
        </p:sp>
        <p:sp>
          <p:nvSpPr>
            <p:cNvPr id="78" name="CuadroTexto 77">
              <a:extLst>
                <a:ext uri="{FF2B5EF4-FFF2-40B4-BE49-F238E27FC236}">
                  <a16:creationId xmlns:a16="http://schemas.microsoft.com/office/drawing/2014/main" id="{14C8F874-55B9-7EF5-BCDD-05BE931FFB51}"/>
                </a:ext>
              </a:extLst>
            </p:cNvPr>
            <p:cNvSpPr txBox="1"/>
            <p:nvPr/>
          </p:nvSpPr>
          <p:spPr>
            <a:xfrm>
              <a:off x="9044790" y="4497585"/>
              <a:ext cx="1501692" cy="522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ficticio de ejemplo</a:t>
              </a:r>
            </a:p>
          </p:txBody>
        </p:sp>
        <p:sp>
          <p:nvSpPr>
            <p:cNvPr id="79" name="CuadroTexto 78">
              <a:extLst>
                <a:ext uri="{FF2B5EF4-FFF2-40B4-BE49-F238E27FC236}">
                  <a16:creationId xmlns:a16="http://schemas.microsoft.com/office/drawing/2014/main" id="{12557947-1AB9-57FB-93C3-70711A72B5D7}"/>
                </a:ext>
              </a:extLst>
            </p:cNvPr>
            <p:cNvSpPr txBox="1"/>
            <p:nvPr/>
          </p:nvSpPr>
          <p:spPr>
            <a:xfrm>
              <a:off x="9044790" y="5375873"/>
              <a:ext cx="1501692" cy="6647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simulado para conservar la estructura visual.</a:t>
              </a:r>
            </a:p>
          </p:txBody>
        </p: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C93C927E-F75C-EA69-B422-D0211A455651}"/>
                </a:ext>
              </a:extLst>
            </p:cNvPr>
            <p:cNvSpPr txBox="1"/>
            <p:nvPr/>
          </p:nvSpPr>
          <p:spPr>
            <a:xfrm>
              <a:off x="10500249" y="1619849"/>
              <a:ext cx="1501693" cy="507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de muestra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sp>
          <p:nvSpPr>
            <p:cNvPr id="81" name="CuadroTexto 80">
              <a:extLst>
                <a:ext uri="{FF2B5EF4-FFF2-40B4-BE49-F238E27FC236}">
                  <a16:creationId xmlns:a16="http://schemas.microsoft.com/office/drawing/2014/main" id="{E7F02393-5895-47A4-5B5D-8DD39DB8CD7E}"/>
                </a:ext>
              </a:extLst>
            </p:cNvPr>
            <p:cNvSpPr txBox="1"/>
            <p:nvPr/>
          </p:nvSpPr>
          <p:spPr>
            <a:xfrm>
              <a:off x="10472817" y="2709302"/>
              <a:ext cx="150169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sp>
          <p:nvSpPr>
            <p:cNvPr id="82" name="CuadroTexto 81">
              <a:extLst>
                <a:ext uri="{FF2B5EF4-FFF2-40B4-BE49-F238E27FC236}">
                  <a16:creationId xmlns:a16="http://schemas.microsoft.com/office/drawing/2014/main" id="{E46A9043-BD62-5857-4C9F-9EF2317E29D1}"/>
                </a:ext>
              </a:extLst>
            </p:cNvPr>
            <p:cNvSpPr txBox="1"/>
            <p:nvPr/>
          </p:nvSpPr>
          <p:spPr>
            <a:xfrm>
              <a:off x="10472817" y="3696694"/>
              <a:ext cx="150169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Contenido de muestra</a:t>
              </a:r>
            </a:p>
          </p:txBody>
        </p: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ADE7911C-EBCA-E910-7FF6-04612ECF6785}"/>
                </a:ext>
              </a:extLst>
            </p:cNvPr>
            <p:cNvSpPr txBox="1"/>
            <p:nvPr/>
          </p:nvSpPr>
          <p:spPr>
            <a:xfrm>
              <a:off x="10520189" y="4664261"/>
              <a:ext cx="150169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AC306AF7-DECC-D4B5-E0FE-26B99655904B}"/>
                </a:ext>
              </a:extLst>
            </p:cNvPr>
            <p:cNvSpPr txBox="1"/>
            <p:nvPr/>
          </p:nvSpPr>
          <p:spPr>
            <a:xfrm>
              <a:off x="10534739" y="5564253"/>
              <a:ext cx="150169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ficticio</a:t>
              </a:r>
            </a:p>
          </p:txBody>
        </p:sp>
        <p:pic>
          <p:nvPicPr>
            <p:cNvPr id="86" name="Imagen 85" descr="En blanco y negro&#10;&#10;El contenido generado por IA puede ser incorrecto.">
              <a:extLst>
                <a:ext uri="{FF2B5EF4-FFF2-40B4-BE49-F238E27FC236}">
                  <a16:creationId xmlns:a16="http://schemas.microsoft.com/office/drawing/2014/main" id="{D5351515-405E-9400-CF7F-AB1E2768B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3738" y="5328835"/>
              <a:ext cx="845895" cy="661712"/>
            </a:xfrm>
            <a:prstGeom prst="rect">
              <a:avLst/>
            </a:prstGeom>
          </p:spPr>
        </p:pic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493B3BD7-161D-E57A-468B-29BB6CB34182}"/>
                </a:ext>
              </a:extLst>
            </p:cNvPr>
            <p:cNvSpPr txBox="1"/>
            <p:nvPr/>
          </p:nvSpPr>
          <p:spPr>
            <a:xfrm>
              <a:off x="2073463" y="5496606"/>
              <a:ext cx="15087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79854B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A888E7F3-C31D-95D1-E615-A1A3BDC746C7}"/>
                </a:ext>
              </a:extLst>
            </p:cNvPr>
            <p:cNvSpPr txBox="1"/>
            <p:nvPr/>
          </p:nvSpPr>
          <p:spPr>
            <a:xfrm>
              <a:off x="3795802" y="1061152"/>
              <a:ext cx="17373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</a:p>
          </p:txBody>
        </p:sp>
        <p:grpSp>
          <p:nvGrpSpPr>
            <p:cNvPr id="59" name="Grupo 58">
              <a:extLst>
                <a:ext uri="{FF2B5EF4-FFF2-40B4-BE49-F238E27FC236}">
                  <a16:creationId xmlns:a16="http://schemas.microsoft.com/office/drawing/2014/main" id="{CE84DE24-1FB3-56A9-D429-2DC0A98A76A4}"/>
                </a:ext>
              </a:extLst>
            </p:cNvPr>
            <p:cNvGrpSpPr/>
            <p:nvPr/>
          </p:nvGrpSpPr>
          <p:grpSpPr>
            <a:xfrm>
              <a:off x="3284300" y="940901"/>
              <a:ext cx="7239436" cy="5224533"/>
              <a:chOff x="3284300" y="940901"/>
              <a:chExt cx="7239436" cy="5376758"/>
            </a:xfrm>
          </p:grpSpPr>
          <p:cxnSp>
            <p:nvCxnSpPr>
              <p:cNvPr id="23" name="Conector recto 22">
                <a:extLst>
                  <a:ext uri="{FF2B5EF4-FFF2-40B4-BE49-F238E27FC236}">
                    <a16:creationId xmlns:a16="http://schemas.microsoft.com/office/drawing/2014/main" id="{163C665E-F45A-D12E-166F-9E2816B91A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84300" y="940902"/>
                <a:ext cx="0" cy="5376757"/>
              </a:xfrm>
              <a:prstGeom prst="line">
                <a:avLst/>
              </a:prstGeom>
              <a:ln w="12700">
                <a:solidFill>
                  <a:srgbClr val="25252A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ector recto 23">
                <a:extLst>
                  <a:ext uri="{FF2B5EF4-FFF2-40B4-BE49-F238E27FC236}">
                    <a16:creationId xmlns:a16="http://schemas.microsoft.com/office/drawing/2014/main" id="{E63F087E-20FE-B26A-D527-3A98BBA85A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6914" y="940902"/>
                <a:ext cx="0" cy="5376757"/>
              </a:xfrm>
              <a:prstGeom prst="line">
                <a:avLst/>
              </a:prstGeom>
              <a:ln w="12700">
                <a:solidFill>
                  <a:srgbClr val="25252A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ector recto 24">
                <a:extLst>
                  <a:ext uri="{FF2B5EF4-FFF2-40B4-BE49-F238E27FC236}">
                    <a16:creationId xmlns:a16="http://schemas.microsoft.com/office/drawing/2014/main" id="{85A3C022-EEB4-E4EF-271D-9AF963B282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1848" y="940902"/>
                <a:ext cx="0" cy="5376757"/>
              </a:xfrm>
              <a:prstGeom prst="line">
                <a:avLst/>
              </a:prstGeom>
              <a:ln w="12700">
                <a:solidFill>
                  <a:srgbClr val="25252A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25">
                <a:extLst>
                  <a:ext uri="{FF2B5EF4-FFF2-40B4-BE49-F238E27FC236}">
                    <a16:creationId xmlns:a16="http://schemas.microsoft.com/office/drawing/2014/main" id="{BACED674-C431-5950-730B-CA4779E6AF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74629" y="940902"/>
                <a:ext cx="0" cy="5376757"/>
              </a:xfrm>
              <a:prstGeom prst="line">
                <a:avLst/>
              </a:prstGeom>
              <a:ln w="12700">
                <a:solidFill>
                  <a:srgbClr val="25252A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26">
                <a:extLst>
                  <a:ext uri="{FF2B5EF4-FFF2-40B4-BE49-F238E27FC236}">
                    <a16:creationId xmlns:a16="http://schemas.microsoft.com/office/drawing/2014/main" id="{229D397D-E0AF-E83F-5BCC-88509C3F4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23736" y="940902"/>
                <a:ext cx="0" cy="5376757"/>
              </a:xfrm>
              <a:prstGeom prst="line">
                <a:avLst/>
              </a:prstGeom>
              <a:ln w="12700">
                <a:solidFill>
                  <a:srgbClr val="25252A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Conector recto 3">
                <a:extLst>
                  <a:ext uri="{FF2B5EF4-FFF2-40B4-BE49-F238E27FC236}">
                    <a16:creationId xmlns:a16="http://schemas.microsoft.com/office/drawing/2014/main" id="{E34B61D6-952B-E2DB-22A7-C08D1A91DF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13331" y="940901"/>
                <a:ext cx="0" cy="5376757"/>
              </a:xfrm>
              <a:prstGeom prst="line">
                <a:avLst/>
              </a:prstGeom>
              <a:ln w="12700">
                <a:solidFill>
                  <a:srgbClr val="25252A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Conector recto 6">
                <a:extLst>
                  <a:ext uri="{FF2B5EF4-FFF2-40B4-BE49-F238E27FC236}">
                    <a16:creationId xmlns:a16="http://schemas.microsoft.com/office/drawing/2014/main" id="{ADF22771-14ED-6036-2876-DC1188D794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4339" y="940901"/>
                <a:ext cx="0" cy="5376757"/>
              </a:xfrm>
              <a:prstGeom prst="line">
                <a:avLst/>
              </a:prstGeom>
              <a:ln w="12700">
                <a:solidFill>
                  <a:srgbClr val="25252A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BD21CED1-DBC3-6CBD-C318-0ECA4BF29A46}"/>
                </a:ext>
              </a:extLst>
            </p:cNvPr>
            <p:cNvSpPr txBox="1"/>
            <p:nvPr/>
          </p:nvSpPr>
          <p:spPr>
            <a:xfrm>
              <a:off x="4992039" y="974775"/>
              <a:ext cx="12096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9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Texto ejemplo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900" b="1" dirty="0">
                  <a:solidFill>
                    <a:prstClr val="black"/>
                  </a:solidFill>
                  <a:latin typeface="Aptos" panose="020B0004020202020204" pitchFamily="34" charset="0"/>
                </a:rPr>
                <a:t>Texto ejemplo</a:t>
              </a:r>
              <a:endParaRPr kumimoji="0" lang="es-E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6503DBA1-F44D-1098-A2DA-4EDD89F56325}"/>
                </a:ext>
              </a:extLst>
            </p:cNvPr>
            <p:cNvSpPr txBox="1"/>
            <p:nvPr/>
          </p:nvSpPr>
          <p:spPr>
            <a:xfrm>
              <a:off x="3850915" y="1681641"/>
              <a:ext cx="150169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  <a:r>
                <a:rPr lang="es-ES" sz="1000" dirty="0">
                  <a:solidFill>
                    <a:prstClr val="black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34210334-3BE4-A14E-DCA8-79FF8F049467}"/>
                </a:ext>
              </a:extLst>
            </p:cNvPr>
            <p:cNvSpPr txBox="1"/>
            <p:nvPr/>
          </p:nvSpPr>
          <p:spPr>
            <a:xfrm>
              <a:off x="4825460" y="1501321"/>
              <a:ext cx="1501693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1" u="none" strike="noStrike" kern="1200" cap="none" spc="0" normalizeH="0" baseline="0" noProof="0" dirty="0">
                  <a:ln>
                    <a:noFill/>
                  </a:ln>
                  <a:solidFill>
                    <a:srgbClr val="AA702E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1" u="none" strike="noStrike" kern="1200" cap="none" spc="0" normalizeH="0" baseline="0" noProof="0" dirty="0" err="1">
                  <a:ln>
                    <a:noFill/>
                  </a:ln>
                  <a:solidFill>
                    <a:srgbClr val="AA702E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  <a:endParaRPr kumimoji="0" lang="es-ES" sz="1000" b="0" i="1" u="none" strike="noStrike" kern="1200" cap="none" spc="0" normalizeH="0" baseline="0" noProof="0" dirty="0">
                <a:ln>
                  <a:noFill/>
                </a:ln>
                <a:solidFill>
                  <a:srgbClr val="AA702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1" u="none" strike="noStrike" kern="1200" cap="none" spc="0" normalizeH="0" baseline="0" noProof="0" dirty="0">
                  <a:ln>
                    <a:noFill/>
                  </a:ln>
                  <a:solidFill>
                    <a:srgbClr val="AA702E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i="1" dirty="0" err="1">
                  <a:solidFill>
                    <a:srgbClr val="AA702E"/>
                  </a:solidFill>
                  <a:latin typeface="Aptos" panose="020B0004020202020204" pitchFamily="34" charset="0"/>
                </a:rPr>
                <a:t>Texto ejemplo</a:t>
              </a:r>
              <a:r>
                <a:rPr lang="es-ES" sz="1000" i="1" dirty="0">
                  <a:solidFill>
                    <a:srgbClr val="AA702E"/>
                  </a:solidFill>
                  <a:latin typeface="Aptos" panose="020B0004020202020204" pitchFamily="34" charset="0"/>
                </a:rPr>
                <a:t> </a:t>
              </a:r>
              <a:r>
                <a:rPr lang="es-ES" sz="1000" i="1" dirty="0" err="1">
                  <a:solidFill>
                    <a:srgbClr val="AA702E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1" u="none" strike="noStrike" kern="1200" cap="none" spc="0" normalizeH="0" baseline="0" noProof="0" dirty="0">
                <a:ln>
                  <a:noFill/>
                </a:ln>
                <a:solidFill>
                  <a:srgbClr val="AA702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2A48C04E-084A-5AAA-53F5-53EFD84E9B84}"/>
                </a:ext>
              </a:extLst>
            </p:cNvPr>
            <p:cNvSpPr txBox="1"/>
            <p:nvPr/>
          </p:nvSpPr>
          <p:spPr>
            <a:xfrm>
              <a:off x="4189136" y="2731922"/>
              <a:ext cx="840146" cy="2532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D81D30F3-08C2-0311-65BD-69E525376471}"/>
                </a:ext>
              </a:extLst>
            </p:cNvPr>
            <p:cNvSpPr txBox="1"/>
            <p:nvPr/>
          </p:nvSpPr>
          <p:spPr>
            <a:xfrm>
              <a:off x="4825459" y="2536551"/>
              <a:ext cx="1501692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dirty="0">
                  <a:latin typeface="Aptos" panose="020B0004020202020204" pitchFamily="34" charset="0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i="1" dirty="0">
                  <a:solidFill>
                    <a:srgbClr val="AA702E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1" u="none" strike="noStrike" kern="1200" cap="none" spc="0" normalizeH="0" baseline="0" noProof="0" dirty="0">
                <a:ln>
                  <a:noFill/>
                </a:ln>
                <a:solidFill>
                  <a:srgbClr val="AA702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1" u="none" strike="noStrike" kern="1200" cap="none" spc="0" normalizeH="0" baseline="0" noProof="0" dirty="0">
                  <a:ln>
                    <a:noFill/>
                  </a:ln>
                  <a:solidFill>
                    <a:srgbClr val="AA702E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 </a:t>
              </a:r>
              <a:r>
                <a:rPr kumimoji="0" lang="es-ES" sz="1000" b="0" i="1" u="none" strike="noStrike" kern="1200" cap="none" spc="0" normalizeH="0" baseline="0" noProof="0" dirty="0" err="1">
                  <a:ln>
                    <a:noFill/>
                  </a:ln>
                  <a:solidFill>
                    <a:srgbClr val="AA702E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  <a:endParaRPr kumimoji="0" lang="es-ES" sz="1000" b="0" i="1" u="none" strike="noStrike" kern="1200" cap="none" spc="0" normalizeH="0" baseline="0" noProof="0" dirty="0">
                <a:ln>
                  <a:noFill/>
                </a:ln>
                <a:solidFill>
                  <a:srgbClr val="AA702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603B921A-8FE1-F12E-C0CE-982E6C87A8E7}"/>
                </a:ext>
              </a:extLst>
            </p:cNvPr>
            <p:cNvSpPr txBox="1"/>
            <p:nvPr/>
          </p:nvSpPr>
          <p:spPr>
            <a:xfrm>
              <a:off x="3843270" y="4362442"/>
              <a:ext cx="1501692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dirty="0">
                  <a:solidFill>
                    <a:prstClr val="black"/>
                  </a:solidFill>
                  <a:latin typeface="Aptos" panose="020B0004020202020204" pitchFamily="34" charset="0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dirty="0">
                  <a:solidFill>
                    <a:prstClr val="black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1628CC04-0B4F-1EBF-2E2B-7553B75BBEE5}"/>
                </a:ext>
              </a:extLst>
            </p:cNvPr>
            <p:cNvSpPr txBox="1"/>
            <p:nvPr/>
          </p:nvSpPr>
          <p:spPr>
            <a:xfrm>
              <a:off x="3853668" y="5511405"/>
              <a:ext cx="1501693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dirty="0">
                  <a:solidFill>
                    <a:prstClr val="black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73B8A96-7B57-D02A-8C4B-A3C16E66E385}"/>
                </a:ext>
              </a:extLst>
            </p:cNvPr>
            <p:cNvSpPr txBox="1"/>
            <p:nvPr/>
          </p:nvSpPr>
          <p:spPr>
            <a:xfrm>
              <a:off x="4798916" y="5449083"/>
              <a:ext cx="1501693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dirty="0">
                  <a:solidFill>
                    <a:prstClr val="black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i="1" dirty="0">
                  <a:solidFill>
                    <a:srgbClr val="AA702E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1" u="none" strike="noStrike" kern="1200" cap="none" spc="0" normalizeH="0" baseline="0" noProof="0" dirty="0">
                <a:ln>
                  <a:noFill/>
                </a:ln>
                <a:solidFill>
                  <a:srgbClr val="AA702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E9E110C1-C481-FAFA-8E58-B25248BA4C73}"/>
                </a:ext>
              </a:extLst>
            </p:cNvPr>
            <p:cNvSpPr txBox="1"/>
            <p:nvPr/>
          </p:nvSpPr>
          <p:spPr>
            <a:xfrm>
              <a:off x="4811338" y="4490840"/>
              <a:ext cx="1501693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dirty="0">
                  <a:solidFill>
                    <a:prstClr val="black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i="1" dirty="0">
                  <a:solidFill>
                    <a:srgbClr val="AA702E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1" u="none" strike="noStrike" kern="1200" cap="none" spc="0" normalizeH="0" baseline="0" noProof="0" dirty="0">
                <a:ln>
                  <a:noFill/>
                </a:ln>
                <a:solidFill>
                  <a:srgbClr val="AA702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75901BFB-7F6B-E5EE-1C88-582000BA6AAD}"/>
                </a:ext>
              </a:extLst>
            </p:cNvPr>
            <p:cNvSpPr txBox="1"/>
            <p:nvPr/>
          </p:nvSpPr>
          <p:spPr>
            <a:xfrm>
              <a:off x="4811337" y="3362593"/>
              <a:ext cx="1501692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xxx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dirty="0">
                  <a:solidFill>
                    <a:prstClr val="black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000" i="1" dirty="0">
                  <a:solidFill>
                    <a:srgbClr val="AA702E"/>
                  </a:solidFill>
                  <a:latin typeface="Aptos" panose="020B0004020202020204" pitchFamily="34" charset="0"/>
                </a:rPr>
                <a:t>xxx</a:t>
              </a:r>
              <a:endParaRPr kumimoji="0" lang="es-ES" sz="1000" b="0" i="1" u="none" strike="noStrike" kern="1200" cap="none" spc="0" normalizeH="0" baseline="0" noProof="0" dirty="0">
                <a:ln>
                  <a:noFill/>
                </a:ln>
                <a:solidFill>
                  <a:srgbClr val="AA702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</p:grpSp>
      <p:pic>
        <p:nvPicPr>
          <p:cNvPr id="95" name="Gráfico 94">
            <a:extLst>
              <a:ext uri="{FF2B5EF4-FFF2-40B4-BE49-F238E27FC236}">
                <a16:creationId xmlns:a16="http://schemas.microsoft.com/office/drawing/2014/main" id="{F9E75920-DEC4-F105-7968-12209F23D9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30780" y="326381"/>
            <a:ext cx="1417413" cy="400111"/>
          </a:xfrm>
          <a:prstGeom prst="rect">
            <a:avLst/>
          </a:prstGeom>
        </p:spPr>
      </p:pic>
      <p:sp>
        <p:nvSpPr>
          <p:cNvPr id="55" name="CuadroTexto 54">
            <a:extLst>
              <a:ext uri="{FF2B5EF4-FFF2-40B4-BE49-F238E27FC236}">
                <a16:creationId xmlns:a16="http://schemas.microsoft.com/office/drawing/2014/main" id="{EC81D496-DA40-98D1-0E5B-5A9EB5152AA2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 dirty="0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 dirty="0">
                <a:solidFill>
                  <a:srgbClr val="808669"/>
                </a:solidFill>
                <a:latin typeface="Aptos Light"/>
              </a:rPr>
              <a:t> </a:t>
            </a:r>
            <a:r>
              <a:rPr lang="es-ES" sz="3200" b="0" dirty="0">
                <a:solidFill>
                  <a:schemeClr val="bg1"/>
                </a:solidFill>
                <a:latin typeface="Aptos Light"/>
              </a:rPr>
              <a:t>/ Subtítulo de ejemplo</a:t>
            </a:r>
          </a:p>
        </p:txBody>
      </p:sp>
    </p:spTree>
    <p:extLst>
      <p:ext uri="{BB962C8B-B14F-4D97-AF65-F5344CB8AC3E}">
        <p14:creationId xmlns:p14="http://schemas.microsoft.com/office/powerpoint/2010/main" val="1853746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CFA0507-A8A9-40F8-8F6C-5425ECF237B8}"/>
              </a:ext>
            </a:extLst>
          </p:cNvPr>
          <p:cNvSpPr/>
          <p:nvPr/>
        </p:nvSpPr>
        <p:spPr>
          <a:xfrm rot="2689381">
            <a:off x="4433455" y="2085612"/>
            <a:ext cx="3325090" cy="332509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39E763-1E34-4CCF-AA3B-9EFDB2B72C0D}"/>
              </a:ext>
            </a:extLst>
          </p:cNvPr>
          <p:cNvSpPr/>
          <p:nvPr/>
        </p:nvSpPr>
        <p:spPr>
          <a:xfrm rot="2689381">
            <a:off x="4680109" y="4497061"/>
            <a:ext cx="689173" cy="689173"/>
          </a:xfrm>
          <a:prstGeom prst="rect">
            <a:avLst/>
          </a:prstGeom>
          <a:solidFill>
            <a:schemeClr val="bg1"/>
          </a:solidFill>
          <a:ln w="635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EAD079-46EB-47AA-A60B-81BCC85A1192}"/>
              </a:ext>
            </a:extLst>
          </p:cNvPr>
          <p:cNvSpPr/>
          <p:nvPr/>
        </p:nvSpPr>
        <p:spPr>
          <a:xfrm rot="2689381">
            <a:off x="7008428" y="2220587"/>
            <a:ext cx="689173" cy="689173"/>
          </a:xfrm>
          <a:prstGeom prst="rect">
            <a:avLst/>
          </a:prstGeom>
          <a:solidFill>
            <a:schemeClr val="bg1"/>
          </a:solidFill>
          <a:ln w="635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001E6C-D551-4569-A61B-E1DE9533DB22}"/>
              </a:ext>
            </a:extLst>
          </p:cNvPr>
          <p:cNvSpPr/>
          <p:nvPr/>
        </p:nvSpPr>
        <p:spPr>
          <a:xfrm rot="2689381">
            <a:off x="7008428" y="4497061"/>
            <a:ext cx="689173" cy="689173"/>
          </a:xfrm>
          <a:prstGeom prst="rect">
            <a:avLst/>
          </a:prstGeom>
          <a:solidFill>
            <a:schemeClr val="bg1"/>
          </a:solidFill>
          <a:ln w="635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314BC202-EB44-423E-81A6-E34D0F29E3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897" t="16355" r="1628" b="7671"/>
          <a:stretch>
            <a:fillRect/>
          </a:stretch>
        </p:blipFill>
        <p:spPr>
          <a:xfrm>
            <a:off x="4010736" y="1656438"/>
            <a:ext cx="4170530" cy="4170530"/>
          </a:xfrm>
          <a:custGeom>
            <a:avLst/>
            <a:gdLst>
              <a:gd name="connsiteX0" fmla="*/ 2078824 w 4170530"/>
              <a:gd name="connsiteY0" fmla="*/ 1 h 4170530"/>
              <a:gd name="connsiteX1" fmla="*/ 2168005 w 4170530"/>
              <a:gd name="connsiteY1" fmla="*/ 36619 h 4170530"/>
              <a:gd name="connsiteX2" fmla="*/ 4133362 w 4170530"/>
              <a:gd name="connsiteY2" fmla="*/ 1989871 h 4170530"/>
              <a:gd name="connsiteX3" fmla="*/ 4133913 w 4170530"/>
              <a:gd name="connsiteY3" fmla="*/ 2168005 h 4170530"/>
              <a:gd name="connsiteX4" fmla="*/ 2180660 w 4170530"/>
              <a:gd name="connsiteY4" fmla="*/ 4133362 h 4170530"/>
              <a:gd name="connsiteX5" fmla="*/ 2002526 w 4170530"/>
              <a:gd name="connsiteY5" fmla="*/ 4133912 h 4170530"/>
              <a:gd name="connsiteX6" fmla="*/ 37169 w 4170530"/>
              <a:gd name="connsiteY6" fmla="*/ 2180660 h 4170530"/>
              <a:gd name="connsiteX7" fmla="*/ 36619 w 4170530"/>
              <a:gd name="connsiteY7" fmla="*/ 2002526 h 4170530"/>
              <a:gd name="connsiteX8" fmla="*/ 1989872 w 4170530"/>
              <a:gd name="connsiteY8" fmla="*/ 37169 h 4170530"/>
              <a:gd name="connsiteX9" fmla="*/ 2078824 w 4170530"/>
              <a:gd name="connsiteY9" fmla="*/ 1 h 4170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70530" h="4170530">
                <a:moveTo>
                  <a:pt x="2078824" y="1"/>
                </a:moveTo>
                <a:cubicBezTo>
                  <a:pt x="2111060" y="-98"/>
                  <a:pt x="2143334" y="12100"/>
                  <a:pt x="2168005" y="36619"/>
                </a:cubicBezTo>
                <a:lnTo>
                  <a:pt x="4133362" y="1989871"/>
                </a:lnTo>
                <a:cubicBezTo>
                  <a:pt x="4182705" y="2038910"/>
                  <a:pt x="4182951" y="2118663"/>
                  <a:pt x="4133913" y="2168005"/>
                </a:cubicBezTo>
                <a:lnTo>
                  <a:pt x="2180660" y="4133362"/>
                </a:lnTo>
                <a:cubicBezTo>
                  <a:pt x="2131621" y="4182704"/>
                  <a:pt x="2051869" y="4182951"/>
                  <a:pt x="2002526" y="4133912"/>
                </a:cubicBezTo>
                <a:lnTo>
                  <a:pt x="37169" y="2180660"/>
                </a:lnTo>
                <a:cubicBezTo>
                  <a:pt x="-12173" y="2131621"/>
                  <a:pt x="-12420" y="2051868"/>
                  <a:pt x="36619" y="2002526"/>
                </a:cubicBezTo>
                <a:lnTo>
                  <a:pt x="1989872" y="37169"/>
                </a:lnTo>
                <a:cubicBezTo>
                  <a:pt x="2014391" y="12498"/>
                  <a:pt x="2046589" y="101"/>
                  <a:pt x="2078824" y="1"/>
                </a:cubicBezTo>
                <a:close/>
              </a:path>
            </a:pathLst>
          </a:custGeom>
        </p:spPr>
      </p:pic>
      <p:sp>
        <p:nvSpPr>
          <p:cNvPr id="15" name="Rectangle: Rounded Corners 7">
            <a:extLst>
              <a:ext uri="{FF2B5EF4-FFF2-40B4-BE49-F238E27FC236}">
                <a16:creationId xmlns:a16="http://schemas.microsoft.com/office/drawing/2014/main" id="{E4DC30EE-E165-3CC9-7421-39F00C0BFA87}"/>
              </a:ext>
            </a:extLst>
          </p:cNvPr>
          <p:cNvSpPr/>
          <p:nvPr/>
        </p:nvSpPr>
        <p:spPr>
          <a:xfrm rot="2689381">
            <a:off x="4584597" y="2236753"/>
            <a:ext cx="3022809" cy="3022809"/>
          </a:xfrm>
          <a:prstGeom prst="roundRect">
            <a:avLst>
              <a:gd name="adj" fmla="val 0"/>
            </a:avLst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E5D5F17D-85F8-41FF-8CE4-0E11A29BF3B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3" imgH="384" progId="TCLayout.ActiveDocument.1">
                  <p:embed/>
                </p:oleObj>
              </mc:Choice>
              <mc:Fallback>
                <p:oleObj name="think-cell Slide" r:id="rId6" imgW="383" imgH="38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E5D5F17D-85F8-41FF-8CE4-0E11A29BF3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3FBD254D-BD6C-4B60-A9E8-2C828A152299}"/>
              </a:ext>
            </a:extLst>
          </p:cNvPr>
          <p:cNvSpPr/>
          <p:nvPr/>
        </p:nvSpPr>
        <p:spPr>
          <a:xfrm>
            <a:off x="619125" y="2077856"/>
            <a:ext cx="3482975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r"/>
            <a:r>
              <a:rPr lang="en-ID" sz="1400">
                <a:latin typeface="Aptos"/>
              </a:rPr>
              <a:t>Lorem ipsum </a:t>
            </a:r>
            <a:r>
              <a:rPr lang="en-ID" sz="1400" err="1">
                <a:latin typeface="Aptos"/>
              </a:rPr>
              <a:t>dolor</a:t>
            </a:r>
            <a:r>
              <a:rPr lang="en-ID" sz="1400">
                <a:latin typeface="Aptos"/>
              </a:rPr>
              <a:t> sit </a:t>
            </a:r>
            <a:r>
              <a:rPr lang="en-ID" sz="1400" err="1">
                <a:latin typeface="Aptos"/>
              </a:rPr>
              <a:t>amet</a:t>
            </a:r>
            <a:r>
              <a:rPr lang="en-ID" sz="1400">
                <a:latin typeface="Aptos"/>
              </a:rPr>
              <a:t>, </a:t>
            </a:r>
            <a:r>
              <a:rPr lang="en-ID" sz="1400" err="1">
                <a:latin typeface="Aptos"/>
              </a:rPr>
              <a:t>consectetur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adipiscing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elit</a:t>
            </a:r>
            <a:r>
              <a:rPr lang="en-ID" sz="1400">
                <a:latin typeface="Aptos"/>
              </a:rPr>
              <a:t>, </a:t>
            </a:r>
            <a:r>
              <a:rPr lang="en-ID" sz="1400" err="1">
                <a:latin typeface="Aptos"/>
              </a:rPr>
              <a:t>sed</a:t>
            </a:r>
            <a:r>
              <a:rPr lang="en-ID" sz="1400">
                <a:latin typeface="Aptos"/>
              </a:rPr>
              <a:t> do </a:t>
            </a:r>
            <a:r>
              <a:rPr lang="en-ID" sz="1400" err="1">
                <a:latin typeface="Aptos"/>
              </a:rPr>
              <a:t>eiusmod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tempor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incididunt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ut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labore</a:t>
            </a:r>
            <a:r>
              <a:rPr lang="en-ID" sz="1400">
                <a:latin typeface="Aptos"/>
              </a:rPr>
              <a:t> et dolore</a:t>
            </a:r>
            <a:endParaRPr lang="en-US" sz="1400">
              <a:latin typeface="Apto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1F75458-E6D9-44A5-98FC-63DAF7A9F275}"/>
              </a:ext>
            </a:extLst>
          </p:cNvPr>
          <p:cNvSpPr/>
          <p:nvPr/>
        </p:nvSpPr>
        <p:spPr>
          <a:xfrm>
            <a:off x="619125" y="1773006"/>
            <a:ext cx="3482975" cy="246221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/>
          <a:p>
            <a:pPr algn="r"/>
            <a:r>
              <a:rPr lang="en-ID" sz="1600" b="1">
                <a:latin typeface="Aptos"/>
                <a:cs typeface="Segoe UI"/>
              </a:rPr>
              <a:t>Lorem ipsum </a:t>
            </a:r>
            <a:r>
              <a:rPr lang="en-ID" sz="1600" b="1" err="1">
                <a:latin typeface="Aptos"/>
                <a:cs typeface="Segoe UI"/>
              </a:rPr>
              <a:t>dolor</a:t>
            </a:r>
            <a:r>
              <a:rPr lang="en-ID" sz="1600" b="1">
                <a:latin typeface="Aptos"/>
                <a:cs typeface="Segoe UI"/>
              </a:rPr>
              <a:t> sit </a:t>
            </a:r>
            <a:r>
              <a:rPr lang="en-ID" sz="1600" b="1" err="1">
                <a:latin typeface="Aptos"/>
                <a:cs typeface="Segoe UI"/>
              </a:rPr>
              <a:t>amet</a:t>
            </a:r>
            <a:r>
              <a:rPr lang="en-ID" sz="1600" b="1">
                <a:latin typeface="Aptos"/>
                <a:cs typeface="Segoe UI"/>
              </a:rPr>
              <a:t>, </a:t>
            </a:r>
            <a:endParaRPr lang="en-US" sz="1600" b="1">
              <a:latin typeface="Aptos"/>
              <a:cs typeface="Segoe UI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4F638645-D802-760D-53E0-CD69F61A531C}"/>
              </a:ext>
            </a:extLst>
          </p:cNvPr>
          <p:cNvGrpSpPr/>
          <p:nvPr/>
        </p:nvGrpSpPr>
        <p:grpSpPr>
          <a:xfrm>
            <a:off x="4437192" y="2024828"/>
            <a:ext cx="981075" cy="981075"/>
            <a:chOff x="7278223" y="1045002"/>
            <a:chExt cx="981075" cy="981075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BE630FEB-21CF-8F7E-62DD-08A3FB05B5B8}"/>
                </a:ext>
              </a:extLst>
            </p:cNvPr>
            <p:cNvSpPr/>
            <p:nvPr/>
          </p:nvSpPr>
          <p:spPr>
            <a:xfrm>
              <a:off x="7278223" y="1045002"/>
              <a:ext cx="981075" cy="981075"/>
            </a:xfrm>
            <a:prstGeom prst="ellipse">
              <a:avLst/>
            </a:prstGeom>
            <a:solidFill>
              <a:srgbClr val="B17F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74320" tIns="324000" rIns="274320" bIns="365760" rtlCol="0" anchor="b" anchorCtr="0"/>
            <a:lstStyle/>
            <a:p>
              <a:pPr>
                <a:spcBef>
                  <a:spcPts val="2400"/>
                </a:spcBef>
              </a:pPr>
              <a:endParaRPr lang="en-ID" sz="1600" b="1">
                <a:solidFill>
                  <a:schemeClr val="bg1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</p:txBody>
        </p:sp>
        <p:sp>
          <p:nvSpPr>
            <p:cNvPr id="13" name="TextBox 22">
              <a:extLst>
                <a:ext uri="{FF2B5EF4-FFF2-40B4-BE49-F238E27FC236}">
                  <a16:creationId xmlns:a16="http://schemas.microsoft.com/office/drawing/2014/main" id="{6A09C116-278E-55DE-3DD6-AD3A8BAB3030}"/>
                </a:ext>
              </a:extLst>
            </p:cNvPr>
            <p:cNvSpPr txBox="1"/>
            <p:nvPr/>
          </p:nvSpPr>
          <p:spPr>
            <a:xfrm>
              <a:off x="7554293" y="1397039"/>
              <a:ext cx="428935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2400"/>
                </a:spcBef>
              </a:pPr>
              <a:r>
                <a:rPr lang="en-US" b="1">
                  <a:solidFill>
                    <a:schemeClr val="bg1"/>
                  </a:solidFill>
                  <a:latin typeface="Fahkwang"/>
                  <a:ea typeface="Open Sans"/>
                  <a:cs typeface="Fahkwang"/>
                </a:rPr>
                <a:t>1</a:t>
              </a:r>
              <a:endParaRPr lang="en-US" b="1">
                <a:solidFill>
                  <a:schemeClr val="bg1"/>
                </a:solidFill>
                <a:latin typeface="Fahkwang" pitchFamily="2" charset="-34"/>
                <a:ea typeface="Open Sans" charset="0"/>
                <a:cs typeface="Fahkwang" pitchFamily="2" charset="-34"/>
              </a:endParaRPr>
            </a:p>
          </p:txBody>
        </p:sp>
      </p:grpSp>
      <p:sp>
        <p:nvSpPr>
          <p:cNvPr id="20" name="Rectangle 17">
            <a:extLst>
              <a:ext uri="{FF2B5EF4-FFF2-40B4-BE49-F238E27FC236}">
                <a16:creationId xmlns:a16="http://schemas.microsoft.com/office/drawing/2014/main" id="{851035CB-5D7D-722C-FC24-EC9B946492D0}"/>
              </a:ext>
            </a:extLst>
          </p:cNvPr>
          <p:cNvSpPr/>
          <p:nvPr/>
        </p:nvSpPr>
        <p:spPr>
          <a:xfrm>
            <a:off x="615530" y="4849091"/>
            <a:ext cx="3482975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algn="r"/>
            <a:r>
              <a:rPr lang="en-ID" sz="1400">
                <a:latin typeface="Aptos"/>
              </a:rPr>
              <a:t>Lorem ipsum </a:t>
            </a:r>
            <a:r>
              <a:rPr lang="en-ID" sz="1400" err="1">
                <a:latin typeface="Aptos"/>
              </a:rPr>
              <a:t>dolor</a:t>
            </a:r>
            <a:r>
              <a:rPr lang="en-ID" sz="1400">
                <a:latin typeface="Aptos"/>
              </a:rPr>
              <a:t> sit </a:t>
            </a:r>
            <a:r>
              <a:rPr lang="en-ID" sz="1400" err="1">
                <a:latin typeface="Aptos"/>
              </a:rPr>
              <a:t>amet</a:t>
            </a:r>
            <a:r>
              <a:rPr lang="en-ID" sz="1400">
                <a:latin typeface="Aptos"/>
              </a:rPr>
              <a:t>, </a:t>
            </a:r>
            <a:r>
              <a:rPr lang="en-ID" sz="1400" err="1">
                <a:latin typeface="Aptos"/>
              </a:rPr>
              <a:t>consectetur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adipiscing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elit</a:t>
            </a:r>
            <a:r>
              <a:rPr lang="en-ID" sz="1400">
                <a:latin typeface="Aptos"/>
              </a:rPr>
              <a:t>, </a:t>
            </a:r>
            <a:r>
              <a:rPr lang="en-ID" sz="1400" err="1">
                <a:latin typeface="Aptos"/>
              </a:rPr>
              <a:t>sed</a:t>
            </a:r>
            <a:r>
              <a:rPr lang="en-ID" sz="1400">
                <a:latin typeface="Aptos"/>
              </a:rPr>
              <a:t> do </a:t>
            </a:r>
            <a:r>
              <a:rPr lang="en-ID" sz="1400" err="1">
                <a:latin typeface="Aptos"/>
              </a:rPr>
              <a:t>eiusmod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tempor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incididunt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ut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labore</a:t>
            </a:r>
            <a:r>
              <a:rPr lang="en-ID" sz="1400">
                <a:latin typeface="Aptos"/>
              </a:rPr>
              <a:t> et dolore</a:t>
            </a:r>
            <a:endParaRPr lang="en-US" sz="1400">
              <a:latin typeface="Aptos"/>
            </a:endParaRPr>
          </a:p>
        </p:txBody>
      </p:sp>
      <p:sp>
        <p:nvSpPr>
          <p:cNvPr id="30" name="Rectangle 18">
            <a:extLst>
              <a:ext uri="{FF2B5EF4-FFF2-40B4-BE49-F238E27FC236}">
                <a16:creationId xmlns:a16="http://schemas.microsoft.com/office/drawing/2014/main" id="{17B6DBA8-E3DF-82F0-2F91-677C48213D3B}"/>
              </a:ext>
            </a:extLst>
          </p:cNvPr>
          <p:cNvSpPr/>
          <p:nvPr/>
        </p:nvSpPr>
        <p:spPr>
          <a:xfrm>
            <a:off x="615530" y="4544241"/>
            <a:ext cx="3482975" cy="246221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/>
          <a:p>
            <a:pPr algn="r"/>
            <a:r>
              <a:rPr lang="en-ID" sz="1600" b="1">
                <a:latin typeface="Aptos"/>
                <a:cs typeface="Segoe UI"/>
              </a:rPr>
              <a:t>Lorem ipsum </a:t>
            </a:r>
            <a:r>
              <a:rPr lang="en-ID" sz="1600" b="1" err="1">
                <a:latin typeface="Aptos"/>
                <a:cs typeface="Segoe UI"/>
              </a:rPr>
              <a:t>dolor</a:t>
            </a:r>
            <a:r>
              <a:rPr lang="en-ID" sz="1600" b="1">
                <a:latin typeface="Aptos"/>
                <a:cs typeface="Segoe UI"/>
              </a:rPr>
              <a:t> sit </a:t>
            </a:r>
            <a:r>
              <a:rPr lang="en-ID" sz="1600" b="1" err="1">
                <a:latin typeface="Aptos"/>
                <a:cs typeface="Segoe UI"/>
              </a:rPr>
              <a:t>amet</a:t>
            </a:r>
            <a:r>
              <a:rPr lang="en-ID" sz="1600" b="1">
                <a:latin typeface="Aptos"/>
                <a:cs typeface="Segoe UI"/>
              </a:rPr>
              <a:t>, </a:t>
            </a:r>
            <a:endParaRPr lang="en-US" sz="1600" b="1">
              <a:latin typeface="Aptos"/>
              <a:cs typeface="Segoe UI"/>
            </a:endParaRPr>
          </a:p>
        </p:txBody>
      </p:sp>
      <p:sp>
        <p:nvSpPr>
          <p:cNvPr id="32" name="Rectangle 17">
            <a:extLst>
              <a:ext uri="{FF2B5EF4-FFF2-40B4-BE49-F238E27FC236}">
                <a16:creationId xmlns:a16="http://schemas.microsoft.com/office/drawing/2014/main" id="{EA087C58-C385-0326-1DDC-6C4F69FE61CF}"/>
              </a:ext>
            </a:extLst>
          </p:cNvPr>
          <p:cNvSpPr/>
          <p:nvPr/>
        </p:nvSpPr>
        <p:spPr>
          <a:xfrm>
            <a:off x="8091757" y="2085044"/>
            <a:ext cx="3482975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r>
              <a:rPr lang="en-ID" sz="1400">
                <a:latin typeface="Aptos"/>
              </a:rPr>
              <a:t>Lorem ipsum </a:t>
            </a:r>
            <a:r>
              <a:rPr lang="en-ID" sz="1400" err="1">
                <a:latin typeface="Aptos"/>
              </a:rPr>
              <a:t>dolor</a:t>
            </a:r>
            <a:r>
              <a:rPr lang="en-ID" sz="1400">
                <a:latin typeface="Aptos"/>
              </a:rPr>
              <a:t> sit </a:t>
            </a:r>
            <a:r>
              <a:rPr lang="en-ID" sz="1400" err="1">
                <a:latin typeface="Aptos"/>
              </a:rPr>
              <a:t>amet</a:t>
            </a:r>
            <a:r>
              <a:rPr lang="en-ID" sz="1400">
                <a:latin typeface="Aptos"/>
              </a:rPr>
              <a:t>, </a:t>
            </a:r>
            <a:r>
              <a:rPr lang="en-ID" sz="1400" err="1">
                <a:latin typeface="Aptos"/>
              </a:rPr>
              <a:t>consectetur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adipiscing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elit</a:t>
            </a:r>
            <a:r>
              <a:rPr lang="en-ID" sz="1400">
                <a:latin typeface="Aptos"/>
              </a:rPr>
              <a:t>, </a:t>
            </a:r>
            <a:r>
              <a:rPr lang="en-ID" sz="1400" err="1">
                <a:latin typeface="Aptos"/>
              </a:rPr>
              <a:t>sed</a:t>
            </a:r>
            <a:r>
              <a:rPr lang="en-ID" sz="1400">
                <a:latin typeface="Aptos"/>
              </a:rPr>
              <a:t> do </a:t>
            </a:r>
            <a:r>
              <a:rPr lang="en-ID" sz="1400" err="1">
                <a:latin typeface="Aptos"/>
              </a:rPr>
              <a:t>eiusmod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tempor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incididunt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ut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labore</a:t>
            </a:r>
            <a:r>
              <a:rPr lang="en-ID" sz="1400">
                <a:latin typeface="Aptos"/>
              </a:rPr>
              <a:t> et dolore</a:t>
            </a:r>
            <a:endParaRPr lang="en-US" sz="1400">
              <a:latin typeface="Aptos"/>
            </a:endParaRPr>
          </a:p>
        </p:txBody>
      </p:sp>
      <p:sp>
        <p:nvSpPr>
          <p:cNvPr id="33" name="Rectangle 18">
            <a:extLst>
              <a:ext uri="{FF2B5EF4-FFF2-40B4-BE49-F238E27FC236}">
                <a16:creationId xmlns:a16="http://schemas.microsoft.com/office/drawing/2014/main" id="{5D911942-DB1E-8CFA-B2A6-EE00E0C687CE}"/>
              </a:ext>
            </a:extLst>
          </p:cNvPr>
          <p:cNvSpPr/>
          <p:nvPr/>
        </p:nvSpPr>
        <p:spPr>
          <a:xfrm>
            <a:off x="8091757" y="1780195"/>
            <a:ext cx="3482975" cy="246221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/>
          <a:p>
            <a:r>
              <a:rPr lang="en-ID" sz="1600" b="1">
                <a:latin typeface="Aptos"/>
                <a:cs typeface="Segoe UI"/>
              </a:rPr>
              <a:t>Lorem ipsum </a:t>
            </a:r>
            <a:r>
              <a:rPr lang="en-ID" sz="1600" b="1" err="1">
                <a:latin typeface="Aptos"/>
                <a:cs typeface="Segoe UI"/>
              </a:rPr>
              <a:t>dolor</a:t>
            </a:r>
            <a:r>
              <a:rPr lang="en-ID" sz="1600" b="1">
                <a:latin typeface="Aptos"/>
                <a:cs typeface="Segoe UI"/>
              </a:rPr>
              <a:t> sit </a:t>
            </a:r>
            <a:r>
              <a:rPr lang="en-ID" sz="1600" b="1" err="1">
                <a:latin typeface="Aptos"/>
                <a:cs typeface="Segoe UI"/>
              </a:rPr>
              <a:t>amet</a:t>
            </a:r>
            <a:r>
              <a:rPr lang="en-ID" sz="1600" b="1">
                <a:latin typeface="Aptos"/>
                <a:cs typeface="Segoe UI"/>
              </a:rPr>
              <a:t>, </a:t>
            </a:r>
            <a:endParaRPr lang="en-US" sz="1600" b="1">
              <a:latin typeface="Aptos"/>
              <a:cs typeface="Segoe UI"/>
            </a:endParaRPr>
          </a:p>
        </p:txBody>
      </p:sp>
      <p:sp>
        <p:nvSpPr>
          <p:cNvPr id="63" name="Rectangle 17">
            <a:extLst>
              <a:ext uri="{FF2B5EF4-FFF2-40B4-BE49-F238E27FC236}">
                <a16:creationId xmlns:a16="http://schemas.microsoft.com/office/drawing/2014/main" id="{0ECFA301-B486-F086-8AB6-211891F7D743}"/>
              </a:ext>
            </a:extLst>
          </p:cNvPr>
          <p:cNvSpPr/>
          <p:nvPr/>
        </p:nvSpPr>
        <p:spPr>
          <a:xfrm>
            <a:off x="8088093" y="4880265"/>
            <a:ext cx="3482975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r>
              <a:rPr lang="en-ID" sz="1400">
                <a:latin typeface="Aptos"/>
              </a:rPr>
              <a:t>Lorem ipsum </a:t>
            </a:r>
            <a:r>
              <a:rPr lang="en-ID" sz="1400" err="1">
                <a:latin typeface="Aptos"/>
              </a:rPr>
              <a:t>dolor</a:t>
            </a:r>
            <a:r>
              <a:rPr lang="en-ID" sz="1400">
                <a:latin typeface="Aptos"/>
              </a:rPr>
              <a:t> sit </a:t>
            </a:r>
            <a:r>
              <a:rPr lang="en-ID" sz="1400" err="1">
                <a:latin typeface="Aptos"/>
              </a:rPr>
              <a:t>amet</a:t>
            </a:r>
            <a:r>
              <a:rPr lang="en-ID" sz="1400">
                <a:latin typeface="Aptos"/>
              </a:rPr>
              <a:t>, </a:t>
            </a:r>
            <a:r>
              <a:rPr lang="en-ID" sz="1400" err="1">
                <a:latin typeface="Aptos"/>
              </a:rPr>
              <a:t>consectetur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adipiscing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elit</a:t>
            </a:r>
            <a:r>
              <a:rPr lang="en-ID" sz="1400">
                <a:latin typeface="Aptos"/>
              </a:rPr>
              <a:t>, </a:t>
            </a:r>
            <a:r>
              <a:rPr lang="en-ID" sz="1400" err="1">
                <a:latin typeface="Aptos"/>
              </a:rPr>
              <a:t>sed</a:t>
            </a:r>
            <a:r>
              <a:rPr lang="en-ID" sz="1400">
                <a:latin typeface="Aptos"/>
              </a:rPr>
              <a:t> do </a:t>
            </a:r>
            <a:r>
              <a:rPr lang="en-ID" sz="1400" err="1">
                <a:latin typeface="Aptos"/>
              </a:rPr>
              <a:t>eiusmod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tempor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incididunt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ut</a:t>
            </a:r>
            <a:r>
              <a:rPr lang="en-ID" sz="1400">
                <a:latin typeface="Aptos"/>
              </a:rPr>
              <a:t> </a:t>
            </a:r>
            <a:r>
              <a:rPr lang="en-ID" sz="1400" err="1">
                <a:latin typeface="Aptos"/>
              </a:rPr>
              <a:t>labore</a:t>
            </a:r>
            <a:r>
              <a:rPr lang="en-ID" sz="1400">
                <a:latin typeface="Aptos"/>
              </a:rPr>
              <a:t> et dolore</a:t>
            </a:r>
            <a:endParaRPr lang="en-US" sz="1400">
              <a:latin typeface="Aptos"/>
            </a:endParaRPr>
          </a:p>
        </p:txBody>
      </p:sp>
      <p:sp>
        <p:nvSpPr>
          <p:cNvPr id="64" name="Rectangle 18">
            <a:extLst>
              <a:ext uri="{FF2B5EF4-FFF2-40B4-BE49-F238E27FC236}">
                <a16:creationId xmlns:a16="http://schemas.microsoft.com/office/drawing/2014/main" id="{AE1C8027-013C-3B0A-1903-B9E3231D9A15}"/>
              </a:ext>
            </a:extLst>
          </p:cNvPr>
          <p:cNvSpPr/>
          <p:nvPr/>
        </p:nvSpPr>
        <p:spPr>
          <a:xfrm>
            <a:off x="8088093" y="4575415"/>
            <a:ext cx="3482975" cy="246221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/>
          <a:p>
            <a:r>
              <a:rPr lang="en-ID" sz="1600" b="1">
                <a:latin typeface="Aptos"/>
                <a:cs typeface="Segoe UI"/>
              </a:rPr>
              <a:t>Lorem ipsum </a:t>
            </a:r>
            <a:r>
              <a:rPr lang="en-ID" sz="1600" b="1" err="1">
                <a:latin typeface="Aptos"/>
                <a:cs typeface="Segoe UI"/>
              </a:rPr>
              <a:t>dolor</a:t>
            </a:r>
            <a:r>
              <a:rPr lang="en-ID" sz="1600" b="1">
                <a:latin typeface="Aptos"/>
                <a:cs typeface="Segoe UI"/>
              </a:rPr>
              <a:t> sit </a:t>
            </a:r>
            <a:r>
              <a:rPr lang="en-ID" sz="1600" b="1" err="1">
                <a:latin typeface="Aptos"/>
                <a:cs typeface="Segoe UI"/>
              </a:rPr>
              <a:t>amet</a:t>
            </a:r>
            <a:r>
              <a:rPr lang="en-ID" sz="1600" b="1">
                <a:latin typeface="Aptos"/>
                <a:cs typeface="Segoe UI"/>
              </a:rPr>
              <a:t>, </a:t>
            </a:r>
            <a:endParaRPr lang="en-US" sz="1600" b="1">
              <a:latin typeface="Aptos"/>
              <a:cs typeface="Segoe UI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1B651693-2700-E55F-41FC-B63C7079074C}"/>
              </a:ext>
            </a:extLst>
          </p:cNvPr>
          <p:cNvGrpSpPr/>
          <p:nvPr/>
        </p:nvGrpSpPr>
        <p:grpSpPr>
          <a:xfrm>
            <a:off x="6744696" y="4389009"/>
            <a:ext cx="981075" cy="981075"/>
            <a:chOff x="5795860" y="5550327"/>
            <a:chExt cx="981075" cy="981075"/>
          </a:xfrm>
        </p:grpSpPr>
        <p:sp>
          <p:nvSpPr>
            <p:cNvPr id="83" name="Oval 40">
              <a:extLst>
                <a:ext uri="{FF2B5EF4-FFF2-40B4-BE49-F238E27FC236}">
                  <a16:creationId xmlns:a16="http://schemas.microsoft.com/office/drawing/2014/main" id="{96F6DC0E-44E9-3DE2-E6A0-6769271C5E3D}"/>
                </a:ext>
              </a:extLst>
            </p:cNvPr>
            <p:cNvSpPr/>
            <p:nvPr/>
          </p:nvSpPr>
          <p:spPr>
            <a:xfrm>
              <a:off x="5795860" y="5550327"/>
              <a:ext cx="981075" cy="981075"/>
            </a:xfrm>
            <a:prstGeom prst="ellipse">
              <a:avLst/>
            </a:prstGeom>
            <a:solidFill>
              <a:srgbClr val="D2A0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74320" tIns="324000" rIns="274320" bIns="365760" rtlCol="0" anchor="b" anchorCtr="0"/>
            <a:lstStyle/>
            <a:p>
              <a:pPr>
                <a:spcBef>
                  <a:spcPts val="2400"/>
                </a:spcBef>
              </a:pPr>
              <a:endParaRPr lang="en-ID" sz="1600" b="1">
                <a:solidFill>
                  <a:schemeClr val="bg1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</p:txBody>
        </p:sp>
        <p:sp>
          <p:nvSpPr>
            <p:cNvPr id="84" name="TextBox 43">
              <a:extLst>
                <a:ext uri="{FF2B5EF4-FFF2-40B4-BE49-F238E27FC236}">
                  <a16:creationId xmlns:a16="http://schemas.microsoft.com/office/drawing/2014/main" id="{CCF656BA-F974-3C3D-3315-A7047EB726B9}"/>
                </a:ext>
              </a:extLst>
            </p:cNvPr>
            <p:cNvSpPr txBox="1"/>
            <p:nvPr/>
          </p:nvSpPr>
          <p:spPr>
            <a:xfrm>
              <a:off x="6071930" y="5902364"/>
              <a:ext cx="428935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2400"/>
                </a:spcBef>
              </a:pPr>
              <a:r>
                <a:rPr lang="en-US" b="1">
                  <a:solidFill>
                    <a:schemeClr val="bg1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04</a:t>
              </a:r>
            </a:p>
          </p:txBody>
        </p:sp>
      </p:grpSp>
      <p:grpSp>
        <p:nvGrpSpPr>
          <p:cNvPr id="86" name="Grupo 85">
            <a:extLst>
              <a:ext uri="{FF2B5EF4-FFF2-40B4-BE49-F238E27FC236}">
                <a16:creationId xmlns:a16="http://schemas.microsoft.com/office/drawing/2014/main" id="{7DE6830F-C01C-221A-A136-139FDB652EE1}"/>
              </a:ext>
            </a:extLst>
          </p:cNvPr>
          <p:cNvGrpSpPr/>
          <p:nvPr/>
        </p:nvGrpSpPr>
        <p:grpSpPr>
          <a:xfrm>
            <a:off x="6744916" y="2019238"/>
            <a:ext cx="981075" cy="981075"/>
            <a:chOff x="6744916" y="2019238"/>
            <a:chExt cx="981075" cy="981075"/>
          </a:xfrm>
          <a:solidFill>
            <a:srgbClr val="808669"/>
          </a:solidFill>
        </p:grpSpPr>
        <p:sp>
          <p:nvSpPr>
            <p:cNvPr id="87" name="Oval 27">
              <a:extLst>
                <a:ext uri="{FF2B5EF4-FFF2-40B4-BE49-F238E27FC236}">
                  <a16:creationId xmlns:a16="http://schemas.microsoft.com/office/drawing/2014/main" id="{69A32C90-B6E2-761D-A5D1-1172436434F2}"/>
                </a:ext>
              </a:extLst>
            </p:cNvPr>
            <p:cNvSpPr/>
            <p:nvPr/>
          </p:nvSpPr>
          <p:spPr>
            <a:xfrm>
              <a:off x="6744916" y="2019238"/>
              <a:ext cx="981075" cy="98107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74320" tIns="324000" rIns="274320" bIns="365760" rtlCol="0" anchor="b" anchorCtr="0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2400"/>
                </a:spcBef>
              </a:pPr>
              <a:endParaRPr lang="en-ID" sz="1600" b="1">
                <a:solidFill>
                  <a:schemeClr val="bg1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</p:txBody>
        </p:sp>
        <p:sp>
          <p:nvSpPr>
            <p:cNvPr id="88" name="TextBox 30">
              <a:extLst>
                <a:ext uri="{FF2B5EF4-FFF2-40B4-BE49-F238E27FC236}">
                  <a16:creationId xmlns:a16="http://schemas.microsoft.com/office/drawing/2014/main" id="{002489AE-B926-B89E-1714-BAF04BE73282}"/>
                </a:ext>
              </a:extLst>
            </p:cNvPr>
            <p:cNvSpPr txBox="1"/>
            <p:nvPr/>
          </p:nvSpPr>
          <p:spPr>
            <a:xfrm>
              <a:off x="7020986" y="2371275"/>
              <a:ext cx="428935" cy="276999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Bef>
                  <a:spcPts val="2400"/>
                </a:spcBef>
              </a:pPr>
              <a:r>
                <a:rPr lang="en-US" b="1">
                  <a:solidFill>
                    <a:schemeClr val="bg1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02</a:t>
              </a:r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F67291B0-66FD-994F-F4AB-E36BF168806F}"/>
              </a:ext>
            </a:extLst>
          </p:cNvPr>
          <p:cNvGrpSpPr/>
          <p:nvPr/>
        </p:nvGrpSpPr>
        <p:grpSpPr>
          <a:xfrm>
            <a:off x="4435908" y="4389254"/>
            <a:ext cx="981075" cy="981075"/>
            <a:chOff x="4435908" y="4389254"/>
            <a:chExt cx="981075" cy="981075"/>
          </a:xfrm>
          <a:solidFill>
            <a:srgbClr val="9A4C3A"/>
          </a:solidFill>
        </p:grpSpPr>
        <p:sp>
          <p:nvSpPr>
            <p:cNvPr id="90" name="Oval 33">
              <a:extLst>
                <a:ext uri="{FF2B5EF4-FFF2-40B4-BE49-F238E27FC236}">
                  <a16:creationId xmlns:a16="http://schemas.microsoft.com/office/drawing/2014/main" id="{4D6A7ED7-4249-CB0A-7336-CBEAB06581A0}"/>
                </a:ext>
              </a:extLst>
            </p:cNvPr>
            <p:cNvSpPr/>
            <p:nvPr/>
          </p:nvSpPr>
          <p:spPr>
            <a:xfrm>
              <a:off x="4435908" y="4389254"/>
              <a:ext cx="981075" cy="98107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ID"/>
            </a:p>
          </p:txBody>
        </p:sp>
        <p:sp>
          <p:nvSpPr>
            <p:cNvPr id="91" name="TextBox 36">
              <a:extLst>
                <a:ext uri="{FF2B5EF4-FFF2-40B4-BE49-F238E27FC236}">
                  <a16:creationId xmlns:a16="http://schemas.microsoft.com/office/drawing/2014/main" id="{7C9CE2CC-1F69-9144-9379-5F4AA3F8503A}"/>
                </a:ext>
              </a:extLst>
            </p:cNvPr>
            <p:cNvSpPr txBox="1"/>
            <p:nvPr/>
          </p:nvSpPr>
          <p:spPr>
            <a:xfrm>
              <a:off x="4711978" y="4741291"/>
              <a:ext cx="428935" cy="276999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Bef>
                  <a:spcPts val="2400"/>
                </a:spcBef>
              </a:pPr>
              <a:r>
                <a:rPr lang="en-US" b="1">
                  <a:solidFill>
                    <a:schemeClr val="bg1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03</a:t>
              </a:r>
            </a:p>
          </p:txBody>
        </p:sp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53676878-312B-FFDC-D054-F6403DCD9638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 dirty="0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 dirty="0">
                <a:solidFill>
                  <a:srgbClr val="808669"/>
                </a:solidFill>
                <a:latin typeface="Aptos Light"/>
              </a:rPr>
              <a:t> / Subtítulo de ejemplo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63896CF2-AA08-7461-E942-2BE386F65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36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F3D9264C-FDCC-4E03-96E6-9E1CD9E8F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8041" b="8041"/>
          <a:stretch/>
        </p:blipFill>
        <p:spPr>
          <a:xfrm>
            <a:off x="6096000" y="0"/>
            <a:ext cx="6096000" cy="6858000"/>
          </a:xfrm>
          <a:custGeom>
            <a:avLst/>
            <a:gdLst>
              <a:gd name="connsiteX0" fmla="*/ 2250864 w 7109872"/>
              <a:gd name="connsiteY0" fmla="*/ 0 h 6858000"/>
              <a:gd name="connsiteX1" fmla="*/ 7109872 w 7109872"/>
              <a:gd name="connsiteY1" fmla="*/ 0 h 6858000"/>
              <a:gd name="connsiteX2" fmla="*/ 4859008 w 7109872"/>
              <a:gd name="connsiteY2" fmla="*/ 6858000 h 6858000"/>
              <a:gd name="connsiteX3" fmla="*/ 0 w 71098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9872" h="6858000">
                <a:moveTo>
                  <a:pt x="2250864" y="0"/>
                </a:moveTo>
                <a:lnTo>
                  <a:pt x="7109872" y="0"/>
                </a:lnTo>
                <a:lnTo>
                  <a:pt x="4859008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983D764-6EBF-4C3C-94AD-7BEE3E7A24F2}"/>
              </a:ext>
            </a:extLst>
          </p:cNvPr>
          <p:cNvSpPr txBox="1"/>
          <p:nvPr/>
        </p:nvSpPr>
        <p:spPr>
          <a:xfrm>
            <a:off x="1770489" y="1258540"/>
            <a:ext cx="4879178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2400"/>
              </a:spcBef>
            </a:pPr>
            <a:r>
              <a:rPr lang="en-US" sz="1600" b="1">
                <a:latin typeface="Aptos" panose="020B0004020202020204" pitchFamily="34" charset="0"/>
                <a:ea typeface="Open Sans" charset="0"/>
                <a:cs typeface="Segoe UI" panose="020B0502040204020203" pitchFamily="34" charset="0"/>
              </a:rPr>
              <a:t>Lorem Ipsum is simply dummy text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C09D9E-E3B1-4F16-9CD8-6FD210A9F625}"/>
              </a:ext>
            </a:extLst>
          </p:cNvPr>
          <p:cNvSpPr txBox="1"/>
          <p:nvPr/>
        </p:nvSpPr>
        <p:spPr>
          <a:xfrm>
            <a:off x="1986180" y="1612672"/>
            <a:ext cx="466348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Lorem ipsum dolor sit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amet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,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consectetuer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adipiscing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elit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, sed diam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nonummy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nibh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euismod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tincidunt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ut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laoreet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.</a:t>
            </a:r>
            <a:endParaRPr lang="en-ID" sz="1400">
              <a:latin typeface="Aptos" panose="020B0004020202020204" pitchFamily="34" charset="0"/>
            </a:endParaRPr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134EE76B-2AF8-240D-1473-9C9400FCD0CD}"/>
              </a:ext>
            </a:extLst>
          </p:cNvPr>
          <p:cNvGrpSpPr/>
          <p:nvPr/>
        </p:nvGrpSpPr>
        <p:grpSpPr>
          <a:xfrm>
            <a:off x="7087825" y="1045002"/>
            <a:ext cx="981075" cy="981075"/>
            <a:chOff x="7278223" y="1045002"/>
            <a:chExt cx="981075" cy="981075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E1B5B0D-1796-4E60-8BAF-9226BEFD4D14}"/>
                </a:ext>
              </a:extLst>
            </p:cNvPr>
            <p:cNvSpPr/>
            <p:nvPr/>
          </p:nvSpPr>
          <p:spPr>
            <a:xfrm>
              <a:off x="7278223" y="1045002"/>
              <a:ext cx="981075" cy="981075"/>
            </a:xfrm>
            <a:prstGeom prst="ellipse">
              <a:avLst/>
            </a:prstGeom>
            <a:solidFill>
              <a:srgbClr val="D2A0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74320" tIns="324000" rIns="274320" bIns="365760" rtlCol="0" anchor="b" anchorCtr="0"/>
            <a:lstStyle/>
            <a:p>
              <a:pPr>
                <a:spcBef>
                  <a:spcPts val="2400"/>
                </a:spcBef>
              </a:pPr>
              <a:endParaRPr lang="en-ID" sz="1600" b="1">
                <a:solidFill>
                  <a:schemeClr val="bg1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4A49BB2-2AC7-4C05-924B-F02AFAE10EE7}"/>
                </a:ext>
              </a:extLst>
            </p:cNvPr>
            <p:cNvSpPr txBox="1"/>
            <p:nvPr/>
          </p:nvSpPr>
          <p:spPr>
            <a:xfrm>
              <a:off x="7554293" y="1397039"/>
              <a:ext cx="428935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2400"/>
                </a:spcBef>
              </a:pPr>
              <a:r>
                <a:rPr lang="en-US" b="1">
                  <a:solidFill>
                    <a:schemeClr val="bg1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01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C8534B1-525F-46EC-9CDE-9183EEB7767D}"/>
              </a:ext>
            </a:extLst>
          </p:cNvPr>
          <p:cNvSpPr txBox="1"/>
          <p:nvPr/>
        </p:nvSpPr>
        <p:spPr>
          <a:xfrm>
            <a:off x="1986180" y="2760315"/>
            <a:ext cx="4387416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2400"/>
              </a:spcBef>
            </a:pPr>
            <a:r>
              <a:rPr lang="en-US" sz="1600" b="1">
                <a:latin typeface="Aptos" panose="020B0004020202020204" pitchFamily="34" charset="0"/>
                <a:ea typeface="Open Sans" charset="0"/>
                <a:cs typeface="Segoe UI" panose="020B0502040204020203" pitchFamily="34" charset="0"/>
              </a:rPr>
              <a:t>Lorem Ipsum is simply dummy text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1EF74D-DE2B-4FE8-BB21-9DDB6D3029E8}"/>
              </a:ext>
            </a:extLst>
          </p:cNvPr>
          <p:cNvSpPr txBox="1"/>
          <p:nvPr/>
        </p:nvSpPr>
        <p:spPr>
          <a:xfrm>
            <a:off x="1909181" y="3114446"/>
            <a:ext cx="4464415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Lorem ipsum dolor sit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amet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,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consectetuer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adipiscing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elit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, sed diam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nonummy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nibh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euismod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tincidunt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ut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laoreet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.</a:t>
            </a:r>
            <a:endParaRPr lang="en-ID" sz="1400">
              <a:latin typeface="Aptos" panose="020B0004020202020204" pitchFamily="34" charset="0"/>
            </a:endParaRPr>
          </a:p>
        </p:txBody>
      </p:sp>
      <p:grpSp>
        <p:nvGrpSpPr>
          <p:cNvPr id="33" name="Grupo 32">
            <a:extLst>
              <a:ext uri="{FF2B5EF4-FFF2-40B4-BE49-F238E27FC236}">
                <a16:creationId xmlns:a16="http://schemas.microsoft.com/office/drawing/2014/main" id="{F3E92420-3823-BAB7-2FAC-4C54C118C4AC}"/>
              </a:ext>
            </a:extLst>
          </p:cNvPr>
          <p:cNvGrpSpPr/>
          <p:nvPr/>
        </p:nvGrpSpPr>
        <p:grpSpPr>
          <a:xfrm>
            <a:off x="6649666" y="2546777"/>
            <a:ext cx="981075" cy="981075"/>
            <a:chOff x="6786461" y="2546777"/>
            <a:chExt cx="981075" cy="981075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560F6AA-71BB-418A-BBFC-D245937ED940}"/>
                </a:ext>
              </a:extLst>
            </p:cNvPr>
            <p:cNvSpPr/>
            <p:nvPr/>
          </p:nvSpPr>
          <p:spPr>
            <a:xfrm>
              <a:off x="6786461" y="2546777"/>
              <a:ext cx="981075" cy="981075"/>
            </a:xfrm>
            <a:prstGeom prst="ellipse">
              <a:avLst/>
            </a:prstGeom>
            <a:solidFill>
              <a:srgbClr val="D2A0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74320" tIns="324000" rIns="274320" bIns="365760" rtlCol="0" anchor="b" anchorCtr="0"/>
            <a:lstStyle/>
            <a:p>
              <a:pPr>
                <a:spcBef>
                  <a:spcPts val="2400"/>
                </a:spcBef>
              </a:pPr>
              <a:endParaRPr lang="en-ID" sz="1600" b="1">
                <a:solidFill>
                  <a:schemeClr val="bg1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D582894-06D8-4FBE-B589-1960D1D25954}"/>
                </a:ext>
              </a:extLst>
            </p:cNvPr>
            <p:cNvSpPr txBox="1"/>
            <p:nvPr/>
          </p:nvSpPr>
          <p:spPr>
            <a:xfrm>
              <a:off x="7062531" y="2898814"/>
              <a:ext cx="428935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2400"/>
                </a:spcBef>
              </a:pPr>
              <a:r>
                <a:rPr lang="en-US" b="1">
                  <a:solidFill>
                    <a:schemeClr val="bg1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02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EF02E4CA-B642-4DEB-A96F-87B3E23D3F7B}"/>
              </a:ext>
            </a:extLst>
          </p:cNvPr>
          <p:cNvSpPr txBox="1"/>
          <p:nvPr/>
        </p:nvSpPr>
        <p:spPr>
          <a:xfrm>
            <a:off x="2028173" y="4262090"/>
            <a:ext cx="3887353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2400"/>
              </a:spcBef>
            </a:pPr>
            <a:r>
              <a:rPr lang="en-US" sz="1600" b="1">
                <a:latin typeface="Aptos" panose="020B0004020202020204" pitchFamily="34" charset="0"/>
                <a:ea typeface="Open Sans" charset="0"/>
                <a:cs typeface="Segoe UI" panose="020B0502040204020203" pitchFamily="34" charset="0"/>
              </a:rPr>
              <a:t>Lorem Ipsum is simply dummy text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37DE4D-1EB0-4CBD-A5CF-3D094C356C7A}"/>
              </a:ext>
            </a:extLst>
          </p:cNvPr>
          <p:cNvSpPr txBox="1"/>
          <p:nvPr/>
        </p:nvSpPr>
        <p:spPr>
          <a:xfrm>
            <a:off x="1770489" y="4616221"/>
            <a:ext cx="4145037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Lorem ipsum dolor sit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amet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,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consectetuer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adipiscing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elit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, sed diam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nonummy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nibh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euismod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tincidunt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ut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1400" err="1">
                <a:latin typeface="Aptos" panose="020B0004020202020204" pitchFamily="34" charset="0"/>
                <a:cs typeface="Segoe UI" panose="020B0502040204020203" pitchFamily="34" charset="0"/>
              </a:rPr>
              <a:t>laoreet</a:t>
            </a:r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.</a:t>
            </a:r>
            <a:endParaRPr lang="en-ID" sz="1400">
              <a:latin typeface="Aptos" panose="020B0004020202020204" pitchFamily="34" charset="0"/>
            </a:endParaRP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BEAE8016-70CD-FAC8-235C-FFC13F84D636}"/>
              </a:ext>
            </a:extLst>
          </p:cNvPr>
          <p:cNvGrpSpPr/>
          <p:nvPr/>
        </p:nvGrpSpPr>
        <p:grpSpPr>
          <a:xfrm>
            <a:off x="6194370" y="4048552"/>
            <a:ext cx="981075" cy="981075"/>
            <a:chOff x="6286398" y="4048552"/>
            <a:chExt cx="981075" cy="981075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1635931-9C8C-4E8C-A936-10DB8F4171D2}"/>
                </a:ext>
              </a:extLst>
            </p:cNvPr>
            <p:cNvSpPr/>
            <p:nvPr/>
          </p:nvSpPr>
          <p:spPr>
            <a:xfrm>
              <a:off x="6286398" y="4048552"/>
              <a:ext cx="981075" cy="981075"/>
            </a:xfrm>
            <a:prstGeom prst="ellipse">
              <a:avLst/>
            </a:prstGeom>
            <a:solidFill>
              <a:srgbClr val="9A4C3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3665833-055B-4885-8AEB-3415D4F7C4F7}"/>
                </a:ext>
              </a:extLst>
            </p:cNvPr>
            <p:cNvSpPr txBox="1"/>
            <p:nvPr/>
          </p:nvSpPr>
          <p:spPr>
            <a:xfrm>
              <a:off x="6562468" y="4400589"/>
              <a:ext cx="428935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2400"/>
                </a:spcBef>
              </a:pPr>
              <a:r>
                <a:rPr lang="en-US" b="1">
                  <a:solidFill>
                    <a:schemeClr val="bg1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03</a:t>
              </a:r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D46304C1-2529-4A9D-BA3E-D747D97C35C9}"/>
              </a:ext>
            </a:extLst>
          </p:cNvPr>
          <p:cNvSpPr txBox="1"/>
          <p:nvPr/>
        </p:nvSpPr>
        <p:spPr>
          <a:xfrm>
            <a:off x="1986180" y="5763865"/>
            <a:ext cx="33968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2400"/>
              </a:spcBef>
            </a:pPr>
            <a:r>
              <a:rPr lang="en-US" sz="1600" b="1">
                <a:latin typeface="Aptos" panose="020B0004020202020204" pitchFamily="34" charset="0"/>
                <a:ea typeface="Open Sans" charset="0"/>
                <a:cs typeface="Segoe UI" panose="020B0502040204020203" pitchFamily="34" charset="0"/>
              </a:rPr>
              <a:t>Lorem Ipsum is simply dummy text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A85982-F0A7-438D-967E-85E4F15E5ECB}"/>
              </a:ext>
            </a:extLst>
          </p:cNvPr>
          <p:cNvSpPr txBox="1"/>
          <p:nvPr/>
        </p:nvSpPr>
        <p:spPr>
          <a:xfrm>
            <a:off x="2828979" y="6117997"/>
            <a:ext cx="255401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1400">
                <a:latin typeface="Aptos" panose="020B0004020202020204" pitchFamily="34" charset="0"/>
                <a:cs typeface="Segoe UI" panose="020B0502040204020203" pitchFamily="34" charset="0"/>
              </a:rPr>
              <a:t>18:00 PM – 22:00 PM</a:t>
            </a:r>
            <a:endParaRPr lang="en-ID" sz="1400">
              <a:latin typeface="Aptos" panose="020B0004020202020204" pitchFamily="34" charset="0"/>
            </a:endParaRPr>
          </a:p>
        </p:txBody>
      </p:sp>
      <p:grpSp>
        <p:nvGrpSpPr>
          <p:cNvPr id="39" name="Grupo 38">
            <a:extLst>
              <a:ext uri="{FF2B5EF4-FFF2-40B4-BE49-F238E27FC236}">
                <a16:creationId xmlns:a16="http://schemas.microsoft.com/office/drawing/2014/main" id="{E4ABF39E-23E9-6921-23C0-31A1066123EC}"/>
              </a:ext>
            </a:extLst>
          </p:cNvPr>
          <p:cNvGrpSpPr/>
          <p:nvPr/>
        </p:nvGrpSpPr>
        <p:grpSpPr>
          <a:xfrm>
            <a:off x="5795860" y="5550327"/>
            <a:ext cx="981075" cy="981075"/>
            <a:chOff x="5795860" y="5550327"/>
            <a:chExt cx="981075" cy="981075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B9C4299A-4DC0-4F28-B487-03BE5E441024}"/>
                </a:ext>
              </a:extLst>
            </p:cNvPr>
            <p:cNvSpPr/>
            <p:nvPr/>
          </p:nvSpPr>
          <p:spPr>
            <a:xfrm>
              <a:off x="5795860" y="5550327"/>
              <a:ext cx="981075" cy="981075"/>
            </a:xfrm>
            <a:prstGeom prst="ellipse">
              <a:avLst/>
            </a:prstGeom>
            <a:solidFill>
              <a:srgbClr val="D2A0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74320" tIns="324000" rIns="274320" bIns="365760" rtlCol="0" anchor="b" anchorCtr="0"/>
            <a:lstStyle/>
            <a:p>
              <a:pPr>
                <a:spcBef>
                  <a:spcPts val="2400"/>
                </a:spcBef>
              </a:pPr>
              <a:endParaRPr lang="en-ID" sz="1600" b="1">
                <a:solidFill>
                  <a:schemeClr val="bg1"/>
                </a:solidFill>
                <a:latin typeface="Segoe UI" panose="020B0502040204020203" pitchFamily="34" charset="0"/>
                <a:ea typeface="Open Sans" charset="0"/>
                <a:cs typeface="Segoe UI" panose="020B0502040204020203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C33DE02-85E7-40E8-B59D-0E7015B68E59}"/>
                </a:ext>
              </a:extLst>
            </p:cNvPr>
            <p:cNvSpPr txBox="1"/>
            <p:nvPr/>
          </p:nvSpPr>
          <p:spPr>
            <a:xfrm>
              <a:off x="6071930" y="5902364"/>
              <a:ext cx="428935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2400"/>
                </a:spcBef>
              </a:pPr>
              <a:r>
                <a:rPr lang="en-US" b="1">
                  <a:solidFill>
                    <a:schemeClr val="bg1"/>
                  </a:solidFill>
                  <a:latin typeface="Fahkwang" pitchFamily="2" charset="-34"/>
                  <a:ea typeface="Open Sans" charset="0"/>
                  <a:cs typeface="Fahkwang" pitchFamily="2" charset="-34"/>
                </a:rPr>
                <a:t>04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C422309E-4D13-3345-2780-F04474B3FC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33000" y="406400"/>
            <a:ext cx="1536700" cy="4318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9BA8677-F71D-8AE7-4516-4DFACAFD7E31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 dirty="0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 dirty="0">
                <a:solidFill>
                  <a:srgbClr val="808669"/>
                </a:solidFill>
                <a:latin typeface="Aptos Light"/>
              </a:rPr>
              <a:t> / Subtítulo de ejemplo</a:t>
            </a:r>
          </a:p>
        </p:txBody>
      </p:sp>
    </p:spTree>
    <p:extLst>
      <p:ext uri="{BB962C8B-B14F-4D97-AF65-F5344CB8AC3E}">
        <p14:creationId xmlns:p14="http://schemas.microsoft.com/office/powerpoint/2010/main" val="942344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FF336-1808-669A-CE40-7254BDCC2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rupo 108">
            <a:extLst>
              <a:ext uri="{FF2B5EF4-FFF2-40B4-BE49-F238E27FC236}">
                <a16:creationId xmlns:a16="http://schemas.microsoft.com/office/drawing/2014/main" id="{0C828D1D-3169-A6D9-BD1A-7172DFEDAF09}"/>
              </a:ext>
            </a:extLst>
          </p:cNvPr>
          <p:cNvGrpSpPr/>
          <p:nvPr/>
        </p:nvGrpSpPr>
        <p:grpSpPr>
          <a:xfrm>
            <a:off x="490451" y="1213422"/>
            <a:ext cx="11330247" cy="5290091"/>
            <a:chOff x="490451" y="871137"/>
            <a:chExt cx="11330247" cy="5290091"/>
          </a:xfrm>
        </p:grpSpPr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0FF98951-D553-B657-2C4D-031CB33A7647}"/>
                </a:ext>
              </a:extLst>
            </p:cNvPr>
            <p:cNvGrpSpPr/>
            <p:nvPr/>
          </p:nvGrpSpPr>
          <p:grpSpPr>
            <a:xfrm>
              <a:off x="559031" y="1072579"/>
              <a:ext cx="11197244" cy="5088649"/>
              <a:chOff x="-1081532" y="1190681"/>
              <a:chExt cx="12585432" cy="5719520"/>
            </a:xfrm>
          </p:grpSpPr>
          <p:sp>
            <p:nvSpPr>
              <p:cNvPr id="8" name="Rounded Rectangle 5">
                <a:extLst>
                  <a:ext uri="{FF2B5EF4-FFF2-40B4-BE49-F238E27FC236}">
                    <a16:creationId xmlns:a16="http://schemas.microsoft.com/office/drawing/2014/main" id="{89EF1414-4321-AE72-8F38-E6D4A2225A4B}"/>
                  </a:ext>
                </a:extLst>
              </p:cNvPr>
              <p:cNvSpPr/>
              <p:nvPr/>
            </p:nvSpPr>
            <p:spPr>
              <a:xfrm>
                <a:off x="-1081532" y="1190681"/>
                <a:ext cx="12585432" cy="5606713"/>
              </a:xfrm>
              <a:prstGeom prst="roundRect">
                <a:avLst>
                  <a:gd name="adj" fmla="val 0"/>
                </a:avLst>
              </a:prstGeom>
              <a:solidFill>
                <a:srgbClr val="F0ECE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kumimoji="0" lang="es-E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162A43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</p:txBody>
          </p: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79337309-2ADE-7516-639B-231FE68B9FE9}"/>
                  </a:ext>
                </a:extLst>
              </p:cNvPr>
              <p:cNvSpPr txBox="1"/>
              <p:nvPr/>
            </p:nvSpPr>
            <p:spPr>
              <a:xfrm>
                <a:off x="1057520" y="1388385"/>
                <a:ext cx="2796921" cy="11415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000" b="1" dirty="0">
                    <a:solidFill>
                      <a:srgbClr val="C46A2B"/>
                    </a:solidFill>
                    <a:latin typeface="Aptos" panose="020B0004020202020204" pitchFamily="34" charset="0"/>
                  </a:rPr>
                  <a:t>Texto ejemplo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ficticio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44408494-5FD6-50F1-B4DA-9BA2F97B4BE9}"/>
                  </a:ext>
                </a:extLst>
              </p:cNvPr>
              <p:cNvSpPr txBox="1"/>
              <p:nvPr/>
            </p:nvSpPr>
            <p:spPr>
              <a:xfrm>
                <a:off x="1057520" y="2579085"/>
                <a:ext cx="2073132" cy="11415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000" b="1" dirty="0">
                    <a:solidFill>
                      <a:srgbClr val="C46A2B"/>
                    </a:solidFill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xxx </a:t>
                </a:r>
                <a:r>
                  <a:rPr lang="es-ES" sz="1000" dirty="0" err="1">
                    <a:latin typeface="Aptos" panose="020B0004020202020204" pitchFamily="34" charset="0"/>
                  </a:rPr>
                  <a:t>xxx</a:t>
                </a:r>
                <a:endParaRPr lang="es-ES" sz="1000" dirty="0">
                  <a:latin typeface="Aptos" panose="020B0004020202020204" pitchFamily="34" charset="0"/>
                </a:endParaRP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ficticio</a:t>
                </a:r>
              </a:p>
            </p:txBody>
          </p:sp>
          <p:sp>
            <p:nvSpPr>
              <p:cNvPr id="49" name="Rounded Rectangle 5">
                <a:extLst>
                  <a:ext uri="{FF2B5EF4-FFF2-40B4-BE49-F238E27FC236}">
                    <a16:creationId xmlns:a16="http://schemas.microsoft.com/office/drawing/2014/main" id="{5BA3A64A-56B1-777E-ED8E-8343D18798C1}"/>
                  </a:ext>
                </a:extLst>
              </p:cNvPr>
              <p:cNvSpPr/>
              <p:nvPr/>
            </p:nvSpPr>
            <p:spPr>
              <a:xfrm>
                <a:off x="7701668" y="1550485"/>
                <a:ext cx="1828137" cy="1008368"/>
              </a:xfrm>
              <a:prstGeom prst="roundRect">
                <a:avLst>
                  <a:gd name="adj" fmla="val 3514"/>
                </a:avLst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r>
                  <a:rPr lang="es-ES" sz="12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Contenido de muestra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kumimoji="0" lang="es-ES" sz="1200" i="0" u="none" strike="noStrike" kern="1200" cap="none" spc="0" normalizeH="0" baseline="0" noProof="0" dirty="0">
                  <a:ln>
                    <a:noFill/>
                  </a:ln>
                  <a:solidFill>
                    <a:srgbClr val="162A43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</p:txBody>
          </p:sp>
          <p:sp>
            <p:nvSpPr>
              <p:cNvPr id="50" name="CuadroTexto 49">
                <a:extLst>
                  <a:ext uri="{FF2B5EF4-FFF2-40B4-BE49-F238E27FC236}">
                    <a16:creationId xmlns:a16="http://schemas.microsoft.com/office/drawing/2014/main" id="{07A1610F-94D7-30F2-1C7A-4844EF6B0AA4}"/>
                  </a:ext>
                </a:extLst>
              </p:cNvPr>
              <p:cNvSpPr txBox="1"/>
              <p:nvPr/>
            </p:nvSpPr>
            <p:spPr>
              <a:xfrm>
                <a:off x="1057520" y="3947806"/>
                <a:ext cx="2073132" cy="968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000" b="1" dirty="0">
                    <a:solidFill>
                      <a:srgbClr val="C46A2B"/>
                    </a:solidFill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 </a:t>
                </a:r>
                <a:r>
                  <a:rPr lang="es-ES" sz="1000" dirty="0" err="1">
                    <a:latin typeface="Aptos" panose="020B0004020202020204" pitchFamily="34" charset="0"/>
                  </a:rPr>
                  <a:t>xxx</a:t>
                </a:r>
                <a:r>
                  <a:rPr lang="es-ES" sz="1000" dirty="0">
                    <a:latin typeface="Aptos" panose="020B0004020202020204" pitchFamily="34" charset="0"/>
                  </a:rPr>
                  <a:t> </a:t>
                </a:r>
                <a:r>
                  <a:rPr lang="es-ES" sz="1000" dirty="0" err="1">
                    <a:latin typeface="Aptos" panose="020B0004020202020204" pitchFamily="34" charset="0"/>
                  </a:rPr>
                  <a:t>xxx</a:t>
                </a:r>
                <a:endParaRPr lang="es-ES" sz="1000" dirty="0">
                  <a:latin typeface="Aptos" panose="020B0004020202020204" pitchFamily="34" charset="0"/>
                </a:endParaRP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</a:t>
                </a:r>
              </a:p>
            </p:txBody>
          </p:sp>
          <p:sp>
            <p:nvSpPr>
              <p:cNvPr id="51" name="CuadroTexto 50">
                <a:extLst>
                  <a:ext uri="{FF2B5EF4-FFF2-40B4-BE49-F238E27FC236}">
                    <a16:creationId xmlns:a16="http://schemas.microsoft.com/office/drawing/2014/main" id="{BEBF0847-88D9-B941-F74E-94E52AA6B524}"/>
                  </a:ext>
                </a:extLst>
              </p:cNvPr>
              <p:cNvSpPr txBox="1"/>
              <p:nvPr/>
            </p:nvSpPr>
            <p:spPr>
              <a:xfrm>
                <a:off x="1057520" y="5084796"/>
                <a:ext cx="2073132" cy="795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000" b="1" dirty="0">
                    <a:solidFill>
                      <a:srgbClr val="C46A2B"/>
                    </a:solidFill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 </a:t>
                </a:r>
                <a:r>
                  <a:rPr lang="es-ES" sz="1000" dirty="0" err="1">
                    <a:latin typeface="Aptos" panose="020B0004020202020204" pitchFamily="34" charset="0"/>
                  </a:rPr>
                  <a:t>xxx</a:t>
                </a:r>
                <a:r>
                  <a:rPr lang="es-ES" sz="1000" dirty="0">
                    <a:latin typeface="Aptos" panose="020B0004020202020204" pitchFamily="34" charset="0"/>
                  </a:rPr>
                  <a:t> </a:t>
                </a:r>
                <a:r>
                  <a:rPr lang="es-ES" sz="1000" dirty="0" err="1">
                    <a:latin typeface="Aptos" panose="020B0004020202020204" pitchFamily="34" charset="0"/>
                  </a:rPr>
                  <a:t>xxx</a:t>
                </a:r>
                <a:endParaRPr lang="es-ES" sz="1000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52" name="CuadroTexto 51">
                <a:extLst>
                  <a:ext uri="{FF2B5EF4-FFF2-40B4-BE49-F238E27FC236}">
                    <a16:creationId xmlns:a16="http://schemas.microsoft.com/office/drawing/2014/main" id="{E084E816-CDD5-4399-B4C9-6EEFCD277554}"/>
                  </a:ext>
                </a:extLst>
              </p:cNvPr>
              <p:cNvSpPr txBox="1"/>
              <p:nvPr/>
            </p:nvSpPr>
            <p:spPr>
              <a:xfrm>
                <a:off x="1057520" y="5973988"/>
                <a:ext cx="2265000" cy="795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000" b="1" dirty="0">
                    <a:solidFill>
                      <a:srgbClr val="C46A2B"/>
                    </a:solidFill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ejemplo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ficticio</a:t>
                </a:r>
              </a:p>
              <a:p>
                <a:pPr marL="171450" indent="-171450">
                  <a:buSzPct val="110000"/>
                  <a:buFont typeface="Arial" panose="020B0604020202020204" pitchFamily="34" charset="0"/>
                  <a:buChar char="•"/>
                </a:pPr>
                <a:r>
                  <a:rPr lang="es-ES" sz="1000" dirty="0">
                    <a:latin typeface="Aptos" panose="020B0004020202020204" pitchFamily="34" charset="0"/>
                  </a:rPr>
                  <a:t>Texto ficticio</a:t>
                </a:r>
              </a:p>
            </p:txBody>
          </p:sp>
          <p:sp>
            <p:nvSpPr>
              <p:cNvPr id="56" name="Rounded Rectangle 5">
                <a:extLst>
                  <a:ext uri="{FF2B5EF4-FFF2-40B4-BE49-F238E27FC236}">
                    <a16:creationId xmlns:a16="http://schemas.microsoft.com/office/drawing/2014/main" id="{68119BBF-A0D1-D49F-7AE1-60D45937F4E0}"/>
                  </a:ext>
                </a:extLst>
              </p:cNvPr>
              <p:cNvSpPr/>
              <p:nvPr/>
            </p:nvSpPr>
            <p:spPr>
              <a:xfrm>
                <a:off x="3854029" y="2593146"/>
                <a:ext cx="3083639" cy="1052012"/>
              </a:xfrm>
              <a:prstGeom prst="roundRect">
                <a:avLst>
                  <a:gd name="adj" fmla="val 3514"/>
                </a:avLst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r>
                  <a:rPr kumimoji="0" lang="es-ES" sz="10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62A43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xxx </a:t>
                </a: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Texto ejemplo </a:t>
                </a:r>
                <a:r>
                  <a:rPr lang="es-ES" sz="1000" dirty="0" err="1">
                    <a:solidFill>
                      <a:srgbClr val="162A43"/>
                    </a:solidFill>
                    <a:latin typeface="Aptos" panose="020B0004020202020204" pitchFamily="34" charset="0"/>
                  </a:rPr>
                  <a:t>xxx</a:t>
                </a:r>
                <a:endParaRPr lang="es-ES" sz="10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r>
                  <a:rPr kumimoji="0" lang="es-ES" sz="10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62A43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xxx</a:t>
                </a:r>
                <a:r>
                  <a:rPr kumimoji="0" lang="es-ES" sz="100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162A43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xxx</a:t>
                </a:r>
                <a:r>
                  <a:rPr kumimoji="0" lang="es-ES" sz="10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62A43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 Texto ejemplo</a:t>
                </a:r>
              </a:p>
            </p:txBody>
          </p:sp>
          <p:sp>
            <p:nvSpPr>
              <p:cNvPr id="57" name="Rounded Rectangle 5">
                <a:extLst>
                  <a:ext uri="{FF2B5EF4-FFF2-40B4-BE49-F238E27FC236}">
                    <a16:creationId xmlns:a16="http://schemas.microsoft.com/office/drawing/2014/main" id="{92F0A605-9F3C-6C21-B164-164B94930C5E}"/>
                  </a:ext>
                </a:extLst>
              </p:cNvPr>
              <p:cNvSpPr/>
              <p:nvPr/>
            </p:nvSpPr>
            <p:spPr>
              <a:xfrm>
                <a:off x="4231597" y="3757307"/>
                <a:ext cx="2328503" cy="1052012"/>
              </a:xfrm>
              <a:prstGeom prst="roundRect">
                <a:avLst>
                  <a:gd name="adj" fmla="val 3514"/>
                </a:avLst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Texto ficticio </a:t>
                </a:r>
                <a:r>
                  <a:rPr lang="es-ES" sz="1000" dirty="0" err="1">
                    <a:solidFill>
                      <a:srgbClr val="162A43"/>
                    </a:solidFill>
                    <a:latin typeface="Aptos" panose="020B0004020202020204" pitchFamily="34" charset="0"/>
                  </a:rPr>
                  <a:t>xxx</a:t>
                </a: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 Contenido de muestra</a:t>
                </a:r>
                <a:endParaRPr kumimoji="0" lang="es-ES" sz="1000" i="0" u="none" strike="noStrike" kern="1200" cap="none" spc="0" normalizeH="0" baseline="0" noProof="0" dirty="0">
                  <a:ln>
                    <a:noFill/>
                  </a:ln>
                  <a:solidFill>
                    <a:srgbClr val="162A43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</p:txBody>
          </p:sp>
          <p:sp>
            <p:nvSpPr>
              <p:cNvPr id="58" name="Rounded Rectangle 5">
                <a:extLst>
                  <a:ext uri="{FF2B5EF4-FFF2-40B4-BE49-F238E27FC236}">
                    <a16:creationId xmlns:a16="http://schemas.microsoft.com/office/drawing/2014/main" id="{9056C362-F20A-8EAB-C827-120FF23B3899}"/>
                  </a:ext>
                </a:extLst>
              </p:cNvPr>
              <p:cNvSpPr/>
              <p:nvPr/>
            </p:nvSpPr>
            <p:spPr>
              <a:xfrm>
                <a:off x="3854029" y="5858189"/>
                <a:ext cx="3083639" cy="1052012"/>
              </a:xfrm>
              <a:prstGeom prst="roundRect">
                <a:avLst>
                  <a:gd name="adj" fmla="val 3514"/>
                </a:avLst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Texto ficticio</a:t>
                </a:r>
                <a:b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</a:br>
                <a:r>
                  <a:rPr lang="es-ES" sz="1000" dirty="0" err="1">
                    <a:solidFill>
                      <a:srgbClr val="162A43"/>
                    </a:solidFill>
                    <a:latin typeface="Aptos" panose="020B0004020202020204" pitchFamily="34" charset="0"/>
                  </a:rPr>
                  <a:t>Texto ejemplo</a:t>
                </a: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 xxx</a:t>
                </a:r>
                <a:b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</a:b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Texto ficticio </a:t>
                </a:r>
                <a:r>
                  <a:rPr lang="es-ES" sz="1000" dirty="0" err="1">
                    <a:solidFill>
                      <a:srgbClr val="162A43"/>
                    </a:solidFill>
                    <a:latin typeface="Aptos" panose="020B0004020202020204" pitchFamily="34" charset="0"/>
                  </a:rPr>
                  <a:t>xxx</a:t>
                </a:r>
                <a:endParaRPr kumimoji="0" lang="es-ES" sz="1000" i="0" u="none" strike="noStrike" kern="1200" cap="none" spc="0" normalizeH="0" baseline="0" noProof="0" dirty="0">
                  <a:ln>
                    <a:noFill/>
                  </a:ln>
                  <a:solidFill>
                    <a:srgbClr val="162A43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</p:txBody>
          </p:sp>
          <p:sp>
            <p:nvSpPr>
              <p:cNvPr id="60" name="Rounded Rectangle 5">
                <a:extLst>
                  <a:ext uri="{FF2B5EF4-FFF2-40B4-BE49-F238E27FC236}">
                    <a16:creationId xmlns:a16="http://schemas.microsoft.com/office/drawing/2014/main" id="{6B611E4B-1F5F-863F-CF4A-4104FA0C24EF}"/>
                  </a:ext>
                </a:extLst>
              </p:cNvPr>
              <p:cNvSpPr/>
              <p:nvPr/>
            </p:nvSpPr>
            <p:spPr>
              <a:xfrm>
                <a:off x="3882084" y="4960805"/>
                <a:ext cx="3083639" cy="1052012"/>
              </a:xfrm>
              <a:prstGeom prst="roundRect">
                <a:avLst>
                  <a:gd name="adj" fmla="val 3514"/>
                </a:avLst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Contenido de muestra 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xxx</a:t>
                </a:r>
                <a:r>
                  <a:rPr lang="es-ES" sz="1000" dirty="0" err="1">
                    <a:solidFill>
                      <a:srgbClr val="162A43"/>
                    </a:solidFill>
                    <a:latin typeface="Aptos" panose="020B0004020202020204" pitchFamily="34" charset="0"/>
                  </a:rPr>
                  <a:t>xxx</a:t>
                </a: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xxx </a:t>
                </a:r>
                <a:r>
                  <a:rPr lang="es-ES" sz="1000" dirty="0" err="1">
                    <a:solidFill>
                      <a:srgbClr val="162A43"/>
                    </a:solidFill>
                    <a:latin typeface="Aptos" panose="020B0004020202020204" pitchFamily="34" charset="0"/>
                  </a:rPr>
                  <a:t>xxx</a:t>
                </a: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xxx</a:t>
                </a:r>
                <a:b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</a:b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Contenido de muestra</a:t>
                </a:r>
                <a:endParaRPr kumimoji="0" lang="es-ES" sz="1000" i="0" u="none" strike="noStrike" kern="1200" cap="none" spc="0" normalizeH="0" baseline="0" noProof="0" dirty="0">
                  <a:ln>
                    <a:noFill/>
                  </a:ln>
                  <a:solidFill>
                    <a:srgbClr val="162A43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</p:txBody>
          </p:sp>
          <p:sp>
            <p:nvSpPr>
              <p:cNvPr id="74" name="Rounded Rectangle 5">
                <a:extLst>
                  <a:ext uri="{FF2B5EF4-FFF2-40B4-BE49-F238E27FC236}">
                    <a16:creationId xmlns:a16="http://schemas.microsoft.com/office/drawing/2014/main" id="{7DDF3C28-C746-6122-A693-07CB74E1CC2E}"/>
                  </a:ext>
                </a:extLst>
              </p:cNvPr>
              <p:cNvSpPr/>
              <p:nvPr/>
            </p:nvSpPr>
            <p:spPr>
              <a:xfrm>
                <a:off x="7722256" y="3232127"/>
                <a:ext cx="1766161" cy="473363"/>
              </a:xfrm>
              <a:prstGeom prst="roundRect">
                <a:avLst>
                  <a:gd name="adj" fmla="val 3514"/>
                </a:avLst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r>
                  <a:rPr lang="es-ES" sz="1200" b="1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Texto ficticio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kumimoji="0" lang="es-ES" sz="1200" i="0" u="none" strike="noStrike" kern="1200" cap="none" spc="0" normalizeH="0" baseline="0" noProof="0" dirty="0">
                  <a:ln>
                    <a:noFill/>
                  </a:ln>
                  <a:solidFill>
                    <a:srgbClr val="162A43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kumimoji="0" lang="es-ES" sz="1200" i="0" u="none" strike="noStrike" kern="1200" cap="none" spc="0" normalizeH="0" baseline="0" noProof="0" dirty="0">
                  <a:ln>
                    <a:noFill/>
                  </a:ln>
                  <a:solidFill>
                    <a:srgbClr val="162A43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</p:txBody>
          </p:sp>
          <p:sp>
            <p:nvSpPr>
              <p:cNvPr id="78" name="Rounded Rectangle 5">
                <a:extLst>
                  <a:ext uri="{FF2B5EF4-FFF2-40B4-BE49-F238E27FC236}">
                    <a16:creationId xmlns:a16="http://schemas.microsoft.com/office/drawing/2014/main" id="{92E713AF-DFCC-4AE4-6C7F-EE08117D6A65}"/>
                  </a:ext>
                </a:extLst>
              </p:cNvPr>
              <p:cNvSpPr/>
              <p:nvPr/>
            </p:nvSpPr>
            <p:spPr>
              <a:xfrm>
                <a:off x="7841341" y="4598120"/>
                <a:ext cx="1548788" cy="707161"/>
              </a:xfrm>
              <a:prstGeom prst="roundRect">
                <a:avLst>
                  <a:gd name="adj" fmla="val 3514"/>
                </a:avLst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r>
                  <a:rPr lang="es-ES" sz="12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Texto Ficticio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kumimoji="0" lang="es-ES" sz="1200" i="0" u="none" strike="noStrike" kern="1200" cap="none" spc="0" normalizeH="0" baseline="0" noProof="0" dirty="0">
                  <a:ln>
                    <a:noFill/>
                  </a:ln>
                  <a:solidFill>
                    <a:srgbClr val="162A43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600" b="1">
                    <a:solidFill>
                      <a:srgbClr val="162A43"/>
                    </a:solidFill>
                  </a:defRPr>
                </a:pPr>
                <a:endParaRPr kumimoji="0" lang="es-ES" sz="1200" i="0" u="none" strike="noStrike" kern="1200" cap="none" spc="0" normalizeH="0" baseline="0" noProof="0" dirty="0">
                  <a:ln>
                    <a:noFill/>
                  </a:ln>
                  <a:solidFill>
                    <a:srgbClr val="162A43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</p:txBody>
          </p:sp>
          <p:sp>
            <p:nvSpPr>
              <p:cNvPr id="81" name="CuadroTexto 80">
                <a:extLst>
                  <a:ext uri="{FF2B5EF4-FFF2-40B4-BE49-F238E27FC236}">
                    <a16:creationId xmlns:a16="http://schemas.microsoft.com/office/drawing/2014/main" id="{0BE95EB3-F430-83F3-6B2D-DD73EF32B97D}"/>
                  </a:ext>
                </a:extLst>
              </p:cNvPr>
              <p:cNvSpPr txBox="1"/>
              <p:nvPr/>
            </p:nvSpPr>
            <p:spPr>
              <a:xfrm>
                <a:off x="9853775" y="3591405"/>
                <a:ext cx="1450762" cy="1487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000" b="0" i="1" u="none" strike="noStrike" kern="1200" cap="none" spc="0" normalizeH="0" baseline="0" noProof="0" dirty="0">
                  <a:ln>
                    <a:noFill/>
                  </a:ln>
                  <a:solidFill>
                    <a:srgbClr val="AA702E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  <a:p>
                <a:pPr algn="ctr"/>
                <a:r>
                  <a:rPr lang="es-ES" sz="1000" dirty="0">
                    <a:solidFill>
                      <a:prstClr val="black"/>
                    </a:solidFill>
                    <a:latin typeface="Aptos" panose="020B0004020202020204" pitchFamily="34" charset="0"/>
                  </a:rPr>
                  <a:t>xxx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AA702E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Texto ejemplo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AA702E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xxx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1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AA702E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xxx</a:t>
                </a:r>
                <a:endParaRPr kumimoji="0" lang="es-ES" sz="1000" b="0" i="1" u="none" strike="noStrike" kern="1200" cap="none" spc="0" normalizeH="0" baseline="0" noProof="0" dirty="0">
                  <a:ln>
                    <a:noFill/>
                  </a:ln>
                  <a:solidFill>
                    <a:srgbClr val="AA702E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AA702E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xxx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AA702E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xxx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AA702E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xxx</a:t>
                </a:r>
              </a:p>
            </p:txBody>
          </p:sp>
          <p:sp>
            <p:nvSpPr>
              <p:cNvPr id="83" name="CuadroTexto 82">
                <a:extLst>
                  <a:ext uri="{FF2B5EF4-FFF2-40B4-BE49-F238E27FC236}">
                    <a16:creationId xmlns:a16="http://schemas.microsoft.com/office/drawing/2014/main" id="{5AD457FE-8655-EE40-9145-786C8C061F93}"/>
                  </a:ext>
                </a:extLst>
              </p:cNvPr>
              <p:cNvSpPr txBox="1"/>
              <p:nvPr/>
            </p:nvSpPr>
            <p:spPr>
              <a:xfrm>
                <a:off x="9777106" y="2812223"/>
                <a:ext cx="1501692" cy="6226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0B0004020202020204" pitchFamily="34" charset="0"/>
                  </a:rPr>
                  <a:t>xxx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ES" sz="1000" i="1" dirty="0">
                    <a:solidFill>
                      <a:schemeClr val="accent2">
                        <a:lumMod val="75000"/>
                      </a:schemeClr>
                    </a:solidFill>
                    <a:latin typeface="Aptos" panose="020B0004020202020204" pitchFamily="34" charset="0"/>
                  </a:rPr>
                  <a:t>xxx</a:t>
                </a:r>
                <a:endParaRPr kumimoji="0" lang="es-ES" sz="1000" b="0" i="1" u="none" strike="noStrike" kern="1200" cap="none" spc="0" normalizeH="0" baseline="0" noProof="0" dirty="0">
                  <a:ln>
                    <a:noFill/>
                  </a:ln>
                  <a:solidFill>
                    <a:schemeClr val="accent2">
                      <a:lumMod val="75000"/>
                    </a:schemeClr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ES" sz="1000" i="1" dirty="0">
                    <a:solidFill>
                      <a:srgbClr val="AA702E"/>
                    </a:solidFill>
                    <a:latin typeface="Aptos" panose="020B0004020202020204" pitchFamily="34" charset="0"/>
                  </a:rPr>
                  <a:t>Texto ficticio</a:t>
                </a:r>
                <a:endParaRPr kumimoji="0" lang="es-ES" sz="1000" b="0" i="1" u="none" strike="noStrike" kern="1200" cap="none" spc="0" normalizeH="0" baseline="0" noProof="0" dirty="0">
                  <a:ln>
                    <a:noFill/>
                  </a:ln>
                  <a:solidFill>
                    <a:srgbClr val="AA702E"/>
                  </a:solidFill>
                  <a:effectLst/>
                  <a:uLnTx/>
                  <a:uFillTx/>
                  <a:latin typeface="Aptos" panose="020B0004020202020204" pitchFamily="34" charset="0"/>
                </a:endParaRPr>
              </a:p>
            </p:txBody>
          </p:sp>
          <p:sp>
            <p:nvSpPr>
              <p:cNvPr id="86" name="Rounded Rectangle 5">
                <a:extLst>
                  <a:ext uri="{FF2B5EF4-FFF2-40B4-BE49-F238E27FC236}">
                    <a16:creationId xmlns:a16="http://schemas.microsoft.com/office/drawing/2014/main" id="{15EFCF10-E80C-925F-9AE6-6FE96FD35FC8}"/>
                  </a:ext>
                </a:extLst>
              </p:cNvPr>
              <p:cNvSpPr/>
              <p:nvPr/>
            </p:nvSpPr>
            <p:spPr>
              <a:xfrm>
                <a:off x="9505263" y="5833617"/>
                <a:ext cx="1975671" cy="1052012"/>
              </a:xfrm>
              <a:prstGeom prst="roundRect">
                <a:avLst>
                  <a:gd name="adj" fmla="val 3514"/>
                </a:avLst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lvl="0" algn="ctr"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lvl="0" algn="ctr"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lvl="0" algn="ctr">
                  <a:defRPr/>
                </a:pPr>
                <a: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  <a:t>Texto ficticio </a:t>
                </a:r>
                <a:r>
                  <a:rPr lang="es-ES" sz="1000" dirty="0" err="1">
                    <a:solidFill>
                      <a:srgbClr val="162A43"/>
                    </a:solidFill>
                    <a:latin typeface="Aptos" panose="020B0004020202020204" pitchFamily="34" charset="0"/>
                  </a:rPr>
                  <a:t>xxx</a:t>
                </a:r>
                <a:br>
                  <a:rPr lang="es-ES" sz="1000" dirty="0">
                    <a:solidFill>
                      <a:srgbClr val="162A43"/>
                    </a:solidFill>
                    <a:latin typeface="Aptos" panose="020B0004020202020204" pitchFamily="34" charset="0"/>
                  </a:rPr>
                </a:br>
                <a:r>
                  <a:rPr lang="es-ES" sz="1000" i="1" dirty="0">
                    <a:solidFill>
                      <a:srgbClr val="AA702E"/>
                    </a:solidFill>
                    <a:latin typeface="Aptos" panose="020B0004020202020204" pitchFamily="34" charset="0"/>
                  </a:rPr>
                  <a:t>xxx</a:t>
                </a:r>
              </a:p>
              <a:p>
                <a:pPr lvl="0" algn="ctr">
                  <a:defRPr/>
                </a:pPr>
                <a:r>
                  <a:rPr lang="es-ES" sz="1000" i="1" dirty="0">
                    <a:solidFill>
                      <a:srgbClr val="AA702E"/>
                    </a:solidFill>
                    <a:latin typeface="Aptos" panose="020B0004020202020204" pitchFamily="34" charset="0"/>
                  </a:rPr>
                  <a:t>xxx</a:t>
                </a:r>
              </a:p>
              <a:p>
                <a:pPr lvl="0" algn="ctr">
                  <a:defRPr/>
                </a:pPr>
                <a:r>
                  <a:rPr lang="es-ES" sz="1000" i="1" dirty="0">
                    <a:solidFill>
                      <a:srgbClr val="AA702E"/>
                    </a:solidFill>
                    <a:latin typeface="Aptos" panose="020B0004020202020204" pitchFamily="34" charset="0"/>
                  </a:rPr>
                  <a:t>xxx</a:t>
                </a:r>
              </a:p>
              <a:p>
                <a:pPr lvl="0" algn="ctr"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lvl="0" algn="ctr"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  <a:p>
                <a:pPr lvl="0" algn="ctr">
                  <a:defRPr sz="1600" b="1">
                    <a:solidFill>
                      <a:srgbClr val="162A43"/>
                    </a:solidFill>
                  </a:defRPr>
                </a:pPr>
                <a:endParaRPr lang="es-ES" sz="1200" dirty="0">
                  <a:solidFill>
                    <a:srgbClr val="162A43"/>
                  </a:solidFill>
                  <a:latin typeface="Aptos" panose="020B0004020202020204" pitchFamily="34" charset="0"/>
                </a:endParaRPr>
              </a:p>
            </p:txBody>
          </p:sp>
        </p:grpSp>
        <p:sp>
          <p:nvSpPr>
            <p:cNvPr id="20" name="Rounded Rectangle 5">
              <a:extLst>
                <a:ext uri="{FF2B5EF4-FFF2-40B4-BE49-F238E27FC236}">
                  <a16:creationId xmlns:a16="http://schemas.microsoft.com/office/drawing/2014/main" id="{712437ED-3684-8954-60C9-F9CF27DEBDBF}"/>
                </a:ext>
              </a:extLst>
            </p:cNvPr>
            <p:cNvSpPr/>
            <p:nvPr/>
          </p:nvSpPr>
          <p:spPr>
            <a:xfrm>
              <a:off x="4895625" y="1228247"/>
              <a:ext cx="2743510" cy="935974"/>
            </a:xfrm>
            <a:prstGeom prst="roundRect">
              <a:avLst>
                <a:gd name="adj" fmla="val 3514"/>
              </a:avLst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600" b="1">
                  <a:solidFill>
                    <a:srgbClr val="162A43"/>
                  </a:solidFill>
                </a:defRPr>
              </a:pPr>
              <a:r>
                <a:rPr lang="es-ES" sz="1000" dirty="0" err="1">
                  <a:solidFill>
                    <a:srgbClr val="162A43"/>
                  </a:solidFill>
                  <a:latin typeface="Aptos" panose="020B0004020202020204" pitchFamily="34" charset="0"/>
                </a:rPr>
                <a:t>Texto ejemplo</a:t>
              </a:r>
              <a:r>
                <a:rPr lang="es-ES" sz="1000" dirty="0">
                  <a:solidFill>
                    <a:srgbClr val="162A43"/>
                  </a:solidFill>
                  <a:latin typeface="Aptos" panose="020B0004020202020204" pitchFamily="34" charset="0"/>
                </a:rPr>
                <a:t> xxx</a:t>
              </a:r>
              <a:br>
                <a:rPr lang="es-ES" sz="1000" dirty="0">
                  <a:solidFill>
                    <a:srgbClr val="162A43"/>
                  </a:solidFill>
                  <a:latin typeface="Aptos" panose="020B0004020202020204" pitchFamily="34" charset="0"/>
                </a:rPr>
              </a:br>
              <a:r>
                <a:rPr lang="es-ES" sz="1000" dirty="0">
                  <a:solidFill>
                    <a:srgbClr val="162A43"/>
                  </a:solidFill>
                  <a:latin typeface="Aptos" panose="020B0004020202020204" pitchFamily="34" charset="0"/>
                </a:rPr>
                <a:t>Contenido de muestra</a:t>
              </a:r>
              <a:endParaRPr kumimoji="0" lang="es-ES" sz="1000" i="0" u="none" strike="noStrike" kern="1200" cap="none" spc="0" normalizeH="0" baseline="0" noProof="0" dirty="0">
                <a:ln>
                  <a:noFill/>
                </a:ln>
                <a:solidFill>
                  <a:srgbClr val="162A43"/>
                </a:solidFill>
                <a:effectLst/>
                <a:uLnTx/>
                <a:uFillTx/>
                <a:latin typeface="Aptos" panose="020B0004020202020204" pitchFamily="34" charset="0"/>
              </a:endParaRPr>
            </a:p>
          </p:txBody>
        </p: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94CB9B88-0246-3ACA-CB22-D2AD47B10551}"/>
                </a:ext>
              </a:extLst>
            </p:cNvPr>
            <p:cNvCxnSpPr/>
            <p:nvPr/>
          </p:nvCxnSpPr>
          <p:spPr>
            <a:xfrm>
              <a:off x="490451" y="2264139"/>
              <a:ext cx="11330247" cy="0"/>
            </a:xfrm>
            <a:prstGeom prst="line">
              <a:avLst/>
            </a:prstGeom>
            <a:ln w="28575">
              <a:solidFill>
                <a:srgbClr val="DAD5C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0B0E9416-7484-8E4F-46C5-0254C5C6C4AB}"/>
                </a:ext>
              </a:extLst>
            </p:cNvPr>
            <p:cNvCxnSpPr/>
            <p:nvPr/>
          </p:nvCxnSpPr>
          <p:spPr>
            <a:xfrm>
              <a:off x="490451" y="3344793"/>
              <a:ext cx="11330247" cy="0"/>
            </a:xfrm>
            <a:prstGeom prst="line">
              <a:avLst/>
            </a:prstGeom>
            <a:ln w="28575">
              <a:solidFill>
                <a:srgbClr val="DAD5C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DD9393C8-5B3E-F5ED-215B-C6304390FF1A}"/>
                </a:ext>
              </a:extLst>
            </p:cNvPr>
            <p:cNvCxnSpPr/>
            <p:nvPr/>
          </p:nvCxnSpPr>
          <p:spPr>
            <a:xfrm>
              <a:off x="490451" y="4526318"/>
              <a:ext cx="11330247" cy="0"/>
            </a:xfrm>
            <a:prstGeom prst="line">
              <a:avLst/>
            </a:prstGeom>
            <a:ln w="28575">
              <a:solidFill>
                <a:srgbClr val="DAD5C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68E05389-CD04-D163-788C-0CEC2323888F}"/>
                </a:ext>
              </a:extLst>
            </p:cNvPr>
            <p:cNvCxnSpPr/>
            <p:nvPr/>
          </p:nvCxnSpPr>
          <p:spPr>
            <a:xfrm>
              <a:off x="490451" y="5264854"/>
              <a:ext cx="11330247" cy="0"/>
            </a:xfrm>
            <a:prstGeom prst="line">
              <a:avLst/>
            </a:prstGeom>
            <a:ln w="28575">
              <a:solidFill>
                <a:srgbClr val="DAD5C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 109">
              <a:extLst>
                <a:ext uri="{FF2B5EF4-FFF2-40B4-BE49-F238E27FC236}">
                  <a16:creationId xmlns:a16="http://schemas.microsoft.com/office/drawing/2014/main" id="{60B44D5E-B3A4-1B0F-920A-EAF20C719EB4}"/>
                </a:ext>
              </a:extLst>
            </p:cNvPr>
            <p:cNvGrpSpPr/>
            <p:nvPr/>
          </p:nvGrpSpPr>
          <p:grpSpPr>
            <a:xfrm>
              <a:off x="4655038" y="1528895"/>
              <a:ext cx="403745" cy="403746"/>
              <a:chOff x="1742661" y="2224089"/>
              <a:chExt cx="339722" cy="339722"/>
            </a:xfrm>
            <a:solidFill>
              <a:srgbClr val="ABA5A0"/>
            </a:solidFill>
            <a:effectLst/>
          </p:grpSpPr>
          <p:sp>
            <p:nvSpPr>
              <p:cNvPr id="28" name="Freeform: Shape 108">
                <a:extLst>
                  <a:ext uri="{FF2B5EF4-FFF2-40B4-BE49-F238E27FC236}">
                    <a16:creationId xmlns:a16="http://schemas.microsoft.com/office/drawing/2014/main" id="{4F9592F7-7F85-B052-E1B6-DD93B056927C}"/>
                  </a:ext>
                </a:extLst>
              </p:cNvPr>
              <p:cNvSpPr/>
              <p:nvPr/>
            </p:nvSpPr>
            <p:spPr>
              <a:xfrm>
                <a:off x="1742661" y="2224089"/>
                <a:ext cx="339722" cy="339722"/>
              </a:xfrm>
              <a:custGeom>
                <a:avLst/>
                <a:gdLst>
                  <a:gd name="connsiteX0" fmla="*/ 219075 w 219074"/>
                  <a:gd name="connsiteY0" fmla="*/ 109538 h 219075"/>
                  <a:gd name="connsiteX1" fmla="*/ 109538 w 219074"/>
                  <a:gd name="connsiteY1" fmla="*/ 219075 h 219075"/>
                  <a:gd name="connsiteX2" fmla="*/ 0 w 219074"/>
                  <a:gd name="connsiteY2" fmla="*/ 109538 h 219075"/>
                  <a:gd name="connsiteX3" fmla="*/ 109538 w 219074"/>
                  <a:gd name="connsiteY3" fmla="*/ 0 h 219075"/>
                  <a:gd name="connsiteX4" fmla="*/ 219075 w 219074"/>
                  <a:gd name="connsiteY4" fmla="*/ 109538 h 21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9074" h="219075">
                    <a:moveTo>
                      <a:pt x="219075" y="109538"/>
                    </a:moveTo>
                    <a:cubicBezTo>
                      <a:pt x="219075" y="170033"/>
                      <a:pt x="170033" y="219075"/>
                      <a:pt x="109538" y="219075"/>
                    </a:cubicBezTo>
                    <a:cubicBezTo>
                      <a:pt x="49042" y="219075"/>
                      <a:pt x="0" y="170033"/>
                      <a:pt x="0" y="109538"/>
                    </a:cubicBezTo>
                    <a:cubicBezTo>
                      <a:pt x="0" y="49042"/>
                      <a:pt x="49042" y="0"/>
                      <a:pt x="109538" y="0"/>
                    </a:cubicBezTo>
                    <a:cubicBezTo>
                      <a:pt x="170033" y="0"/>
                      <a:pt x="219075" y="49042"/>
                      <a:pt x="219075" y="1095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9" name="Freeform: Shape 107">
                <a:extLst>
                  <a:ext uri="{FF2B5EF4-FFF2-40B4-BE49-F238E27FC236}">
                    <a16:creationId xmlns:a16="http://schemas.microsoft.com/office/drawing/2014/main" id="{18A2EA81-A757-CE53-C265-E96BA85595E8}"/>
                  </a:ext>
                </a:extLst>
              </p:cNvPr>
              <p:cNvSpPr/>
              <p:nvPr/>
            </p:nvSpPr>
            <p:spPr>
              <a:xfrm>
                <a:off x="1847166" y="2336899"/>
                <a:ext cx="117366" cy="113936"/>
              </a:xfrm>
              <a:custGeom>
                <a:avLst/>
                <a:gdLst>
                  <a:gd name="connsiteX0" fmla="*/ 95 w 134457"/>
                  <a:gd name="connsiteY0" fmla="*/ 60556 h 130529"/>
                  <a:gd name="connsiteX1" fmla="*/ 9620 w 134457"/>
                  <a:gd name="connsiteY1" fmla="*/ 51031 h 130529"/>
                  <a:gd name="connsiteX2" fmla="*/ 81344 w 134457"/>
                  <a:gd name="connsiteY2" fmla="*/ 51031 h 130529"/>
                  <a:gd name="connsiteX3" fmla="*/ 84392 w 134457"/>
                  <a:gd name="connsiteY3" fmla="*/ 43982 h 130529"/>
                  <a:gd name="connsiteX4" fmla="*/ 61817 w 134457"/>
                  <a:gd name="connsiteY4" fmla="*/ 19312 h 130529"/>
                  <a:gd name="connsiteX5" fmla="*/ 62103 w 134457"/>
                  <a:gd name="connsiteY5" fmla="*/ 5596 h 130529"/>
                  <a:gd name="connsiteX6" fmla="*/ 64960 w 134457"/>
                  <a:gd name="connsiteY6" fmla="*/ 2739 h 130529"/>
                  <a:gd name="connsiteX7" fmla="*/ 78296 w 134457"/>
                  <a:gd name="connsiteY7" fmla="*/ 2834 h 130529"/>
                  <a:gd name="connsiteX8" fmla="*/ 131731 w 134457"/>
                  <a:gd name="connsiteY8" fmla="*/ 58365 h 130529"/>
                  <a:gd name="connsiteX9" fmla="*/ 131826 w 134457"/>
                  <a:gd name="connsiteY9" fmla="*/ 72176 h 130529"/>
                  <a:gd name="connsiteX10" fmla="*/ 79248 w 134457"/>
                  <a:gd name="connsiteY10" fmla="*/ 127612 h 130529"/>
                  <a:gd name="connsiteX11" fmla="*/ 65913 w 134457"/>
                  <a:gd name="connsiteY11" fmla="*/ 127802 h 130529"/>
                  <a:gd name="connsiteX12" fmla="*/ 63055 w 134457"/>
                  <a:gd name="connsiteY12" fmla="*/ 124945 h 130529"/>
                  <a:gd name="connsiteX13" fmla="*/ 62675 w 134457"/>
                  <a:gd name="connsiteY13" fmla="*/ 111133 h 130529"/>
                  <a:gd name="connsiteX14" fmla="*/ 84582 w 134457"/>
                  <a:gd name="connsiteY14" fmla="*/ 86654 h 130529"/>
                  <a:gd name="connsiteX15" fmla="*/ 81439 w 134457"/>
                  <a:gd name="connsiteY15" fmla="*/ 79510 h 130529"/>
                  <a:gd name="connsiteX16" fmla="*/ 9525 w 134457"/>
                  <a:gd name="connsiteY16" fmla="*/ 79510 h 130529"/>
                  <a:gd name="connsiteX17" fmla="*/ 0 w 134457"/>
                  <a:gd name="connsiteY17" fmla="*/ 69985 h 130529"/>
                  <a:gd name="connsiteX18" fmla="*/ 0 w 134457"/>
                  <a:gd name="connsiteY18" fmla="*/ 60556 h 1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4457" h="130529">
                    <a:moveTo>
                      <a:pt x="95" y="60556"/>
                    </a:moveTo>
                    <a:cubicBezTo>
                      <a:pt x="95" y="55317"/>
                      <a:pt x="4381" y="51031"/>
                      <a:pt x="9620" y="51031"/>
                    </a:cubicBezTo>
                    <a:lnTo>
                      <a:pt x="81344" y="51031"/>
                    </a:lnTo>
                    <a:cubicBezTo>
                      <a:pt x="86582" y="51031"/>
                      <a:pt x="88011" y="47887"/>
                      <a:pt x="84392" y="43982"/>
                    </a:cubicBezTo>
                    <a:lnTo>
                      <a:pt x="61817" y="19312"/>
                    </a:lnTo>
                    <a:cubicBezTo>
                      <a:pt x="58293" y="15407"/>
                      <a:pt x="58388" y="9216"/>
                      <a:pt x="62103" y="5596"/>
                    </a:cubicBezTo>
                    <a:lnTo>
                      <a:pt x="64960" y="2739"/>
                    </a:lnTo>
                    <a:cubicBezTo>
                      <a:pt x="68675" y="-976"/>
                      <a:pt x="74676" y="-881"/>
                      <a:pt x="78296" y="2834"/>
                    </a:cubicBezTo>
                    <a:lnTo>
                      <a:pt x="131731" y="58365"/>
                    </a:lnTo>
                    <a:cubicBezTo>
                      <a:pt x="135350" y="62175"/>
                      <a:pt x="135350" y="68366"/>
                      <a:pt x="131826" y="72176"/>
                    </a:cubicBezTo>
                    <a:lnTo>
                      <a:pt x="79248" y="127612"/>
                    </a:lnTo>
                    <a:cubicBezTo>
                      <a:pt x="75628" y="131422"/>
                      <a:pt x="69628" y="131517"/>
                      <a:pt x="65913" y="127802"/>
                    </a:cubicBezTo>
                    <a:lnTo>
                      <a:pt x="63055" y="124945"/>
                    </a:lnTo>
                    <a:cubicBezTo>
                      <a:pt x="59341" y="121230"/>
                      <a:pt x="59150" y="115039"/>
                      <a:pt x="62675" y="111133"/>
                    </a:cubicBezTo>
                    <a:lnTo>
                      <a:pt x="84582" y="86654"/>
                    </a:lnTo>
                    <a:cubicBezTo>
                      <a:pt x="88106" y="82749"/>
                      <a:pt x="86677" y="79510"/>
                      <a:pt x="81439" y="79510"/>
                    </a:cubicBezTo>
                    <a:lnTo>
                      <a:pt x="9525" y="79510"/>
                    </a:lnTo>
                    <a:cubicBezTo>
                      <a:pt x="4286" y="79510"/>
                      <a:pt x="0" y="75224"/>
                      <a:pt x="0" y="69985"/>
                    </a:cubicBezTo>
                    <a:lnTo>
                      <a:pt x="0" y="6055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30" name="Group 109">
              <a:extLst>
                <a:ext uri="{FF2B5EF4-FFF2-40B4-BE49-F238E27FC236}">
                  <a16:creationId xmlns:a16="http://schemas.microsoft.com/office/drawing/2014/main" id="{433E9490-069C-D31D-CAF0-D350FC579F96}"/>
                </a:ext>
              </a:extLst>
            </p:cNvPr>
            <p:cNvGrpSpPr/>
            <p:nvPr/>
          </p:nvGrpSpPr>
          <p:grpSpPr>
            <a:xfrm>
              <a:off x="7850222" y="1528895"/>
              <a:ext cx="403745" cy="403746"/>
              <a:chOff x="1742661" y="2224089"/>
              <a:chExt cx="339722" cy="339722"/>
            </a:xfrm>
            <a:solidFill>
              <a:srgbClr val="ABA5A0"/>
            </a:solidFill>
            <a:effectLst/>
          </p:grpSpPr>
          <p:sp>
            <p:nvSpPr>
              <p:cNvPr id="31" name="Freeform: Shape 108">
                <a:extLst>
                  <a:ext uri="{FF2B5EF4-FFF2-40B4-BE49-F238E27FC236}">
                    <a16:creationId xmlns:a16="http://schemas.microsoft.com/office/drawing/2014/main" id="{0D0C5797-3642-DA3A-3AE4-C43020378DEF}"/>
                  </a:ext>
                </a:extLst>
              </p:cNvPr>
              <p:cNvSpPr/>
              <p:nvPr/>
            </p:nvSpPr>
            <p:spPr>
              <a:xfrm>
                <a:off x="1742661" y="2224089"/>
                <a:ext cx="339722" cy="339722"/>
              </a:xfrm>
              <a:custGeom>
                <a:avLst/>
                <a:gdLst>
                  <a:gd name="connsiteX0" fmla="*/ 219075 w 219074"/>
                  <a:gd name="connsiteY0" fmla="*/ 109538 h 219075"/>
                  <a:gd name="connsiteX1" fmla="*/ 109538 w 219074"/>
                  <a:gd name="connsiteY1" fmla="*/ 219075 h 219075"/>
                  <a:gd name="connsiteX2" fmla="*/ 0 w 219074"/>
                  <a:gd name="connsiteY2" fmla="*/ 109538 h 219075"/>
                  <a:gd name="connsiteX3" fmla="*/ 109538 w 219074"/>
                  <a:gd name="connsiteY3" fmla="*/ 0 h 219075"/>
                  <a:gd name="connsiteX4" fmla="*/ 219075 w 219074"/>
                  <a:gd name="connsiteY4" fmla="*/ 109538 h 21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9074" h="219075">
                    <a:moveTo>
                      <a:pt x="219075" y="109538"/>
                    </a:moveTo>
                    <a:cubicBezTo>
                      <a:pt x="219075" y="170033"/>
                      <a:pt x="170033" y="219075"/>
                      <a:pt x="109538" y="219075"/>
                    </a:cubicBezTo>
                    <a:cubicBezTo>
                      <a:pt x="49042" y="219075"/>
                      <a:pt x="0" y="170033"/>
                      <a:pt x="0" y="109538"/>
                    </a:cubicBezTo>
                    <a:cubicBezTo>
                      <a:pt x="0" y="49042"/>
                      <a:pt x="49042" y="0"/>
                      <a:pt x="109538" y="0"/>
                    </a:cubicBezTo>
                    <a:cubicBezTo>
                      <a:pt x="170033" y="0"/>
                      <a:pt x="219075" y="49042"/>
                      <a:pt x="219075" y="1095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2" name="Freeform: Shape 107">
                <a:extLst>
                  <a:ext uri="{FF2B5EF4-FFF2-40B4-BE49-F238E27FC236}">
                    <a16:creationId xmlns:a16="http://schemas.microsoft.com/office/drawing/2014/main" id="{CADAE93E-7B75-6D97-F715-90FFEDBE3E2E}"/>
                  </a:ext>
                </a:extLst>
              </p:cNvPr>
              <p:cNvSpPr/>
              <p:nvPr/>
            </p:nvSpPr>
            <p:spPr>
              <a:xfrm>
                <a:off x="1847166" y="2336899"/>
                <a:ext cx="117366" cy="113936"/>
              </a:xfrm>
              <a:custGeom>
                <a:avLst/>
                <a:gdLst>
                  <a:gd name="connsiteX0" fmla="*/ 95 w 134457"/>
                  <a:gd name="connsiteY0" fmla="*/ 60556 h 130529"/>
                  <a:gd name="connsiteX1" fmla="*/ 9620 w 134457"/>
                  <a:gd name="connsiteY1" fmla="*/ 51031 h 130529"/>
                  <a:gd name="connsiteX2" fmla="*/ 81344 w 134457"/>
                  <a:gd name="connsiteY2" fmla="*/ 51031 h 130529"/>
                  <a:gd name="connsiteX3" fmla="*/ 84392 w 134457"/>
                  <a:gd name="connsiteY3" fmla="*/ 43982 h 130529"/>
                  <a:gd name="connsiteX4" fmla="*/ 61817 w 134457"/>
                  <a:gd name="connsiteY4" fmla="*/ 19312 h 130529"/>
                  <a:gd name="connsiteX5" fmla="*/ 62103 w 134457"/>
                  <a:gd name="connsiteY5" fmla="*/ 5596 h 130529"/>
                  <a:gd name="connsiteX6" fmla="*/ 64960 w 134457"/>
                  <a:gd name="connsiteY6" fmla="*/ 2739 h 130529"/>
                  <a:gd name="connsiteX7" fmla="*/ 78296 w 134457"/>
                  <a:gd name="connsiteY7" fmla="*/ 2834 h 130529"/>
                  <a:gd name="connsiteX8" fmla="*/ 131731 w 134457"/>
                  <a:gd name="connsiteY8" fmla="*/ 58365 h 130529"/>
                  <a:gd name="connsiteX9" fmla="*/ 131826 w 134457"/>
                  <a:gd name="connsiteY9" fmla="*/ 72176 h 130529"/>
                  <a:gd name="connsiteX10" fmla="*/ 79248 w 134457"/>
                  <a:gd name="connsiteY10" fmla="*/ 127612 h 130529"/>
                  <a:gd name="connsiteX11" fmla="*/ 65913 w 134457"/>
                  <a:gd name="connsiteY11" fmla="*/ 127802 h 130529"/>
                  <a:gd name="connsiteX12" fmla="*/ 63055 w 134457"/>
                  <a:gd name="connsiteY12" fmla="*/ 124945 h 130529"/>
                  <a:gd name="connsiteX13" fmla="*/ 62675 w 134457"/>
                  <a:gd name="connsiteY13" fmla="*/ 111133 h 130529"/>
                  <a:gd name="connsiteX14" fmla="*/ 84582 w 134457"/>
                  <a:gd name="connsiteY14" fmla="*/ 86654 h 130529"/>
                  <a:gd name="connsiteX15" fmla="*/ 81439 w 134457"/>
                  <a:gd name="connsiteY15" fmla="*/ 79510 h 130529"/>
                  <a:gd name="connsiteX16" fmla="*/ 9525 w 134457"/>
                  <a:gd name="connsiteY16" fmla="*/ 79510 h 130529"/>
                  <a:gd name="connsiteX17" fmla="*/ 0 w 134457"/>
                  <a:gd name="connsiteY17" fmla="*/ 69985 h 130529"/>
                  <a:gd name="connsiteX18" fmla="*/ 0 w 134457"/>
                  <a:gd name="connsiteY18" fmla="*/ 60556 h 1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4457" h="130529">
                    <a:moveTo>
                      <a:pt x="95" y="60556"/>
                    </a:moveTo>
                    <a:cubicBezTo>
                      <a:pt x="95" y="55317"/>
                      <a:pt x="4381" y="51031"/>
                      <a:pt x="9620" y="51031"/>
                    </a:cubicBezTo>
                    <a:lnTo>
                      <a:pt x="81344" y="51031"/>
                    </a:lnTo>
                    <a:cubicBezTo>
                      <a:pt x="86582" y="51031"/>
                      <a:pt x="88011" y="47887"/>
                      <a:pt x="84392" y="43982"/>
                    </a:cubicBezTo>
                    <a:lnTo>
                      <a:pt x="61817" y="19312"/>
                    </a:lnTo>
                    <a:cubicBezTo>
                      <a:pt x="58293" y="15407"/>
                      <a:pt x="58388" y="9216"/>
                      <a:pt x="62103" y="5596"/>
                    </a:cubicBezTo>
                    <a:lnTo>
                      <a:pt x="64960" y="2739"/>
                    </a:lnTo>
                    <a:cubicBezTo>
                      <a:pt x="68675" y="-976"/>
                      <a:pt x="74676" y="-881"/>
                      <a:pt x="78296" y="2834"/>
                    </a:cubicBezTo>
                    <a:lnTo>
                      <a:pt x="131731" y="58365"/>
                    </a:lnTo>
                    <a:cubicBezTo>
                      <a:pt x="135350" y="62175"/>
                      <a:pt x="135350" y="68366"/>
                      <a:pt x="131826" y="72176"/>
                    </a:cubicBezTo>
                    <a:lnTo>
                      <a:pt x="79248" y="127612"/>
                    </a:lnTo>
                    <a:cubicBezTo>
                      <a:pt x="75628" y="131422"/>
                      <a:pt x="69628" y="131517"/>
                      <a:pt x="65913" y="127802"/>
                    </a:cubicBezTo>
                    <a:lnTo>
                      <a:pt x="63055" y="124945"/>
                    </a:lnTo>
                    <a:cubicBezTo>
                      <a:pt x="59341" y="121230"/>
                      <a:pt x="59150" y="115039"/>
                      <a:pt x="62675" y="111133"/>
                    </a:cubicBezTo>
                    <a:lnTo>
                      <a:pt x="84582" y="86654"/>
                    </a:lnTo>
                    <a:cubicBezTo>
                      <a:pt x="88106" y="82749"/>
                      <a:pt x="86677" y="79510"/>
                      <a:pt x="81439" y="79510"/>
                    </a:cubicBezTo>
                    <a:lnTo>
                      <a:pt x="9525" y="79510"/>
                    </a:lnTo>
                    <a:cubicBezTo>
                      <a:pt x="4286" y="79510"/>
                      <a:pt x="0" y="75224"/>
                      <a:pt x="0" y="69985"/>
                    </a:cubicBezTo>
                    <a:lnTo>
                      <a:pt x="0" y="6055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34" name="Group 109">
              <a:extLst>
                <a:ext uri="{FF2B5EF4-FFF2-40B4-BE49-F238E27FC236}">
                  <a16:creationId xmlns:a16="http://schemas.microsoft.com/office/drawing/2014/main" id="{665BED59-C25C-7B68-BCFB-9D63342CB0CC}"/>
                </a:ext>
              </a:extLst>
            </p:cNvPr>
            <p:cNvGrpSpPr/>
            <p:nvPr/>
          </p:nvGrpSpPr>
          <p:grpSpPr>
            <a:xfrm>
              <a:off x="4655038" y="2592923"/>
              <a:ext cx="403745" cy="403746"/>
              <a:chOff x="1742661" y="2224089"/>
              <a:chExt cx="339722" cy="339722"/>
            </a:xfrm>
            <a:solidFill>
              <a:srgbClr val="ABA5A0"/>
            </a:solidFill>
            <a:effectLst/>
          </p:grpSpPr>
          <p:sp>
            <p:nvSpPr>
              <p:cNvPr id="38" name="Freeform: Shape 108">
                <a:extLst>
                  <a:ext uri="{FF2B5EF4-FFF2-40B4-BE49-F238E27FC236}">
                    <a16:creationId xmlns:a16="http://schemas.microsoft.com/office/drawing/2014/main" id="{B912E76F-60C1-0288-FA2E-8D941003493A}"/>
                  </a:ext>
                </a:extLst>
              </p:cNvPr>
              <p:cNvSpPr/>
              <p:nvPr/>
            </p:nvSpPr>
            <p:spPr>
              <a:xfrm>
                <a:off x="1742661" y="2224089"/>
                <a:ext cx="339722" cy="339722"/>
              </a:xfrm>
              <a:custGeom>
                <a:avLst/>
                <a:gdLst>
                  <a:gd name="connsiteX0" fmla="*/ 219075 w 219074"/>
                  <a:gd name="connsiteY0" fmla="*/ 109538 h 219075"/>
                  <a:gd name="connsiteX1" fmla="*/ 109538 w 219074"/>
                  <a:gd name="connsiteY1" fmla="*/ 219075 h 219075"/>
                  <a:gd name="connsiteX2" fmla="*/ 0 w 219074"/>
                  <a:gd name="connsiteY2" fmla="*/ 109538 h 219075"/>
                  <a:gd name="connsiteX3" fmla="*/ 109538 w 219074"/>
                  <a:gd name="connsiteY3" fmla="*/ 0 h 219075"/>
                  <a:gd name="connsiteX4" fmla="*/ 219075 w 219074"/>
                  <a:gd name="connsiteY4" fmla="*/ 109538 h 21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9074" h="219075">
                    <a:moveTo>
                      <a:pt x="219075" y="109538"/>
                    </a:moveTo>
                    <a:cubicBezTo>
                      <a:pt x="219075" y="170033"/>
                      <a:pt x="170033" y="219075"/>
                      <a:pt x="109538" y="219075"/>
                    </a:cubicBezTo>
                    <a:cubicBezTo>
                      <a:pt x="49042" y="219075"/>
                      <a:pt x="0" y="170033"/>
                      <a:pt x="0" y="109538"/>
                    </a:cubicBezTo>
                    <a:cubicBezTo>
                      <a:pt x="0" y="49042"/>
                      <a:pt x="49042" y="0"/>
                      <a:pt x="109538" y="0"/>
                    </a:cubicBezTo>
                    <a:cubicBezTo>
                      <a:pt x="170033" y="0"/>
                      <a:pt x="219075" y="49042"/>
                      <a:pt x="219075" y="1095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9" name="Freeform: Shape 107">
                <a:extLst>
                  <a:ext uri="{FF2B5EF4-FFF2-40B4-BE49-F238E27FC236}">
                    <a16:creationId xmlns:a16="http://schemas.microsoft.com/office/drawing/2014/main" id="{1ADADAA2-DE5E-C3DE-743D-61C39BDB71DC}"/>
                  </a:ext>
                </a:extLst>
              </p:cNvPr>
              <p:cNvSpPr/>
              <p:nvPr/>
            </p:nvSpPr>
            <p:spPr>
              <a:xfrm>
                <a:off x="1847166" y="2336899"/>
                <a:ext cx="117366" cy="113936"/>
              </a:xfrm>
              <a:custGeom>
                <a:avLst/>
                <a:gdLst>
                  <a:gd name="connsiteX0" fmla="*/ 95 w 134457"/>
                  <a:gd name="connsiteY0" fmla="*/ 60556 h 130529"/>
                  <a:gd name="connsiteX1" fmla="*/ 9620 w 134457"/>
                  <a:gd name="connsiteY1" fmla="*/ 51031 h 130529"/>
                  <a:gd name="connsiteX2" fmla="*/ 81344 w 134457"/>
                  <a:gd name="connsiteY2" fmla="*/ 51031 h 130529"/>
                  <a:gd name="connsiteX3" fmla="*/ 84392 w 134457"/>
                  <a:gd name="connsiteY3" fmla="*/ 43982 h 130529"/>
                  <a:gd name="connsiteX4" fmla="*/ 61817 w 134457"/>
                  <a:gd name="connsiteY4" fmla="*/ 19312 h 130529"/>
                  <a:gd name="connsiteX5" fmla="*/ 62103 w 134457"/>
                  <a:gd name="connsiteY5" fmla="*/ 5596 h 130529"/>
                  <a:gd name="connsiteX6" fmla="*/ 64960 w 134457"/>
                  <a:gd name="connsiteY6" fmla="*/ 2739 h 130529"/>
                  <a:gd name="connsiteX7" fmla="*/ 78296 w 134457"/>
                  <a:gd name="connsiteY7" fmla="*/ 2834 h 130529"/>
                  <a:gd name="connsiteX8" fmla="*/ 131731 w 134457"/>
                  <a:gd name="connsiteY8" fmla="*/ 58365 h 130529"/>
                  <a:gd name="connsiteX9" fmla="*/ 131826 w 134457"/>
                  <a:gd name="connsiteY9" fmla="*/ 72176 h 130529"/>
                  <a:gd name="connsiteX10" fmla="*/ 79248 w 134457"/>
                  <a:gd name="connsiteY10" fmla="*/ 127612 h 130529"/>
                  <a:gd name="connsiteX11" fmla="*/ 65913 w 134457"/>
                  <a:gd name="connsiteY11" fmla="*/ 127802 h 130529"/>
                  <a:gd name="connsiteX12" fmla="*/ 63055 w 134457"/>
                  <a:gd name="connsiteY12" fmla="*/ 124945 h 130529"/>
                  <a:gd name="connsiteX13" fmla="*/ 62675 w 134457"/>
                  <a:gd name="connsiteY13" fmla="*/ 111133 h 130529"/>
                  <a:gd name="connsiteX14" fmla="*/ 84582 w 134457"/>
                  <a:gd name="connsiteY14" fmla="*/ 86654 h 130529"/>
                  <a:gd name="connsiteX15" fmla="*/ 81439 w 134457"/>
                  <a:gd name="connsiteY15" fmla="*/ 79510 h 130529"/>
                  <a:gd name="connsiteX16" fmla="*/ 9525 w 134457"/>
                  <a:gd name="connsiteY16" fmla="*/ 79510 h 130529"/>
                  <a:gd name="connsiteX17" fmla="*/ 0 w 134457"/>
                  <a:gd name="connsiteY17" fmla="*/ 69985 h 130529"/>
                  <a:gd name="connsiteX18" fmla="*/ 0 w 134457"/>
                  <a:gd name="connsiteY18" fmla="*/ 60556 h 1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4457" h="130529">
                    <a:moveTo>
                      <a:pt x="95" y="60556"/>
                    </a:moveTo>
                    <a:cubicBezTo>
                      <a:pt x="95" y="55317"/>
                      <a:pt x="4381" y="51031"/>
                      <a:pt x="9620" y="51031"/>
                    </a:cubicBezTo>
                    <a:lnTo>
                      <a:pt x="81344" y="51031"/>
                    </a:lnTo>
                    <a:cubicBezTo>
                      <a:pt x="86582" y="51031"/>
                      <a:pt x="88011" y="47887"/>
                      <a:pt x="84392" y="43982"/>
                    </a:cubicBezTo>
                    <a:lnTo>
                      <a:pt x="61817" y="19312"/>
                    </a:lnTo>
                    <a:cubicBezTo>
                      <a:pt x="58293" y="15407"/>
                      <a:pt x="58388" y="9216"/>
                      <a:pt x="62103" y="5596"/>
                    </a:cubicBezTo>
                    <a:lnTo>
                      <a:pt x="64960" y="2739"/>
                    </a:lnTo>
                    <a:cubicBezTo>
                      <a:pt x="68675" y="-976"/>
                      <a:pt x="74676" y="-881"/>
                      <a:pt x="78296" y="2834"/>
                    </a:cubicBezTo>
                    <a:lnTo>
                      <a:pt x="131731" y="58365"/>
                    </a:lnTo>
                    <a:cubicBezTo>
                      <a:pt x="135350" y="62175"/>
                      <a:pt x="135350" y="68366"/>
                      <a:pt x="131826" y="72176"/>
                    </a:cubicBezTo>
                    <a:lnTo>
                      <a:pt x="79248" y="127612"/>
                    </a:lnTo>
                    <a:cubicBezTo>
                      <a:pt x="75628" y="131422"/>
                      <a:pt x="69628" y="131517"/>
                      <a:pt x="65913" y="127802"/>
                    </a:cubicBezTo>
                    <a:lnTo>
                      <a:pt x="63055" y="124945"/>
                    </a:lnTo>
                    <a:cubicBezTo>
                      <a:pt x="59341" y="121230"/>
                      <a:pt x="59150" y="115039"/>
                      <a:pt x="62675" y="111133"/>
                    </a:cubicBezTo>
                    <a:lnTo>
                      <a:pt x="84582" y="86654"/>
                    </a:lnTo>
                    <a:cubicBezTo>
                      <a:pt x="88106" y="82749"/>
                      <a:pt x="86677" y="79510"/>
                      <a:pt x="81439" y="79510"/>
                    </a:cubicBezTo>
                    <a:lnTo>
                      <a:pt x="9525" y="79510"/>
                    </a:lnTo>
                    <a:cubicBezTo>
                      <a:pt x="4286" y="79510"/>
                      <a:pt x="0" y="75224"/>
                      <a:pt x="0" y="69985"/>
                    </a:cubicBezTo>
                    <a:lnTo>
                      <a:pt x="0" y="6055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40" name="Group 109">
              <a:extLst>
                <a:ext uri="{FF2B5EF4-FFF2-40B4-BE49-F238E27FC236}">
                  <a16:creationId xmlns:a16="http://schemas.microsoft.com/office/drawing/2014/main" id="{3FDFA5BC-2181-C973-0114-898619B3C342}"/>
                </a:ext>
              </a:extLst>
            </p:cNvPr>
            <p:cNvGrpSpPr/>
            <p:nvPr/>
          </p:nvGrpSpPr>
          <p:grpSpPr>
            <a:xfrm>
              <a:off x="4655038" y="3749497"/>
              <a:ext cx="403745" cy="403746"/>
              <a:chOff x="1742661" y="2224089"/>
              <a:chExt cx="339722" cy="339722"/>
            </a:xfrm>
            <a:solidFill>
              <a:srgbClr val="ABA5A0"/>
            </a:solidFill>
            <a:effectLst/>
          </p:grpSpPr>
          <p:sp>
            <p:nvSpPr>
              <p:cNvPr id="41" name="Freeform: Shape 108">
                <a:extLst>
                  <a:ext uri="{FF2B5EF4-FFF2-40B4-BE49-F238E27FC236}">
                    <a16:creationId xmlns:a16="http://schemas.microsoft.com/office/drawing/2014/main" id="{1EE0B6DE-E072-B760-A4B6-47CC3B3916AB}"/>
                  </a:ext>
                </a:extLst>
              </p:cNvPr>
              <p:cNvSpPr/>
              <p:nvPr/>
            </p:nvSpPr>
            <p:spPr>
              <a:xfrm>
                <a:off x="1742661" y="2224089"/>
                <a:ext cx="339722" cy="339722"/>
              </a:xfrm>
              <a:custGeom>
                <a:avLst/>
                <a:gdLst>
                  <a:gd name="connsiteX0" fmla="*/ 219075 w 219074"/>
                  <a:gd name="connsiteY0" fmla="*/ 109538 h 219075"/>
                  <a:gd name="connsiteX1" fmla="*/ 109538 w 219074"/>
                  <a:gd name="connsiteY1" fmla="*/ 219075 h 219075"/>
                  <a:gd name="connsiteX2" fmla="*/ 0 w 219074"/>
                  <a:gd name="connsiteY2" fmla="*/ 109538 h 219075"/>
                  <a:gd name="connsiteX3" fmla="*/ 109538 w 219074"/>
                  <a:gd name="connsiteY3" fmla="*/ 0 h 219075"/>
                  <a:gd name="connsiteX4" fmla="*/ 219075 w 219074"/>
                  <a:gd name="connsiteY4" fmla="*/ 109538 h 21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9074" h="219075">
                    <a:moveTo>
                      <a:pt x="219075" y="109538"/>
                    </a:moveTo>
                    <a:cubicBezTo>
                      <a:pt x="219075" y="170033"/>
                      <a:pt x="170033" y="219075"/>
                      <a:pt x="109538" y="219075"/>
                    </a:cubicBezTo>
                    <a:cubicBezTo>
                      <a:pt x="49042" y="219075"/>
                      <a:pt x="0" y="170033"/>
                      <a:pt x="0" y="109538"/>
                    </a:cubicBezTo>
                    <a:cubicBezTo>
                      <a:pt x="0" y="49042"/>
                      <a:pt x="49042" y="0"/>
                      <a:pt x="109538" y="0"/>
                    </a:cubicBezTo>
                    <a:cubicBezTo>
                      <a:pt x="170033" y="0"/>
                      <a:pt x="219075" y="49042"/>
                      <a:pt x="219075" y="1095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2" name="Freeform: Shape 107">
                <a:extLst>
                  <a:ext uri="{FF2B5EF4-FFF2-40B4-BE49-F238E27FC236}">
                    <a16:creationId xmlns:a16="http://schemas.microsoft.com/office/drawing/2014/main" id="{64AACC70-0C0C-BA09-4580-675EB9F48DA6}"/>
                  </a:ext>
                </a:extLst>
              </p:cNvPr>
              <p:cNvSpPr/>
              <p:nvPr/>
            </p:nvSpPr>
            <p:spPr>
              <a:xfrm>
                <a:off x="1847166" y="2336899"/>
                <a:ext cx="117366" cy="113936"/>
              </a:xfrm>
              <a:custGeom>
                <a:avLst/>
                <a:gdLst>
                  <a:gd name="connsiteX0" fmla="*/ 95 w 134457"/>
                  <a:gd name="connsiteY0" fmla="*/ 60556 h 130529"/>
                  <a:gd name="connsiteX1" fmla="*/ 9620 w 134457"/>
                  <a:gd name="connsiteY1" fmla="*/ 51031 h 130529"/>
                  <a:gd name="connsiteX2" fmla="*/ 81344 w 134457"/>
                  <a:gd name="connsiteY2" fmla="*/ 51031 h 130529"/>
                  <a:gd name="connsiteX3" fmla="*/ 84392 w 134457"/>
                  <a:gd name="connsiteY3" fmla="*/ 43982 h 130529"/>
                  <a:gd name="connsiteX4" fmla="*/ 61817 w 134457"/>
                  <a:gd name="connsiteY4" fmla="*/ 19312 h 130529"/>
                  <a:gd name="connsiteX5" fmla="*/ 62103 w 134457"/>
                  <a:gd name="connsiteY5" fmla="*/ 5596 h 130529"/>
                  <a:gd name="connsiteX6" fmla="*/ 64960 w 134457"/>
                  <a:gd name="connsiteY6" fmla="*/ 2739 h 130529"/>
                  <a:gd name="connsiteX7" fmla="*/ 78296 w 134457"/>
                  <a:gd name="connsiteY7" fmla="*/ 2834 h 130529"/>
                  <a:gd name="connsiteX8" fmla="*/ 131731 w 134457"/>
                  <a:gd name="connsiteY8" fmla="*/ 58365 h 130529"/>
                  <a:gd name="connsiteX9" fmla="*/ 131826 w 134457"/>
                  <a:gd name="connsiteY9" fmla="*/ 72176 h 130529"/>
                  <a:gd name="connsiteX10" fmla="*/ 79248 w 134457"/>
                  <a:gd name="connsiteY10" fmla="*/ 127612 h 130529"/>
                  <a:gd name="connsiteX11" fmla="*/ 65913 w 134457"/>
                  <a:gd name="connsiteY11" fmla="*/ 127802 h 130529"/>
                  <a:gd name="connsiteX12" fmla="*/ 63055 w 134457"/>
                  <a:gd name="connsiteY12" fmla="*/ 124945 h 130529"/>
                  <a:gd name="connsiteX13" fmla="*/ 62675 w 134457"/>
                  <a:gd name="connsiteY13" fmla="*/ 111133 h 130529"/>
                  <a:gd name="connsiteX14" fmla="*/ 84582 w 134457"/>
                  <a:gd name="connsiteY14" fmla="*/ 86654 h 130529"/>
                  <a:gd name="connsiteX15" fmla="*/ 81439 w 134457"/>
                  <a:gd name="connsiteY15" fmla="*/ 79510 h 130529"/>
                  <a:gd name="connsiteX16" fmla="*/ 9525 w 134457"/>
                  <a:gd name="connsiteY16" fmla="*/ 79510 h 130529"/>
                  <a:gd name="connsiteX17" fmla="*/ 0 w 134457"/>
                  <a:gd name="connsiteY17" fmla="*/ 69985 h 130529"/>
                  <a:gd name="connsiteX18" fmla="*/ 0 w 134457"/>
                  <a:gd name="connsiteY18" fmla="*/ 60556 h 1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4457" h="130529">
                    <a:moveTo>
                      <a:pt x="95" y="60556"/>
                    </a:moveTo>
                    <a:cubicBezTo>
                      <a:pt x="95" y="55317"/>
                      <a:pt x="4381" y="51031"/>
                      <a:pt x="9620" y="51031"/>
                    </a:cubicBezTo>
                    <a:lnTo>
                      <a:pt x="81344" y="51031"/>
                    </a:lnTo>
                    <a:cubicBezTo>
                      <a:pt x="86582" y="51031"/>
                      <a:pt x="88011" y="47887"/>
                      <a:pt x="84392" y="43982"/>
                    </a:cubicBezTo>
                    <a:lnTo>
                      <a:pt x="61817" y="19312"/>
                    </a:lnTo>
                    <a:cubicBezTo>
                      <a:pt x="58293" y="15407"/>
                      <a:pt x="58388" y="9216"/>
                      <a:pt x="62103" y="5596"/>
                    </a:cubicBezTo>
                    <a:lnTo>
                      <a:pt x="64960" y="2739"/>
                    </a:lnTo>
                    <a:cubicBezTo>
                      <a:pt x="68675" y="-976"/>
                      <a:pt x="74676" y="-881"/>
                      <a:pt x="78296" y="2834"/>
                    </a:cubicBezTo>
                    <a:lnTo>
                      <a:pt x="131731" y="58365"/>
                    </a:lnTo>
                    <a:cubicBezTo>
                      <a:pt x="135350" y="62175"/>
                      <a:pt x="135350" y="68366"/>
                      <a:pt x="131826" y="72176"/>
                    </a:cubicBezTo>
                    <a:lnTo>
                      <a:pt x="79248" y="127612"/>
                    </a:lnTo>
                    <a:cubicBezTo>
                      <a:pt x="75628" y="131422"/>
                      <a:pt x="69628" y="131517"/>
                      <a:pt x="65913" y="127802"/>
                    </a:cubicBezTo>
                    <a:lnTo>
                      <a:pt x="63055" y="124945"/>
                    </a:lnTo>
                    <a:cubicBezTo>
                      <a:pt x="59341" y="121230"/>
                      <a:pt x="59150" y="115039"/>
                      <a:pt x="62675" y="111133"/>
                    </a:cubicBezTo>
                    <a:lnTo>
                      <a:pt x="84582" y="86654"/>
                    </a:lnTo>
                    <a:cubicBezTo>
                      <a:pt x="88106" y="82749"/>
                      <a:pt x="86677" y="79510"/>
                      <a:pt x="81439" y="79510"/>
                    </a:cubicBezTo>
                    <a:lnTo>
                      <a:pt x="9525" y="79510"/>
                    </a:lnTo>
                    <a:cubicBezTo>
                      <a:pt x="4286" y="79510"/>
                      <a:pt x="0" y="75224"/>
                      <a:pt x="0" y="69985"/>
                    </a:cubicBezTo>
                    <a:lnTo>
                      <a:pt x="0" y="6055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43" name="Group 109">
              <a:extLst>
                <a:ext uri="{FF2B5EF4-FFF2-40B4-BE49-F238E27FC236}">
                  <a16:creationId xmlns:a16="http://schemas.microsoft.com/office/drawing/2014/main" id="{9CDD4865-4FE6-E497-9A2A-C56BC92E3C26}"/>
                </a:ext>
              </a:extLst>
            </p:cNvPr>
            <p:cNvGrpSpPr/>
            <p:nvPr/>
          </p:nvGrpSpPr>
          <p:grpSpPr>
            <a:xfrm>
              <a:off x="4655038" y="4672727"/>
              <a:ext cx="403745" cy="403746"/>
              <a:chOff x="1742661" y="2224089"/>
              <a:chExt cx="339722" cy="339722"/>
            </a:xfrm>
            <a:solidFill>
              <a:srgbClr val="ABA5A0"/>
            </a:solidFill>
            <a:effectLst/>
          </p:grpSpPr>
          <p:sp>
            <p:nvSpPr>
              <p:cNvPr id="44" name="Freeform: Shape 108">
                <a:extLst>
                  <a:ext uri="{FF2B5EF4-FFF2-40B4-BE49-F238E27FC236}">
                    <a16:creationId xmlns:a16="http://schemas.microsoft.com/office/drawing/2014/main" id="{C7C037A9-1AB8-BA29-CA9F-ACA204640827}"/>
                  </a:ext>
                </a:extLst>
              </p:cNvPr>
              <p:cNvSpPr/>
              <p:nvPr/>
            </p:nvSpPr>
            <p:spPr>
              <a:xfrm>
                <a:off x="1742661" y="2224089"/>
                <a:ext cx="339722" cy="339722"/>
              </a:xfrm>
              <a:custGeom>
                <a:avLst/>
                <a:gdLst>
                  <a:gd name="connsiteX0" fmla="*/ 219075 w 219074"/>
                  <a:gd name="connsiteY0" fmla="*/ 109538 h 219075"/>
                  <a:gd name="connsiteX1" fmla="*/ 109538 w 219074"/>
                  <a:gd name="connsiteY1" fmla="*/ 219075 h 219075"/>
                  <a:gd name="connsiteX2" fmla="*/ 0 w 219074"/>
                  <a:gd name="connsiteY2" fmla="*/ 109538 h 219075"/>
                  <a:gd name="connsiteX3" fmla="*/ 109538 w 219074"/>
                  <a:gd name="connsiteY3" fmla="*/ 0 h 219075"/>
                  <a:gd name="connsiteX4" fmla="*/ 219075 w 219074"/>
                  <a:gd name="connsiteY4" fmla="*/ 109538 h 21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9074" h="219075">
                    <a:moveTo>
                      <a:pt x="219075" y="109538"/>
                    </a:moveTo>
                    <a:cubicBezTo>
                      <a:pt x="219075" y="170033"/>
                      <a:pt x="170033" y="219075"/>
                      <a:pt x="109538" y="219075"/>
                    </a:cubicBezTo>
                    <a:cubicBezTo>
                      <a:pt x="49042" y="219075"/>
                      <a:pt x="0" y="170033"/>
                      <a:pt x="0" y="109538"/>
                    </a:cubicBezTo>
                    <a:cubicBezTo>
                      <a:pt x="0" y="49042"/>
                      <a:pt x="49042" y="0"/>
                      <a:pt x="109538" y="0"/>
                    </a:cubicBezTo>
                    <a:cubicBezTo>
                      <a:pt x="170033" y="0"/>
                      <a:pt x="219075" y="49042"/>
                      <a:pt x="219075" y="1095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6" name="Freeform: Shape 107">
                <a:extLst>
                  <a:ext uri="{FF2B5EF4-FFF2-40B4-BE49-F238E27FC236}">
                    <a16:creationId xmlns:a16="http://schemas.microsoft.com/office/drawing/2014/main" id="{B8E13299-D316-75CB-C994-0FFAE084C4AD}"/>
                  </a:ext>
                </a:extLst>
              </p:cNvPr>
              <p:cNvSpPr/>
              <p:nvPr/>
            </p:nvSpPr>
            <p:spPr>
              <a:xfrm>
                <a:off x="1847166" y="2336899"/>
                <a:ext cx="117366" cy="113936"/>
              </a:xfrm>
              <a:custGeom>
                <a:avLst/>
                <a:gdLst>
                  <a:gd name="connsiteX0" fmla="*/ 95 w 134457"/>
                  <a:gd name="connsiteY0" fmla="*/ 60556 h 130529"/>
                  <a:gd name="connsiteX1" fmla="*/ 9620 w 134457"/>
                  <a:gd name="connsiteY1" fmla="*/ 51031 h 130529"/>
                  <a:gd name="connsiteX2" fmla="*/ 81344 w 134457"/>
                  <a:gd name="connsiteY2" fmla="*/ 51031 h 130529"/>
                  <a:gd name="connsiteX3" fmla="*/ 84392 w 134457"/>
                  <a:gd name="connsiteY3" fmla="*/ 43982 h 130529"/>
                  <a:gd name="connsiteX4" fmla="*/ 61817 w 134457"/>
                  <a:gd name="connsiteY4" fmla="*/ 19312 h 130529"/>
                  <a:gd name="connsiteX5" fmla="*/ 62103 w 134457"/>
                  <a:gd name="connsiteY5" fmla="*/ 5596 h 130529"/>
                  <a:gd name="connsiteX6" fmla="*/ 64960 w 134457"/>
                  <a:gd name="connsiteY6" fmla="*/ 2739 h 130529"/>
                  <a:gd name="connsiteX7" fmla="*/ 78296 w 134457"/>
                  <a:gd name="connsiteY7" fmla="*/ 2834 h 130529"/>
                  <a:gd name="connsiteX8" fmla="*/ 131731 w 134457"/>
                  <a:gd name="connsiteY8" fmla="*/ 58365 h 130529"/>
                  <a:gd name="connsiteX9" fmla="*/ 131826 w 134457"/>
                  <a:gd name="connsiteY9" fmla="*/ 72176 h 130529"/>
                  <a:gd name="connsiteX10" fmla="*/ 79248 w 134457"/>
                  <a:gd name="connsiteY10" fmla="*/ 127612 h 130529"/>
                  <a:gd name="connsiteX11" fmla="*/ 65913 w 134457"/>
                  <a:gd name="connsiteY11" fmla="*/ 127802 h 130529"/>
                  <a:gd name="connsiteX12" fmla="*/ 63055 w 134457"/>
                  <a:gd name="connsiteY12" fmla="*/ 124945 h 130529"/>
                  <a:gd name="connsiteX13" fmla="*/ 62675 w 134457"/>
                  <a:gd name="connsiteY13" fmla="*/ 111133 h 130529"/>
                  <a:gd name="connsiteX14" fmla="*/ 84582 w 134457"/>
                  <a:gd name="connsiteY14" fmla="*/ 86654 h 130529"/>
                  <a:gd name="connsiteX15" fmla="*/ 81439 w 134457"/>
                  <a:gd name="connsiteY15" fmla="*/ 79510 h 130529"/>
                  <a:gd name="connsiteX16" fmla="*/ 9525 w 134457"/>
                  <a:gd name="connsiteY16" fmla="*/ 79510 h 130529"/>
                  <a:gd name="connsiteX17" fmla="*/ 0 w 134457"/>
                  <a:gd name="connsiteY17" fmla="*/ 69985 h 130529"/>
                  <a:gd name="connsiteX18" fmla="*/ 0 w 134457"/>
                  <a:gd name="connsiteY18" fmla="*/ 60556 h 1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4457" h="130529">
                    <a:moveTo>
                      <a:pt x="95" y="60556"/>
                    </a:moveTo>
                    <a:cubicBezTo>
                      <a:pt x="95" y="55317"/>
                      <a:pt x="4381" y="51031"/>
                      <a:pt x="9620" y="51031"/>
                    </a:cubicBezTo>
                    <a:lnTo>
                      <a:pt x="81344" y="51031"/>
                    </a:lnTo>
                    <a:cubicBezTo>
                      <a:pt x="86582" y="51031"/>
                      <a:pt x="88011" y="47887"/>
                      <a:pt x="84392" y="43982"/>
                    </a:cubicBezTo>
                    <a:lnTo>
                      <a:pt x="61817" y="19312"/>
                    </a:lnTo>
                    <a:cubicBezTo>
                      <a:pt x="58293" y="15407"/>
                      <a:pt x="58388" y="9216"/>
                      <a:pt x="62103" y="5596"/>
                    </a:cubicBezTo>
                    <a:lnTo>
                      <a:pt x="64960" y="2739"/>
                    </a:lnTo>
                    <a:cubicBezTo>
                      <a:pt x="68675" y="-976"/>
                      <a:pt x="74676" y="-881"/>
                      <a:pt x="78296" y="2834"/>
                    </a:cubicBezTo>
                    <a:lnTo>
                      <a:pt x="131731" y="58365"/>
                    </a:lnTo>
                    <a:cubicBezTo>
                      <a:pt x="135350" y="62175"/>
                      <a:pt x="135350" y="68366"/>
                      <a:pt x="131826" y="72176"/>
                    </a:cubicBezTo>
                    <a:lnTo>
                      <a:pt x="79248" y="127612"/>
                    </a:lnTo>
                    <a:cubicBezTo>
                      <a:pt x="75628" y="131422"/>
                      <a:pt x="69628" y="131517"/>
                      <a:pt x="65913" y="127802"/>
                    </a:cubicBezTo>
                    <a:lnTo>
                      <a:pt x="63055" y="124945"/>
                    </a:lnTo>
                    <a:cubicBezTo>
                      <a:pt x="59341" y="121230"/>
                      <a:pt x="59150" y="115039"/>
                      <a:pt x="62675" y="111133"/>
                    </a:cubicBezTo>
                    <a:lnTo>
                      <a:pt x="84582" y="86654"/>
                    </a:lnTo>
                    <a:cubicBezTo>
                      <a:pt x="88106" y="82749"/>
                      <a:pt x="86677" y="79510"/>
                      <a:pt x="81439" y="79510"/>
                    </a:cubicBezTo>
                    <a:lnTo>
                      <a:pt x="9525" y="79510"/>
                    </a:lnTo>
                    <a:cubicBezTo>
                      <a:pt x="4286" y="79510"/>
                      <a:pt x="0" y="75224"/>
                      <a:pt x="0" y="69985"/>
                    </a:cubicBezTo>
                    <a:lnTo>
                      <a:pt x="0" y="6055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47" name="Group 109">
              <a:extLst>
                <a:ext uri="{FF2B5EF4-FFF2-40B4-BE49-F238E27FC236}">
                  <a16:creationId xmlns:a16="http://schemas.microsoft.com/office/drawing/2014/main" id="{8A76F807-0784-1956-E152-1B29BA0FB065}"/>
                </a:ext>
              </a:extLst>
            </p:cNvPr>
            <p:cNvGrpSpPr/>
            <p:nvPr/>
          </p:nvGrpSpPr>
          <p:grpSpPr>
            <a:xfrm>
              <a:off x="4655038" y="5477442"/>
              <a:ext cx="403745" cy="403746"/>
              <a:chOff x="1742661" y="2224089"/>
              <a:chExt cx="339722" cy="339722"/>
            </a:xfrm>
            <a:solidFill>
              <a:srgbClr val="ABA5A0"/>
            </a:solidFill>
            <a:effectLst/>
          </p:grpSpPr>
          <p:sp>
            <p:nvSpPr>
              <p:cNvPr id="48" name="Freeform: Shape 108">
                <a:extLst>
                  <a:ext uri="{FF2B5EF4-FFF2-40B4-BE49-F238E27FC236}">
                    <a16:creationId xmlns:a16="http://schemas.microsoft.com/office/drawing/2014/main" id="{740B21C7-1EE5-69CC-5248-F86909ADD73A}"/>
                  </a:ext>
                </a:extLst>
              </p:cNvPr>
              <p:cNvSpPr/>
              <p:nvPr/>
            </p:nvSpPr>
            <p:spPr>
              <a:xfrm>
                <a:off x="1742661" y="2224089"/>
                <a:ext cx="339722" cy="339722"/>
              </a:xfrm>
              <a:custGeom>
                <a:avLst/>
                <a:gdLst>
                  <a:gd name="connsiteX0" fmla="*/ 219075 w 219074"/>
                  <a:gd name="connsiteY0" fmla="*/ 109538 h 219075"/>
                  <a:gd name="connsiteX1" fmla="*/ 109538 w 219074"/>
                  <a:gd name="connsiteY1" fmla="*/ 219075 h 219075"/>
                  <a:gd name="connsiteX2" fmla="*/ 0 w 219074"/>
                  <a:gd name="connsiteY2" fmla="*/ 109538 h 219075"/>
                  <a:gd name="connsiteX3" fmla="*/ 109538 w 219074"/>
                  <a:gd name="connsiteY3" fmla="*/ 0 h 219075"/>
                  <a:gd name="connsiteX4" fmla="*/ 219075 w 219074"/>
                  <a:gd name="connsiteY4" fmla="*/ 109538 h 21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9074" h="219075">
                    <a:moveTo>
                      <a:pt x="219075" y="109538"/>
                    </a:moveTo>
                    <a:cubicBezTo>
                      <a:pt x="219075" y="170033"/>
                      <a:pt x="170033" y="219075"/>
                      <a:pt x="109538" y="219075"/>
                    </a:cubicBezTo>
                    <a:cubicBezTo>
                      <a:pt x="49042" y="219075"/>
                      <a:pt x="0" y="170033"/>
                      <a:pt x="0" y="109538"/>
                    </a:cubicBezTo>
                    <a:cubicBezTo>
                      <a:pt x="0" y="49042"/>
                      <a:pt x="49042" y="0"/>
                      <a:pt x="109538" y="0"/>
                    </a:cubicBezTo>
                    <a:cubicBezTo>
                      <a:pt x="170033" y="0"/>
                      <a:pt x="219075" y="49042"/>
                      <a:pt x="219075" y="1095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9" name="Freeform: Shape 107">
                <a:extLst>
                  <a:ext uri="{FF2B5EF4-FFF2-40B4-BE49-F238E27FC236}">
                    <a16:creationId xmlns:a16="http://schemas.microsoft.com/office/drawing/2014/main" id="{34D29E5B-E76E-4DB2-C2F9-AEE80DCB5E4A}"/>
                  </a:ext>
                </a:extLst>
              </p:cNvPr>
              <p:cNvSpPr/>
              <p:nvPr/>
            </p:nvSpPr>
            <p:spPr>
              <a:xfrm>
                <a:off x="1847166" y="2336899"/>
                <a:ext cx="117366" cy="113936"/>
              </a:xfrm>
              <a:custGeom>
                <a:avLst/>
                <a:gdLst>
                  <a:gd name="connsiteX0" fmla="*/ 95 w 134457"/>
                  <a:gd name="connsiteY0" fmla="*/ 60556 h 130529"/>
                  <a:gd name="connsiteX1" fmla="*/ 9620 w 134457"/>
                  <a:gd name="connsiteY1" fmla="*/ 51031 h 130529"/>
                  <a:gd name="connsiteX2" fmla="*/ 81344 w 134457"/>
                  <a:gd name="connsiteY2" fmla="*/ 51031 h 130529"/>
                  <a:gd name="connsiteX3" fmla="*/ 84392 w 134457"/>
                  <a:gd name="connsiteY3" fmla="*/ 43982 h 130529"/>
                  <a:gd name="connsiteX4" fmla="*/ 61817 w 134457"/>
                  <a:gd name="connsiteY4" fmla="*/ 19312 h 130529"/>
                  <a:gd name="connsiteX5" fmla="*/ 62103 w 134457"/>
                  <a:gd name="connsiteY5" fmla="*/ 5596 h 130529"/>
                  <a:gd name="connsiteX6" fmla="*/ 64960 w 134457"/>
                  <a:gd name="connsiteY6" fmla="*/ 2739 h 130529"/>
                  <a:gd name="connsiteX7" fmla="*/ 78296 w 134457"/>
                  <a:gd name="connsiteY7" fmla="*/ 2834 h 130529"/>
                  <a:gd name="connsiteX8" fmla="*/ 131731 w 134457"/>
                  <a:gd name="connsiteY8" fmla="*/ 58365 h 130529"/>
                  <a:gd name="connsiteX9" fmla="*/ 131826 w 134457"/>
                  <a:gd name="connsiteY9" fmla="*/ 72176 h 130529"/>
                  <a:gd name="connsiteX10" fmla="*/ 79248 w 134457"/>
                  <a:gd name="connsiteY10" fmla="*/ 127612 h 130529"/>
                  <a:gd name="connsiteX11" fmla="*/ 65913 w 134457"/>
                  <a:gd name="connsiteY11" fmla="*/ 127802 h 130529"/>
                  <a:gd name="connsiteX12" fmla="*/ 63055 w 134457"/>
                  <a:gd name="connsiteY12" fmla="*/ 124945 h 130529"/>
                  <a:gd name="connsiteX13" fmla="*/ 62675 w 134457"/>
                  <a:gd name="connsiteY13" fmla="*/ 111133 h 130529"/>
                  <a:gd name="connsiteX14" fmla="*/ 84582 w 134457"/>
                  <a:gd name="connsiteY14" fmla="*/ 86654 h 130529"/>
                  <a:gd name="connsiteX15" fmla="*/ 81439 w 134457"/>
                  <a:gd name="connsiteY15" fmla="*/ 79510 h 130529"/>
                  <a:gd name="connsiteX16" fmla="*/ 9525 w 134457"/>
                  <a:gd name="connsiteY16" fmla="*/ 79510 h 130529"/>
                  <a:gd name="connsiteX17" fmla="*/ 0 w 134457"/>
                  <a:gd name="connsiteY17" fmla="*/ 69985 h 130529"/>
                  <a:gd name="connsiteX18" fmla="*/ 0 w 134457"/>
                  <a:gd name="connsiteY18" fmla="*/ 60556 h 1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4457" h="130529">
                    <a:moveTo>
                      <a:pt x="95" y="60556"/>
                    </a:moveTo>
                    <a:cubicBezTo>
                      <a:pt x="95" y="55317"/>
                      <a:pt x="4381" y="51031"/>
                      <a:pt x="9620" y="51031"/>
                    </a:cubicBezTo>
                    <a:lnTo>
                      <a:pt x="81344" y="51031"/>
                    </a:lnTo>
                    <a:cubicBezTo>
                      <a:pt x="86582" y="51031"/>
                      <a:pt x="88011" y="47887"/>
                      <a:pt x="84392" y="43982"/>
                    </a:cubicBezTo>
                    <a:lnTo>
                      <a:pt x="61817" y="19312"/>
                    </a:lnTo>
                    <a:cubicBezTo>
                      <a:pt x="58293" y="15407"/>
                      <a:pt x="58388" y="9216"/>
                      <a:pt x="62103" y="5596"/>
                    </a:cubicBezTo>
                    <a:lnTo>
                      <a:pt x="64960" y="2739"/>
                    </a:lnTo>
                    <a:cubicBezTo>
                      <a:pt x="68675" y="-976"/>
                      <a:pt x="74676" y="-881"/>
                      <a:pt x="78296" y="2834"/>
                    </a:cubicBezTo>
                    <a:lnTo>
                      <a:pt x="131731" y="58365"/>
                    </a:lnTo>
                    <a:cubicBezTo>
                      <a:pt x="135350" y="62175"/>
                      <a:pt x="135350" y="68366"/>
                      <a:pt x="131826" y="72176"/>
                    </a:cubicBezTo>
                    <a:lnTo>
                      <a:pt x="79248" y="127612"/>
                    </a:lnTo>
                    <a:cubicBezTo>
                      <a:pt x="75628" y="131422"/>
                      <a:pt x="69628" y="131517"/>
                      <a:pt x="65913" y="127802"/>
                    </a:cubicBezTo>
                    <a:lnTo>
                      <a:pt x="63055" y="124945"/>
                    </a:lnTo>
                    <a:cubicBezTo>
                      <a:pt x="59341" y="121230"/>
                      <a:pt x="59150" y="115039"/>
                      <a:pt x="62675" y="111133"/>
                    </a:cubicBezTo>
                    <a:lnTo>
                      <a:pt x="84582" y="86654"/>
                    </a:lnTo>
                    <a:cubicBezTo>
                      <a:pt x="88106" y="82749"/>
                      <a:pt x="86677" y="79510"/>
                      <a:pt x="81439" y="79510"/>
                    </a:cubicBezTo>
                    <a:lnTo>
                      <a:pt x="9525" y="79510"/>
                    </a:lnTo>
                    <a:cubicBezTo>
                      <a:pt x="4286" y="79510"/>
                      <a:pt x="0" y="75224"/>
                      <a:pt x="0" y="69985"/>
                    </a:cubicBezTo>
                    <a:lnTo>
                      <a:pt x="0" y="6055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62" name="Gráfico 61">
              <a:extLst>
                <a:ext uri="{FF2B5EF4-FFF2-40B4-BE49-F238E27FC236}">
                  <a16:creationId xmlns:a16="http://schemas.microsoft.com/office/drawing/2014/main" id="{0862D77B-6DAB-3859-BA40-6A5C68B263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32080" y="5425333"/>
              <a:ext cx="1633728" cy="481207"/>
            </a:xfrm>
            <a:prstGeom prst="rect">
              <a:avLst/>
            </a:prstGeom>
          </p:spPr>
        </p:pic>
        <p:pic>
          <p:nvPicPr>
            <p:cNvPr id="64" name="Gráfico 63">
              <a:extLst>
                <a:ext uri="{FF2B5EF4-FFF2-40B4-BE49-F238E27FC236}">
                  <a16:creationId xmlns:a16="http://schemas.microsoft.com/office/drawing/2014/main" id="{D59419BB-A69A-3069-EBCC-839D94DBC1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41627" y="2608901"/>
              <a:ext cx="1633728" cy="481207"/>
            </a:xfrm>
            <a:prstGeom prst="rect">
              <a:avLst/>
            </a:prstGeom>
          </p:spPr>
        </p:pic>
        <p:pic>
          <p:nvPicPr>
            <p:cNvPr id="66" name="Gráfico 65">
              <a:extLst>
                <a:ext uri="{FF2B5EF4-FFF2-40B4-BE49-F238E27FC236}">
                  <a16:creationId xmlns:a16="http://schemas.microsoft.com/office/drawing/2014/main" id="{88B9A0B8-4AFE-31F8-6525-687B957C69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5363" y="3753443"/>
              <a:ext cx="1342603" cy="395457"/>
            </a:xfrm>
            <a:prstGeom prst="rect">
              <a:avLst/>
            </a:prstGeom>
          </p:spPr>
        </p:pic>
        <p:pic>
          <p:nvPicPr>
            <p:cNvPr id="68" name="Gráfico 67">
              <a:extLst>
                <a:ext uri="{FF2B5EF4-FFF2-40B4-BE49-F238E27FC236}">
                  <a16:creationId xmlns:a16="http://schemas.microsoft.com/office/drawing/2014/main" id="{091BA354-8513-5247-AB69-7E971B573C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41627" y="4657505"/>
              <a:ext cx="1633728" cy="481207"/>
            </a:xfrm>
            <a:prstGeom prst="rect">
              <a:avLst/>
            </a:prstGeom>
          </p:spPr>
        </p:pic>
        <p:pic>
          <p:nvPicPr>
            <p:cNvPr id="71" name="Gráfico 70">
              <a:extLst>
                <a:ext uri="{FF2B5EF4-FFF2-40B4-BE49-F238E27FC236}">
                  <a16:creationId xmlns:a16="http://schemas.microsoft.com/office/drawing/2014/main" id="{4F2AED57-DB47-3F96-0C8B-2EE49C44DC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32034" y="1495632"/>
              <a:ext cx="1633728" cy="481207"/>
            </a:xfrm>
            <a:prstGeom prst="rect">
              <a:avLst/>
            </a:prstGeom>
          </p:spPr>
        </p:pic>
        <p:grpSp>
          <p:nvGrpSpPr>
            <p:cNvPr id="72" name="Group 109">
              <a:extLst>
                <a:ext uri="{FF2B5EF4-FFF2-40B4-BE49-F238E27FC236}">
                  <a16:creationId xmlns:a16="http://schemas.microsoft.com/office/drawing/2014/main" id="{E3FE5EEC-5E08-E8E3-B243-4F4A04CE1CEA}"/>
                </a:ext>
              </a:extLst>
            </p:cNvPr>
            <p:cNvGrpSpPr/>
            <p:nvPr/>
          </p:nvGrpSpPr>
          <p:grpSpPr>
            <a:xfrm>
              <a:off x="7850222" y="2609549"/>
              <a:ext cx="403745" cy="403746"/>
              <a:chOff x="1742661" y="2224089"/>
              <a:chExt cx="339722" cy="339722"/>
            </a:xfrm>
            <a:solidFill>
              <a:srgbClr val="ABA5A0"/>
            </a:solidFill>
            <a:effectLst/>
          </p:grpSpPr>
          <p:sp>
            <p:nvSpPr>
              <p:cNvPr id="75" name="Freeform: Shape 108">
                <a:extLst>
                  <a:ext uri="{FF2B5EF4-FFF2-40B4-BE49-F238E27FC236}">
                    <a16:creationId xmlns:a16="http://schemas.microsoft.com/office/drawing/2014/main" id="{E90FBD20-E20E-A0B7-7B6C-1B958CFA6062}"/>
                  </a:ext>
                </a:extLst>
              </p:cNvPr>
              <p:cNvSpPr/>
              <p:nvPr/>
            </p:nvSpPr>
            <p:spPr>
              <a:xfrm>
                <a:off x="1742661" y="2224089"/>
                <a:ext cx="339722" cy="339722"/>
              </a:xfrm>
              <a:custGeom>
                <a:avLst/>
                <a:gdLst>
                  <a:gd name="connsiteX0" fmla="*/ 219075 w 219074"/>
                  <a:gd name="connsiteY0" fmla="*/ 109538 h 219075"/>
                  <a:gd name="connsiteX1" fmla="*/ 109538 w 219074"/>
                  <a:gd name="connsiteY1" fmla="*/ 219075 h 219075"/>
                  <a:gd name="connsiteX2" fmla="*/ 0 w 219074"/>
                  <a:gd name="connsiteY2" fmla="*/ 109538 h 219075"/>
                  <a:gd name="connsiteX3" fmla="*/ 109538 w 219074"/>
                  <a:gd name="connsiteY3" fmla="*/ 0 h 219075"/>
                  <a:gd name="connsiteX4" fmla="*/ 219075 w 219074"/>
                  <a:gd name="connsiteY4" fmla="*/ 109538 h 21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9074" h="219075">
                    <a:moveTo>
                      <a:pt x="219075" y="109538"/>
                    </a:moveTo>
                    <a:cubicBezTo>
                      <a:pt x="219075" y="170033"/>
                      <a:pt x="170033" y="219075"/>
                      <a:pt x="109538" y="219075"/>
                    </a:cubicBezTo>
                    <a:cubicBezTo>
                      <a:pt x="49042" y="219075"/>
                      <a:pt x="0" y="170033"/>
                      <a:pt x="0" y="109538"/>
                    </a:cubicBezTo>
                    <a:cubicBezTo>
                      <a:pt x="0" y="49042"/>
                      <a:pt x="49042" y="0"/>
                      <a:pt x="109538" y="0"/>
                    </a:cubicBezTo>
                    <a:cubicBezTo>
                      <a:pt x="170033" y="0"/>
                      <a:pt x="219075" y="49042"/>
                      <a:pt x="219075" y="1095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77" name="Freeform: Shape 107">
                <a:extLst>
                  <a:ext uri="{FF2B5EF4-FFF2-40B4-BE49-F238E27FC236}">
                    <a16:creationId xmlns:a16="http://schemas.microsoft.com/office/drawing/2014/main" id="{8632E8D1-0F3F-83A0-A322-A9DDE0DAC1AB}"/>
                  </a:ext>
                </a:extLst>
              </p:cNvPr>
              <p:cNvSpPr/>
              <p:nvPr/>
            </p:nvSpPr>
            <p:spPr>
              <a:xfrm>
                <a:off x="1847166" y="2336899"/>
                <a:ext cx="117366" cy="113936"/>
              </a:xfrm>
              <a:custGeom>
                <a:avLst/>
                <a:gdLst>
                  <a:gd name="connsiteX0" fmla="*/ 95 w 134457"/>
                  <a:gd name="connsiteY0" fmla="*/ 60556 h 130529"/>
                  <a:gd name="connsiteX1" fmla="*/ 9620 w 134457"/>
                  <a:gd name="connsiteY1" fmla="*/ 51031 h 130529"/>
                  <a:gd name="connsiteX2" fmla="*/ 81344 w 134457"/>
                  <a:gd name="connsiteY2" fmla="*/ 51031 h 130529"/>
                  <a:gd name="connsiteX3" fmla="*/ 84392 w 134457"/>
                  <a:gd name="connsiteY3" fmla="*/ 43982 h 130529"/>
                  <a:gd name="connsiteX4" fmla="*/ 61817 w 134457"/>
                  <a:gd name="connsiteY4" fmla="*/ 19312 h 130529"/>
                  <a:gd name="connsiteX5" fmla="*/ 62103 w 134457"/>
                  <a:gd name="connsiteY5" fmla="*/ 5596 h 130529"/>
                  <a:gd name="connsiteX6" fmla="*/ 64960 w 134457"/>
                  <a:gd name="connsiteY6" fmla="*/ 2739 h 130529"/>
                  <a:gd name="connsiteX7" fmla="*/ 78296 w 134457"/>
                  <a:gd name="connsiteY7" fmla="*/ 2834 h 130529"/>
                  <a:gd name="connsiteX8" fmla="*/ 131731 w 134457"/>
                  <a:gd name="connsiteY8" fmla="*/ 58365 h 130529"/>
                  <a:gd name="connsiteX9" fmla="*/ 131826 w 134457"/>
                  <a:gd name="connsiteY9" fmla="*/ 72176 h 130529"/>
                  <a:gd name="connsiteX10" fmla="*/ 79248 w 134457"/>
                  <a:gd name="connsiteY10" fmla="*/ 127612 h 130529"/>
                  <a:gd name="connsiteX11" fmla="*/ 65913 w 134457"/>
                  <a:gd name="connsiteY11" fmla="*/ 127802 h 130529"/>
                  <a:gd name="connsiteX12" fmla="*/ 63055 w 134457"/>
                  <a:gd name="connsiteY12" fmla="*/ 124945 h 130529"/>
                  <a:gd name="connsiteX13" fmla="*/ 62675 w 134457"/>
                  <a:gd name="connsiteY13" fmla="*/ 111133 h 130529"/>
                  <a:gd name="connsiteX14" fmla="*/ 84582 w 134457"/>
                  <a:gd name="connsiteY14" fmla="*/ 86654 h 130529"/>
                  <a:gd name="connsiteX15" fmla="*/ 81439 w 134457"/>
                  <a:gd name="connsiteY15" fmla="*/ 79510 h 130529"/>
                  <a:gd name="connsiteX16" fmla="*/ 9525 w 134457"/>
                  <a:gd name="connsiteY16" fmla="*/ 79510 h 130529"/>
                  <a:gd name="connsiteX17" fmla="*/ 0 w 134457"/>
                  <a:gd name="connsiteY17" fmla="*/ 69985 h 130529"/>
                  <a:gd name="connsiteX18" fmla="*/ 0 w 134457"/>
                  <a:gd name="connsiteY18" fmla="*/ 60556 h 1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4457" h="130529">
                    <a:moveTo>
                      <a:pt x="95" y="60556"/>
                    </a:moveTo>
                    <a:cubicBezTo>
                      <a:pt x="95" y="55317"/>
                      <a:pt x="4381" y="51031"/>
                      <a:pt x="9620" y="51031"/>
                    </a:cubicBezTo>
                    <a:lnTo>
                      <a:pt x="81344" y="51031"/>
                    </a:lnTo>
                    <a:cubicBezTo>
                      <a:pt x="86582" y="51031"/>
                      <a:pt x="88011" y="47887"/>
                      <a:pt x="84392" y="43982"/>
                    </a:cubicBezTo>
                    <a:lnTo>
                      <a:pt x="61817" y="19312"/>
                    </a:lnTo>
                    <a:cubicBezTo>
                      <a:pt x="58293" y="15407"/>
                      <a:pt x="58388" y="9216"/>
                      <a:pt x="62103" y="5596"/>
                    </a:cubicBezTo>
                    <a:lnTo>
                      <a:pt x="64960" y="2739"/>
                    </a:lnTo>
                    <a:cubicBezTo>
                      <a:pt x="68675" y="-976"/>
                      <a:pt x="74676" y="-881"/>
                      <a:pt x="78296" y="2834"/>
                    </a:cubicBezTo>
                    <a:lnTo>
                      <a:pt x="131731" y="58365"/>
                    </a:lnTo>
                    <a:cubicBezTo>
                      <a:pt x="135350" y="62175"/>
                      <a:pt x="135350" y="68366"/>
                      <a:pt x="131826" y="72176"/>
                    </a:cubicBezTo>
                    <a:lnTo>
                      <a:pt x="79248" y="127612"/>
                    </a:lnTo>
                    <a:cubicBezTo>
                      <a:pt x="75628" y="131422"/>
                      <a:pt x="69628" y="131517"/>
                      <a:pt x="65913" y="127802"/>
                    </a:cubicBezTo>
                    <a:lnTo>
                      <a:pt x="63055" y="124945"/>
                    </a:lnTo>
                    <a:cubicBezTo>
                      <a:pt x="59341" y="121230"/>
                      <a:pt x="59150" y="115039"/>
                      <a:pt x="62675" y="111133"/>
                    </a:cubicBezTo>
                    <a:lnTo>
                      <a:pt x="84582" y="86654"/>
                    </a:lnTo>
                    <a:cubicBezTo>
                      <a:pt x="88106" y="82749"/>
                      <a:pt x="86677" y="79510"/>
                      <a:pt x="81439" y="79510"/>
                    </a:cubicBezTo>
                    <a:lnTo>
                      <a:pt x="9525" y="79510"/>
                    </a:lnTo>
                    <a:cubicBezTo>
                      <a:pt x="4286" y="79510"/>
                      <a:pt x="0" y="75224"/>
                      <a:pt x="0" y="69985"/>
                    </a:cubicBezTo>
                    <a:lnTo>
                      <a:pt x="0" y="6055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79" name="Group 109">
              <a:extLst>
                <a:ext uri="{FF2B5EF4-FFF2-40B4-BE49-F238E27FC236}">
                  <a16:creationId xmlns:a16="http://schemas.microsoft.com/office/drawing/2014/main" id="{8DBBA5D6-AFBE-76FD-7EEB-690F3968ABAA}"/>
                </a:ext>
              </a:extLst>
            </p:cNvPr>
            <p:cNvGrpSpPr/>
            <p:nvPr/>
          </p:nvGrpSpPr>
          <p:grpSpPr>
            <a:xfrm>
              <a:off x="7850222" y="3749398"/>
              <a:ext cx="403745" cy="403746"/>
              <a:chOff x="1742661" y="2224089"/>
              <a:chExt cx="339722" cy="339722"/>
            </a:xfrm>
            <a:solidFill>
              <a:srgbClr val="ABA5A0"/>
            </a:solidFill>
            <a:effectLst/>
          </p:grpSpPr>
          <p:sp>
            <p:nvSpPr>
              <p:cNvPr id="80" name="Freeform: Shape 108">
                <a:extLst>
                  <a:ext uri="{FF2B5EF4-FFF2-40B4-BE49-F238E27FC236}">
                    <a16:creationId xmlns:a16="http://schemas.microsoft.com/office/drawing/2014/main" id="{6E7C9354-0B56-F73E-2AB6-7CD1B146F0E2}"/>
                  </a:ext>
                </a:extLst>
              </p:cNvPr>
              <p:cNvSpPr/>
              <p:nvPr/>
            </p:nvSpPr>
            <p:spPr>
              <a:xfrm>
                <a:off x="1742661" y="2224089"/>
                <a:ext cx="339722" cy="339722"/>
              </a:xfrm>
              <a:custGeom>
                <a:avLst/>
                <a:gdLst>
                  <a:gd name="connsiteX0" fmla="*/ 219075 w 219074"/>
                  <a:gd name="connsiteY0" fmla="*/ 109538 h 219075"/>
                  <a:gd name="connsiteX1" fmla="*/ 109538 w 219074"/>
                  <a:gd name="connsiteY1" fmla="*/ 219075 h 219075"/>
                  <a:gd name="connsiteX2" fmla="*/ 0 w 219074"/>
                  <a:gd name="connsiteY2" fmla="*/ 109538 h 219075"/>
                  <a:gd name="connsiteX3" fmla="*/ 109538 w 219074"/>
                  <a:gd name="connsiteY3" fmla="*/ 0 h 219075"/>
                  <a:gd name="connsiteX4" fmla="*/ 219075 w 219074"/>
                  <a:gd name="connsiteY4" fmla="*/ 109538 h 21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9074" h="219075">
                    <a:moveTo>
                      <a:pt x="219075" y="109538"/>
                    </a:moveTo>
                    <a:cubicBezTo>
                      <a:pt x="219075" y="170033"/>
                      <a:pt x="170033" y="219075"/>
                      <a:pt x="109538" y="219075"/>
                    </a:cubicBezTo>
                    <a:cubicBezTo>
                      <a:pt x="49042" y="219075"/>
                      <a:pt x="0" y="170033"/>
                      <a:pt x="0" y="109538"/>
                    </a:cubicBezTo>
                    <a:cubicBezTo>
                      <a:pt x="0" y="49042"/>
                      <a:pt x="49042" y="0"/>
                      <a:pt x="109538" y="0"/>
                    </a:cubicBezTo>
                    <a:cubicBezTo>
                      <a:pt x="170033" y="0"/>
                      <a:pt x="219075" y="49042"/>
                      <a:pt x="219075" y="1095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82" name="Freeform: Shape 107">
                <a:extLst>
                  <a:ext uri="{FF2B5EF4-FFF2-40B4-BE49-F238E27FC236}">
                    <a16:creationId xmlns:a16="http://schemas.microsoft.com/office/drawing/2014/main" id="{550B9733-1C6B-C7C6-B500-61679F1CAA69}"/>
                  </a:ext>
                </a:extLst>
              </p:cNvPr>
              <p:cNvSpPr/>
              <p:nvPr/>
            </p:nvSpPr>
            <p:spPr>
              <a:xfrm>
                <a:off x="1847166" y="2336899"/>
                <a:ext cx="117366" cy="113936"/>
              </a:xfrm>
              <a:custGeom>
                <a:avLst/>
                <a:gdLst>
                  <a:gd name="connsiteX0" fmla="*/ 95 w 134457"/>
                  <a:gd name="connsiteY0" fmla="*/ 60556 h 130529"/>
                  <a:gd name="connsiteX1" fmla="*/ 9620 w 134457"/>
                  <a:gd name="connsiteY1" fmla="*/ 51031 h 130529"/>
                  <a:gd name="connsiteX2" fmla="*/ 81344 w 134457"/>
                  <a:gd name="connsiteY2" fmla="*/ 51031 h 130529"/>
                  <a:gd name="connsiteX3" fmla="*/ 84392 w 134457"/>
                  <a:gd name="connsiteY3" fmla="*/ 43982 h 130529"/>
                  <a:gd name="connsiteX4" fmla="*/ 61817 w 134457"/>
                  <a:gd name="connsiteY4" fmla="*/ 19312 h 130529"/>
                  <a:gd name="connsiteX5" fmla="*/ 62103 w 134457"/>
                  <a:gd name="connsiteY5" fmla="*/ 5596 h 130529"/>
                  <a:gd name="connsiteX6" fmla="*/ 64960 w 134457"/>
                  <a:gd name="connsiteY6" fmla="*/ 2739 h 130529"/>
                  <a:gd name="connsiteX7" fmla="*/ 78296 w 134457"/>
                  <a:gd name="connsiteY7" fmla="*/ 2834 h 130529"/>
                  <a:gd name="connsiteX8" fmla="*/ 131731 w 134457"/>
                  <a:gd name="connsiteY8" fmla="*/ 58365 h 130529"/>
                  <a:gd name="connsiteX9" fmla="*/ 131826 w 134457"/>
                  <a:gd name="connsiteY9" fmla="*/ 72176 h 130529"/>
                  <a:gd name="connsiteX10" fmla="*/ 79248 w 134457"/>
                  <a:gd name="connsiteY10" fmla="*/ 127612 h 130529"/>
                  <a:gd name="connsiteX11" fmla="*/ 65913 w 134457"/>
                  <a:gd name="connsiteY11" fmla="*/ 127802 h 130529"/>
                  <a:gd name="connsiteX12" fmla="*/ 63055 w 134457"/>
                  <a:gd name="connsiteY12" fmla="*/ 124945 h 130529"/>
                  <a:gd name="connsiteX13" fmla="*/ 62675 w 134457"/>
                  <a:gd name="connsiteY13" fmla="*/ 111133 h 130529"/>
                  <a:gd name="connsiteX14" fmla="*/ 84582 w 134457"/>
                  <a:gd name="connsiteY14" fmla="*/ 86654 h 130529"/>
                  <a:gd name="connsiteX15" fmla="*/ 81439 w 134457"/>
                  <a:gd name="connsiteY15" fmla="*/ 79510 h 130529"/>
                  <a:gd name="connsiteX16" fmla="*/ 9525 w 134457"/>
                  <a:gd name="connsiteY16" fmla="*/ 79510 h 130529"/>
                  <a:gd name="connsiteX17" fmla="*/ 0 w 134457"/>
                  <a:gd name="connsiteY17" fmla="*/ 69985 h 130529"/>
                  <a:gd name="connsiteX18" fmla="*/ 0 w 134457"/>
                  <a:gd name="connsiteY18" fmla="*/ 60556 h 1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4457" h="130529">
                    <a:moveTo>
                      <a:pt x="95" y="60556"/>
                    </a:moveTo>
                    <a:cubicBezTo>
                      <a:pt x="95" y="55317"/>
                      <a:pt x="4381" y="51031"/>
                      <a:pt x="9620" y="51031"/>
                    </a:cubicBezTo>
                    <a:lnTo>
                      <a:pt x="81344" y="51031"/>
                    </a:lnTo>
                    <a:cubicBezTo>
                      <a:pt x="86582" y="51031"/>
                      <a:pt x="88011" y="47887"/>
                      <a:pt x="84392" y="43982"/>
                    </a:cubicBezTo>
                    <a:lnTo>
                      <a:pt x="61817" y="19312"/>
                    </a:lnTo>
                    <a:cubicBezTo>
                      <a:pt x="58293" y="15407"/>
                      <a:pt x="58388" y="9216"/>
                      <a:pt x="62103" y="5596"/>
                    </a:cubicBezTo>
                    <a:lnTo>
                      <a:pt x="64960" y="2739"/>
                    </a:lnTo>
                    <a:cubicBezTo>
                      <a:pt x="68675" y="-976"/>
                      <a:pt x="74676" y="-881"/>
                      <a:pt x="78296" y="2834"/>
                    </a:cubicBezTo>
                    <a:lnTo>
                      <a:pt x="131731" y="58365"/>
                    </a:lnTo>
                    <a:cubicBezTo>
                      <a:pt x="135350" y="62175"/>
                      <a:pt x="135350" y="68366"/>
                      <a:pt x="131826" y="72176"/>
                    </a:cubicBezTo>
                    <a:lnTo>
                      <a:pt x="79248" y="127612"/>
                    </a:lnTo>
                    <a:cubicBezTo>
                      <a:pt x="75628" y="131422"/>
                      <a:pt x="69628" y="131517"/>
                      <a:pt x="65913" y="127802"/>
                    </a:cubicBezTo>
                    <a:lnTo>
                      <a:pt x="63055" y="124945"/>
                    </a:lnTo>
                    <a:cubicBezTo>
                      <a:pt x="59341" y="121230"/>
                      <a:pt x="59150" y="115039"/>
                      <a:pt x="62675" y="111133"/>
                    </a:cubicBezTo>
                    <a:lnTo>
                      <a:pt x="84582" y="86654"/>
                    </a:lnTo>
                    <a:cubicBezTo>
                      <a:pt x="88106" y="82749"/>
                      <a:pt x="86677" y="79510"/>
                      <a:pt x="81439" y="79510"/>
                    </a:cubicBezTo>
                    <a:lnTo>
                      <a:pt x="9525" y="79510"/>
                    </a:lnTo>
                    <a:cubicBezTo>
                      <a:pt x="4286" y="79510"/>
                      <a:pt x="0" y="75224"/>
                      <a:pt x="0" y="69985"/>
                    </a:cubicBezTo>
                    <a:lnTo>
                      <a:pt x="0" y="6055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9" name="Group 109">
              <a:extLst>
                <a:ext uri="{FF2B5EF4-FFF2-40B4-BE49-F238E27FC236}">
                  <a16:creationId xmlns:a16="http://schemas.microsoft.com/office/drawing/2014/main" id="{EEF7E6AC-9D30-4477-648F-E0DD9F76BFBD}"/>
                </a:ext>
              </a:extLst>
            </p:cNvPr>
            <p:cNvGrpSpPr/>
            <p:nvPr/>
          </p:nvGrpSpPr>
          <p:grpSpPr>
            <a:xfrm>
              <a:off x="7850222" y="5469130"/>
              <a:ext cx="403745" cy="403746"/>
              <a:chOff x="1742661" y="2224089"/>
              <a:chExt cx="339722" cy="339722"/>
            </a:xfrm>
            <a:solidFill>
              <a:srgbClr val="ABA5A0"/>
            </a:solidFill>
            <a:effectLst/>
          </p:grpSpPr>
          <p:sp>
            <p:nvSpPr>
              <p:cNvPr id="91" name="Freeform: Shape 108">
                <a:extLst>
                  <a:ext uri="{FF2B5EF4-FFF2-40B4-BE49-F238E27FC236}">
                    <a16:creationId xmlns:a16="http://schemas.microsoft.com/office/drawing/2014/main" id="{54B6B6B7-DEC3-783E-4944-42A56EB5BAA5}"/>
                  </a:ext>
                </a:extLst>
              </p:cNvPr>
              <p:cNvSpPr/>
              <p:nvPr/>
            </p:nvSpPr>
            <p:spPr>
              <a:xfrm>
                <a:off x="1742661" y="2224089"/>
                <a:ext cx="339722" cy="339722"/>
              </a:xfrm>
              <a:custGeom>
                <a:avLst/>
                <a:gdLst>
                  <a:gd name="connsiteX0" fmla="*/ 219075 w 219074"/>
                  <a:gd name="connsiteY0" fmla="*/ 109538 h 219075"/>
                  <a:gd name="connsiteX1" fmla="*/ 109538 w 219074"/>
                  <a:gd name="connsiteY1" fmla="*/ 219075 h 219075"/>
                  <a:gd name="connsiteX2" fmla="*/ 0 w 219074"/>
                  <a:gd name="connsiteY2" fmla="*/ 109538 h 219075"/>
                  <a:gd name="connsiteX3" fmla="*/ 109538 w 219074"/>
                  <a:gd name="connsiteY3" fmla="*/ 0 h 219075"/>
                  <a:gd name="connsiteX4" fmla="*/ 219075 w 219074"/>
                  <a:gd name="connsiteY4" fmla="*/ 109538 h 21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9074" h="219075">
                    <a:moveTo>
                      <a:pt x="219075" y="109538"/>
                    </a:moveTo>
                    <a:cubicBezTo>
                      <a:pt x="219075" y="170033"/>
                      <a:pt x="170033" y="219075"/>
                      <a:pt x="109538" y="219075"/>
                    </a:cubicBezTo>
                    <a:cubicBezTo>
                      <a:pt x="49042" y="219075"/>
                      <a:pt x="0" y="170033"/>
                      <a:pt x="0" y="109538"/>
                    </a:cubicBezTo>
                    <a:cubicBezTo>
                      <a:pt x="0" y="49042"/>
                      <a:pt x="49042" y="0"/>
                      <a:pt x="109538" y="0"/>
                    </a:cubicBezTo>
                    <a:cubicBezTo>
                      <a:pt x="170033" y="0"/>
                      <a:pt x="219075" y="49042"/>
                      <a:pt x="219075" y="1095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92" name="Freeform: Shape 107">
                <a:extLst>
                  <a:ext uri="{FF2B5EF4-FFF2-40B4-BE49-F238E27FC236}">
                    <a16:creationId xmlns:a16="http://schemas.microsoft.com/office/drawing/2014/main" id="{64542351-D5BC-5408-BF60-E4368725EF0A}"/>
                  </a:ext>
                </a:extLst>
              </p:cNvPr>
              <p:cNvSpPr/>
              <p:nvPr/>
            </p:nvSpPr>
            <p:spPr>
              <a:xfrm>
                <a:off x="1847166" y="2336899"/>
                <a:ext cx="117366" cy="113936"/>
              </a:xfrm>
              <a:custGeom>
                <a:avLst/>
                <a:gdLst>
                  <a:gd name="connsiteX0" fmla="*/ 95 w 134457"/>
                  <a:gd name="connsiteY0" fmla="*/ 60556 h 130529"/>
                  <a:gd name="connsiteX1" fmla="*/ 9620 w 134457"/>
                  <a:gd name="connsiteY1" fmla="*/ 51031 h 130529"/>
                  <a:gd name="connsiteX2" fmla="*/ 81344 w 134457"/>
                  <a:gd name="connsiteY2" fmla="*/ 51031 h 130529"/>
                  <a:gd name="connsiteX3" fmla="*/ 84392 w 134457"/>
                  <a:gd name="connsiteY3" fmla="*/ 43982 h 130529"/>
                  <a:gd name="connsiteX4" fmla="*/ 61817 w 134457"/>
                  <a:gd name="connsiteY4" fmla="*/ 19312 h 130529"/>
                  <a:gd name="connsiteX5" fmla="*/ 62103 w 134457"/>
                  <a:gd name="connsiteY5" fmla="*/ 5596 h 130529"/>
                  <a:gd name="connsiteX6" fmla="*/ 64960 w 134457"/>
                  <a:gd name="connsiteY6" fmla="*/ 2739 h 130529"/>
                  <a:gd name="connsiteX7" fmla="*/ 78296 w 134457"/>
                  <a:gd name="connsiteY7" fmla="*/ 2834 h 130529"/>
                  <a:gd name="connsiteX8" fmla="*/ 131731 w 134457"/>
                  <a:gd name="connsiteY8" fmla="*/ 58365 h 130529"/>
                  <a:gd name="connsiteX9" fmla="*/ 131826 w 134457"/>
                  <a:gd name="connsiteY9" fmla="*/ 72176 h 130529"/>
                  <a:gd name="connsiteX10" fmla="*/ 79248 w 134457"/>
                  <a:gd name="connsiteY10" fmla="*/ 127612 h 130529"/>
                  <a:gd name="connsiteX11" fmla="*/ 65913 w 134457"/>
                  <a:gd name="connsiteY11" fmla="*/ 127802 h 130529"/>
                  <a:gd name="connsiteX12" fmla="*/ 63055 w 134457"/>
                  <a:gd name="connsiteY12" fmla="*/ 124945 h 130529"/>
                  <a:gd name="connsiteX13" fmla="*/ 62675 w 134457"/>
                  <a:gd name="connsiteY13" fmla="*/ 111133 h 130529"/>
                  <a:gd name="connsiteX14" fmla="*/ 84582 w 134457"/>
                  <a:gd name="connsiteY14" fmla="*/ 86654 h 130529"/>
                  <a:gd name="connsiteX15" fmla="*/ 81439 w 134457"/>
                  <a:gd name="connsiteY15" fmla="*/ 79510 h 130529"/>
                  <a:gd name="connsiteX16" fmla="*/ 9525 w 134457"/>
                  <a:gd name="connsiteY16" fmla="*/ 79510 h 130529"/>
                  <a:gd name="connsiteX17" fmla="*/ 0 w 134457"/>
                  <a:gd name="connsiteY17" fmla="*/ 69985 h 130529"/>
                  <a:gd name="connsiteX18" fmla="*/ 0 w 134457"/>
                  <a:gd name="connsiteY18" fmla="*/ 60556 h 1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4457" h="130529">
                    <a:moveTo>
                      <a:pt x="95" y="60556"/>
                    </a:moveTo>
                    <a:cubicBezTo>
                      <a:pt x="95" y="55317"/>
                      <a:pt x="4381" y="51031"/>
                      <a:pt x="9620" y="51031"/>
                    </a:cubicBezTo>
                    <a:lnTo>
                      <a:pt x="81344" y="51031"/>
                    </a:lnTo>
                    <a:cubicBezTo>
                      <a:pt x="86582" y="51031"/>
                      <a:pt x="88011" y="47887"/>
                      <a:pt x="84392" y="43982"/>
                    </a:cubicBezTo>
                    <a:lnTo>
                      <a:pt x="61817" y="19312"/>
                    </a:lnTo>
                    <a:cubicBezTo>
                      <a:pt x="58293" y="15407"/>
                      <a:pt x="58388" y="9216"/>
                      <a:pt x="62103" y="5596"/>
                    </a:cubicBezTo>
                    <a:lnTo>
                      <a:pt x="64960" y="2739"/>
                    </a:lnTo>
                    <a:cubicBezTo>
                      <a:pt x="68675" y="-976"/>
                      <a:pt x="74676" y="-881"/>
                      <a:pt x="78296" y="2834"/>
                    </a:cubicBezTo>
                    <a:lnTo>
                      <a:pt x="131731" y="58365"/>
                    </a:lnTo>
                    <a:cubicBezTo>
                      <a:pt x="135350" y="62175"/>
                      <a:pt x="135350" y="68366"/>
                      <a:pt x="131826" y="72176"/>
                    </a:cubicBezTo>
                    <a:lnTo>
                      <a:pt x="79248" y="127612"/>
                    </a:lnTo>
                    <a:cubicBezTo>
                      <a:pt x="75628" y="131422"/>
                      <a:pt x="69628" y="131517"/>
                      <a:pt x="65913" y="127802"/>
                    </a:cubicBezTo>
                    <a:lnTo>
                      <a:pt x="63055" y="124945"/>
                    </a:lnTo>
                    <a:cubicBezTo>
                      <a:pt x="59341" y="121230"/>
                      <a:pt x="59150" y="115039"/>
                      <a:pt x="62675" y="111133"/>
                    </a:cubicBezTo>
                    <a:lnTo>
                      <a:pt x="84582" y="86654"/>
                    </a:lnTo>
                    <a:cubicBezTo>
                      <a:pt x="88106" y="82749"/>
                      <a:pt x="86677" y="79510"/>
                      <a:pt x="81439" y="79510"/>
                    </a:cubicBezTo>
                    <a:lnTo>
                      <a:pt x="9525" y="79510"/>
                    </a:lnTo>
                    <a:cubicBezTo>
                      <a:pt x="4286" y="79510"/>
                      <a:pt x="0" y="75224"/>
                      <a:pt x="0" y="69985"/>
                    </a:cubicBezTo>
                    <a:lnTo>
                      <a:pt x="0" y="6055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93" name="Rectángulo redondeado 302">
              <a:extLst>
                <a:ext uri="{FF2B5EF4-FFF2-40B4-BE49-F238E27FC236}">
                  <a16:creationId xmlns:a16="http://schemas.microsoft.com/office/drawing/2014/main" id="{10FCAAAF-2529-5F18-11B1-F5CCE9C2DF58}"/>
                </a:ext>
              </a:extLst>
            </p:cNvPr>
            <p:cNvSpPr/>
            <p:nvPr/>
          </p:nvSpPr>
          <p:spPr>
            <a:xfrm>
              <a:off x="743211" y="871137"/>
              <a:ext cx="1708542" cy="314788"/>
            </a:xfrm>
            <a:prstGeom prst="roundRect">
              <a:avLst>
                <a:gd name="adj" fmla="val 0"/>
              </a:avLst>
            </a:prstGeom>
            <a:solidFill>
              <a:srgbClr val="2525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20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0B0004020202020204" pitchFamily="34" charset="0"/>
                </a:rPr>
                <a:t>Texto ficticio</a:t>
              </a:r>
            </a:p>
          </p:txBody>
        </p:sp>
        <p:sp>
          <p:nvSpPr>
            <p:cNvPr id="94" name="Rectángulo redondeado 302">
              <a:extLst>
                <a:ext uri="{FF2B5EF4-FFF2-40B4-BE49-F238E27FC236}">
                  <a16:creationId xmlns:a16="http://schemas.microsoft.com/office/drawing/2014/main" id="{E8694ACA-87D8-4BBC-9868-D9C657AB8369}"/>
                </a:ext>
              </a:extLst>
            </p:cNvPr>
            <p:cNvSpPr/>
            <p:nvPr/>
          </p:nvSpPr>
          <p:spPr>
            <a:xfrm>
              <a:off x="8593281" y="871137"/>
              <a:ext cx="2760935" cy="314788"/>
            </a:xfrm>
            <a:prstGeom prst="roundRect">
              <a:avLst>
                <a:gd name="adj" fmla="val 0"/>
              </a:avLst>
            </a:prstGeom>
            <a:solidFill>
              <a:srgbClr val="2525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200" dirty="0">
                  <a:solidFill>
                    <a:prstClr val="white"/>
                  </a:solidFill>
                  <a:latin typeface="Aptos" panose="020B0004020202020204" pitchFamily="34" charset="0"/>
                </a:rPr>
                <a:t>Texto ficticio</a:t>
              </a:r>
              <a:endParaRPr kumimoji="0" lang="es-ES" sz="12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0B0004020202020204" pitchFamily="34" charset="0"/>
              </a:endParaRPr>
            </a:p>
          </p:txBody>
        </p:sp>
        <p:sp>
          <p:nvSpPr>
            <p:cNvPr id="96" name="CuadroTexto 95">
              <a:extLst>
                <a:ext uri="{FF2B5EF4-FFF2-40B4-BE49-F238E27FC236}">
                  <a16:creationId xmlns:a16="http://schemas.microsoft.com/office/drawing/2014/main" id="{1CCDAD51-42E5-80DC-7A2C-2DD66E9A8898}"/>
                </a:ext>
              </a:extLst>
            </p:cNvPr>
            <p:cNvSpPr txBox="1"/>
            <p:nvPr/>
          </p:nvSpPr>
          <p:spPr>
            <a:xfrm>
              <a:off x="10338933" y="1561890"/>
              <a:ext cx="101528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s-ES" sz="1000" dirty="0">
                  <a:solidFill>
                    <a:prstClr val="black"/>
                  </a:solidFill>
                  <a:latin typeface="Aptos" panose="020B0004020202020204" pitchFamily="34" charset="0"/>
                </a:rPr>
                <a:t>xxx</a:t>
              </a:r>
            </a:p>
            <a:p>
              <a:pPr algn="ctr">
                <a:defRPr/>
              </a:pPr>
              <a:r>
                <a:rPr lang="es-ES" sz="1000" dirty="0">
                  <a:solidFill>
                    <a:prstClr val="black"/>
                  </a:solidFill>
                  <a:latin typeface="Aptos" panose="020B0004020202020204" pitchFamily="34" charset="0"/>
                </a:rPr>
                <a:t>xxx</a:t>
              </a:r>
            </a:p>
          </p:txBody>
        </p:sp>
        <p:cxnSp>
          <p:nvCxnSpPr>
            <p:cNvPr id="97" name="Conector recto de flecha 96">
              <a:extLst>
                <a:ext uri="{FF2B5EF4-FFF2-40B4-BE49-F238E27FC236}">
                  <a16:creationId xmlns:a16="http://schemas.microsoft.com/office/drawing/2014/main" id="{B92402B5-B0BC-A2A6-4DC2-C66B5E2CBAAD}"/>
                </a:ext>
              </a:extLst>
            </p:cNvPr>
            <p:cNvCxnSpPr>
              <a:cxnSpLocks/>
            </p:cNvCxnSpPr>
            <p:nvPr/>
          </p:nvCxnSpPr>
          <p:spPr>
            <a:xfrm>
              <a:off x="9999925" y="1403266"/>
              <a:ext cx="0" cy="771525"/>
            </a:xfrm>
            <a:prstGeom prst="straightConnector1">
              <a:avLst/>
            </a:prstGeom>
            <a:ln w="12700">
              <a:solidFill>
                <a:srgbClr val="25252A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cto de flecha 99">
              <a:extLst>
                <a:ext uri="{FF2B5EF4-FFF2-40B4-BE49-F238E27FC236}">
                  <a16:creationId xmlns:a16="http://schemas.microsoft.com/office/drawing/2014/main" id="{199BECB4-6B3D-DCE2-B7D7-236CE2E6DE35}"/>
                </a:ext>
              </a:extLst>
            </p:cNvPr>
            <p:cNvCxnSpPr>
              <a:cxnSpLocks/>
            </p:cNvCxnSpPr>
            <p:nvPr/>
          </p:nvCxnSpPr>
          <p:spPr>
            <a:xfrm>
              <a:off x="9999925" y="2492233"/>
              <a:ext cx="0" cy="771525"/>
            </a:xfrm>
            <a:prstGeom prst="straightConnector1">
              <a:avLst/>
            </a:prstGeom>
            <a:ln w="12700">
              <a:solidFill>
                <a:srgbClr val="25252A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de flecha 100">
              <a:extLst>
                <a:ext uri="{FF2B5EF4-FFF2-40B4-BE49-F238E27FC236}">
                  <a16:creationId xmlns:a16="http://schemas.microsoft.com/office/drawing/2014/main" id="{B380EF94-D53A-1DB4-81AA-5BB2243C9ED5}"/>
                </a:ext>
              </a:extLst>
            </p:cNvPr>
            <p:cNvCxnSpPr>
              <a:cxnSpLocks/>
            </p:cNvCxnSpPr>
            <p:nvPr/>
          </p:nvCxnSpPr>
          <p:spPr>
            <a:xfrm>
              <a:off x="9999925" y="3527427"/>
              <a:ext cx="0" cy="733105"/>
            </a:xfrm>
            <a:prstGeom prst="straightConnector1">
              <a:avLst/>
            </a:prstGeom>
            <a:ln w="12700">
              <a:solidFill>
                <a:srgbClr val="25252A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cto de flecha 101">
              <a:extLst>
                <a:ext uri="{FF2B5EF4-FFF2-40B4-BE49-F238E27FC236}">
                  <a16:creationId xmlns:a16="http://schemas.microsoft.com/office/drawing/2014/main" id="{903D42AF-6356-817A-49E4-B82992DEFC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082" y="4869416"/>
              <a:ext cx="1107917" cy="0"/>
            </a:xfrm>
            <a:prstGeom prst="straightConnector1">
              <a:avLst/>
            </a:prstGeom>
            <a:ln w="12700">
              <a:solidFill>
                <a:srgbClr val="25252A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CuadroTexto 105">
              <a:extLst>
                <a:ext uri="{FF2B5EF4-FFF2-40B4-BE49-F238E27FC236}">
                  <a16:creationId xmlns:a16="http://schemas.microsoft.com/office/drawing/2014/main" id="{48D01EA7-160B-7D5B-99F4-E9FFA1F1D99A}"/>
                </a:ext>
              </a:extLst>
            </p:cNvPr>
            <p:cNvSpPr txBox="1"/>
            <p:nvPr/>
          </p:nvSpPr>
          <p:spPr>
            <a:xfrm>
              <a:off x="8698789" y="5465522"/>
              <a:ext cx="103106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600" b="1">
                  <a:solidFill>
                    <a:srgbClr val="162A43"/>
                  </a:solidFill>
                </a:defRPr>
              </a:pPr>
              <a:r>
                <a:rPr lang="es-ES" sz="1200" b="1" dirty="0">
                  <a:solidFill>
                    <a:srgbClr val="162A43"/>
                  </a:solidFill>
                  <a:latin typeface="Aptos" panose="020B0004020202020204" pitchFamily="34" charset="0"/>
                </a:rPr>
                <a:t>Texto ficticio</a:t>
              </a:r>
            </a:p>
          </p:txBody>
        </p:sp>
        <p:cxnSp>
          <p:nvCxnSpPr>
            <p:cNvPr id="107" name="Conector recto de flecha 106">
              <a:extLst>
                <a:ext uri="{FF2B5EF4-FFF2-40B4-BE49-F238E27FC236}">
                  <a16:creationId xmlns:a16="http://schemas.microsoft.com/office/drawing/2014/main" id="{AE9A4DD4-DE94-7A61-8FA3-301B1B269D20}"/>
                </a:ext>
              </a:extLst>
            </p:cNvPr>
            <p:cNvCxnSpPr>
              <a:cxnSpLocks/>
            </p:cNvCxnSpPr>
            <p:nvPr/>
          </p:nvCxnSpPr>
          <p:spPr>
            <a:xfrm>
              <a:off x="9999925" y="5362827"/>
              <a:ext cx="0" cy="587706"/>
            </a:xfrm>
            <a:prstGeom prst="straightConnector1">
              <a:avLst/>
            </a:prstGeom>
            <a:ln w="12700">
              <a:solidFill>
                <a:srgbClr val="25252A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0" name="Gráfico 109">
            <a:extLst>
              <a:ext uri="{FF2B5EF4-FFF2-40B4-BE49-F238E27FC236}">
                <a16:creationId xmlns:a16="http://schemas.microsoft.com/office/drawing/2014/main" id="{18EB510D-165A-7805-B8B9-2A820FF7E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30780" y="326381"/>
            <a:ext cx="1417413" cy="400111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B974066-DF86-88E2-263E-74419D42C0FD}"/>
              </a:ext>
            </a:extLst>
          </p:cNvPr>
          <p:cNvSpPr txBox="1"/>
          <p:nvPr/>
        </p:nvSpPr>
        <p:spPr>
          <a:xfrm>
            <a:off x="622300" y="330200"/>
            <a:ext cx="9067800" cy="584200"/>
          </a:xfrm>
          <a:prstGeom prst="rect">
            <a:avLst/>
          </a:prstGeom>
          <a:noFill/>
        </p:spPr>
        <p:txBody>
          <a:bodyPr wrap="none" lIns="91440" tIns="45720" rIns="91440" bIns="45720" anchor="ctr">
            <a:noAutofit/>
          </a:bodyPr>
          <a:lstStyle/>
          <a:p>
            <a:pPr algn="l">
              <a:buNone/>
            </a:pPr>
            <a:r>
              <a:rPr lang="es-ES" sz="3200" b="1" dirty="0">
                <a:solidFill>
                  <a:srgbClr val="171717"/>
                </a:solidFill>
                <a:latin typeface="Fahkwang"/>
              </a:rPr>
              <a:t>Título de ejemplo</a:t>
            </a:r>
            <a:r>
              <a:rPr lang="es-ES" sz="3200" b="0" dirty="0">
                <a:solidFill>
                  <a:srgbClr val="808669"/>
                </a:solidFill>
                <a:latin typeface="Aptos Light"/>
              </a:rPr>
              <a:t> </a:t>
            </a:r>
            <a:r>
              <a:rPr lang="es-ES" sz="3200" b="0" dirty="0">
                <a:solidFill>
                  <a:schemeClr val="bg1"/>
                </a:solidFill>
                <a:latin typeface="Aptos Light"/>
              </a:rPr>
              <a:t>/ Subtítulo de ejemplo</a:t>
            </a:r>
          </a:p>
        </p:txBody>
      </p:sp>
    </p:spTree>
    <p:extLst>
      <p:ext uri="{BB962C8B-B14F-4D97-AF65-F5344CB8AC3E}">
        <p14:creationId xmlns:p14="http://schemas.microsoft.com/office/powerpoint/2010/main" val="1334903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11">
            <a:extLst>
              <a:ext uri="{FF2B5EF4-FFF2-40B4-BE49-F238E27FC236}">
                <a16:creationId xmlns:a16="http://schemas.microsoft.com/office/drawing/2014/main" id="{BB6A47A1-942D-D649-580C-730751511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370070" flipH="1">
            <a:off x="7013169" y="-159042"/>
            <a:ext cx="1138782" cy="7518105"/>
          </a:xfrm>
          <a:prstGeom prst="rect">
            <a:avLst/>
          </a:prstGeom>
        </p:spPr>
      </p:pic>
      <p:pic>
        <p:nvPicPr>
          <p:cNvPr id="56" name="Gráfico 55">
            <a:extLst>
              <a:ext uri="{FF2B5EF4-FFF2-40B4-BE49-F238E27FC236}">
                <a16:creationId xmlns:a16="http://schemas.microsoft.com/office/drawing/2014/main" id="{43D69514-3205-8612-63D4-A7DFE3E1EB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361041" y="-287079"/>
            <a:ext cx="13448810" cy="7697971"/>
          </a:xfrm>
          <a:prstGeom prst="rect">
            <a:avLst/>
          </a:prstGeom>
        </p:spPr>
      </p:pic>
      <p:sp>
        <p:nvSpPr>
          <p:cNvPr id="58" name="Gráfico 56">
            <a:extLst>
              <a:ext uri="{FF2B5EF4-FFF2-40B4-BE49-F238E27FC236}">
                <a16:creationId xmlns:a16="http://schemas.microsoft.com/office/drawing/2014/main" id="{C8CB0239-7BBA-73B5-8340-D3624B3B1921}"/>
              </a:ext>
            </a:extLst>
          </p:cNvPr>
          <p:cNvSpPr/>
          <p:nvPr/>
        </p:nvSpPr>
        <p:spPr>
          <a:xfrm>
            <a:off x="-417257" y="-7532"/>
            <a:ext cx="8912670" cy="6837927"/>
          </a:xfrm>
          <a:custGeom>
            <a:avLst/>
            <a:gdLst>
              <a:gd name="csX0" fmla="*/ 8921270 w 8921270"/>
              <a:gd name="csY0" fmla="*/ 0 h 6844525"/>
              <a:gd name="csX1" fmla="*/ 6037927 w 8921270"/>
              <a:gd name="csY1" fmla="*/ 6844525 h 6844525"/>
              <a:gd name="csX2" fmla="*/ 0 w 8921270"/>
              <a:gd name="csY2" fmla="*/ 6844525 h 6844525"/>
              <a:gd name="csX3" fmla="*/ 0 w 8921270"/>
              <a:gd name="csY3" fmla="*/ 0 h 6844525"/>
              <a:gd name="csX4" fmla="*/ 8921270 w 8921270"/>
              <a:gd name="csY4" fmla="*/ 0 h 6844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921270" h="6844525">
                <a:moveTo>
                  <a:pt x="8921270" y="0"/>
                </a:moveTo>
                <a:lnTo>
                  <a:pt x="6037927" y="6844525"/>
                </a:lnTo>
                <a:lnTo>
                  <a:pt x="0" y="6844525"/>
                </a:lnTo>
                <a:lnTo>
                  <a:pt x="0" y="0"/>
                </a:lnTo>
                <a:lnTo>
                  <a:pt x="8921270" y="0"/>
                </a:lnTo>
                <a:close/>
              </a:path>
            </a:pathLst>
          </a:custGeom>
          <a:blipFill>
            <a:blip r:embed="rId5">
              <a:grayscl/>
              <a:alphaModFix amt="32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19708" t="-348" r="-992" b="-20350"/>
            </a:stretch>
          </a:blipFill>
          <a:ln w="11313" cap="flat">
            <a:noFill/>
            <a:prstDash val="solid"/>
            <a:miter/>
          </a:ln>
        </p:spPr>
        <p:txBody>
          <a:bodyPr/>
          <a:lstStyle/>
          <a:p>
            <a:endParaRPr lang="es-ES"/>
          </a:p>
        </p:txBody>
      </p:sp>
      <p:pic>
        <p:nvPicPr>
          <p:cNvPr id="63" name="Gráfico 62">
            <a:extLst>
              <a:ext uri="{FF2B5EF4-FFF2-40B4-BE49-F238E27FC236}">
                <a16:creationId xmlns:a16="http://schemas.microsoft.com/office/drawing/2014/main" id="{88CD94B2-7DFC-3E82-57AA-0592F953F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90089" y="5238574"/>
            <a:ext cx="3732311" cy="1053567"/>
          </a:xfrm>
          <a:prstGeom prst="rect">
            <a:avLst/>
          </a:prstGeom>
        </p:spPr>
      </p:pic>
      <p:sp>
        <p:nvSpPr>
          <p:cNvPr id="2" name="Google Shape;728;p75">
            <a:extLst>
              <a:ext uri="{FF2B5EF4-FFF2-40B4-BE49-F238E27FC236}">
                <a16:creationId xmlns:a16="http://schemas.microsoft.com/office/drawing/2014/main" id="{5E5FB39F-EBA6-F7AF-89F4-92565F17C33B}"/>
              </a:ext>
            </a:extLst>
          </p:cNvPr>
          <p:cNvSpPr txBox="1">
            <a:spLocks/>
          </p:cNvSpPr>
          <p:nvPr/>
        </p:nvSpPr>
        <p:spPr>
          <a:xfrm>
            <a:off x="255234" y="5238574"/>
            <a:ext cx="6085873" cy="878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pace Grotesk"/>
              <a:buNone/>
              <a:defRPr sz="36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Space Grotesk"/>
              <a:buNone/>
              <a:defRPr sz="48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>
              <a:lnSpc>
                <a:spcPct val="115000"/>
              </a:lnSpc>
              <a:spcBef>
                <a:spcPts val="133"/>
              </a:spcBef>
              <a:buClr>
                <a:schemeClr val="accent1"/>
              </a:buClr>
              <a:buSzPts val="1100"/>
            </a:pPr>
            <a:r>
              <a:rPr lang="es-ES" sz="2400" b="0" err="1">
                <a:solidFill>
                  <a:srgbClr val="FFFFFF"/>
                </a:solidFill>
                <a:latin typeface="Fahkwang"/>
                <a:ea typeface="Fahkwang"/>
                <a:cs typeface="Fahkwang"/>
                <a:sym typeface="Fahkwang"/>
              </a:rPr>
              <a:t>Together</a:t>
            </a:r>
            <a:r>
              <a:rPr lang="es-ES" sz="2400" b="0">
                <a:solidFill>
                  <a:srgbClr val="FFFFFF"/>
                </a:solidFill>
                <a:latin typeface="Fahkwang"/>
                <a:ea typeface="Fahkwang"/>
                <a:cs typeface="Fahkwang"/>
                <a:sym typeface="Fahkwang"/>
              </a:rPr>
              <a:t> </a:t>
            </a:r>
            <a:r>
              <a:rPr lang="es-ES" sz="2400" b="0" err="1">
                <a:solidFill>
                  <a:srgbClr val="FFFFFF"/>
                </a:solidFill>
                <a:latin typeface="Fahkwang"/>
                <a:ea typeface="Fahkwang"/>
                <a:cs typeface="Fahkwang"/>
                <a:sym typeface="Fahkwang"/>
              </a:rPr>
              <a:t>towards</a:t>
            </a:r>
            <a:r>
              <a:rPr lang="es-ES" sz="2400" b="0">
                <a:solidFill>
                  <a:srgbClr val="FFFFFF"/>
                </a:solidFill>
                <a:latin typeface="Fahkwang"/>
                <a:ea typeface="Fahkwang"/>
                <a:cs typeface="Fahkwang"/>
                <a:sym typeface="Fahkwang"/>
              </a:rPr>
              <a:t> </a:t>
            </a:r>
          </a:p>
          <a:p>
            <a:pPr>
              <a:lnSpc>
                <a:spcPct val="115000"/>
              </a:lnSpc>
              <a:spcBef>
                <a:spcPts val="133"/>
              </a:spcBef>
              <a:buClr>
                <a:schemeClr val="accent1"/>
              </a:buClr>
              <a:buSzPts val="1100"/>
            </a:pPr>
            <a:r>
              <a:rPr lang="es-ES" sz="2400" b="0">
                <a:solidFill>
                  <a:srgbClr val="FFFFFF"/>
                </a:solidFill>
                <a:latin typeface="Fahkwang"/>
                <a:ea typeface="Fahkwang"/>
                <a:cs typeface="Fahkwang"/>
                <a:sym typeface="Fahkwang"/>
              </a:rPr>
              <a:t>A NEW HOR</a:t>
            </a:r>
            <a:r>
              <a:rPr lang="es-ES" sz="2400">
                <a:solidFill>
                  <a:srgbClr val="FFFFFF"/>
                </a:solidFill>
                <a:latin typeface="Fahkwang"/>
                <a:ea typeface="Fahkwang"/>
                <a:cs typeface="Fahkwang"/>
                <a:sym typeface="Fahkwang"/>
              </a:rPr>
              <a:t>IZZON</a:t>
            </a:r>
            <a:r>
              <a:rPr lang="es-ES" sz="2400" b="0">
                <a:solidFill>
                  <a:srgbClr val="FFFFFF"/>
                </a:solidFill>
                <a:latin typeface="Fahkwang"/>
                <a:ea typeface="Fahkwang"/>
                <a:cs typeface="Fahkwang"/>
                <a:sym typeface="Fahkwang"/>
              </a:rPr>
              <a:t> OF BEAUTY</a:t>
            </a:r>
          </a:p>
        </p:txBody>
      </p:sp>
    </p:spTree>
    <p:extLst>
      <p:ext uri="{BB962C8B-B14F-4D97-AF65-F5344CB8AC3E}">
        <p14:creationId xmlns:p14="http://schemas.microsoft.com/office/powerpoint/2010/main" val="115289909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 [1792588258956]">
  <a:themeElements>
    <a:clrScheme name="IZZON Brandbook">
      <a:dk1>
        <a:srgbClr val="171717"/>
      </a:dk1>
      <a:lt1>
        <a:srgbClr val="FFFFFF"/>
      </a:lt1>
      <a:dk2>
        <a:srgbClr val="171717"/>
      </a:dk2>
      <a:lt2>
        <a:srgbClr val="F2F2F2"/>
      </a:lt2>
      <a:accent1>
        <a:srgbClr val="C9C4B8"/>
      </a:accent1>
      <a:accent2>
        <a:srgbClr val="9A4C3A"/>
      </a:accent2>
      <a:accent3>
        <a:srgbClr val="808669"/>
      </a:accent3>
      <a:accent4>
        <a:srgbClr val="B17F42"/>
      </a:accent4>
      <a:accent5>
        <a:srgbClr val="C7AA92"/>
      </a:accent5>
      <a:accent6>
        <a:srgbClr val="DBDBDB"/>
      </a:accent6>
      <a:hlink>
        <a:srgbClr val="171717"/>
      </a:hlink>
      <a:folHlink>
        <a:srgbClr val="808669"/>
      </a:folHlink>
    </a:clrScheme>
    <a:fontScheme name="Office">
      <a:majorFont>
        <a:latin typeface="Fahkwang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Negro Horizonte">
      <a:srgbClr val="171717"/>
    </a:custClr>
    <a:custClr name="Beige Mineral">
      <a:srgbClr val="C9C4B8"/>
    </a:custClr>
    <a:custClr name="Gris Niebla">
      <a:srgbClr val="DBDBDB"/>
    </a:custClr>
    <a:custClr name="Blanco Esencia">
      <a:srgbClr val="F2F2F2"/>
    </a:custClr>
    <a:custClr name="Terracota">
      <a:srgbClr val="9A4C3A"/>
    </a:custClr>
    <a:custClr name="Oliva">
      <a:srgbClr val="808669"/>
    </a:custClr>
    <a:custClr name="Ámbar">
      <a:srgbClr val="B17F42"/>
    </a:custClr>
    <a:custClr name="Arena o Madera">
      <a:srgbClr val="C7AA92"/>
    </a:custClr>
  </a:custClr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788EFA0-AA46-4645-99C5-C5497D3377F6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90f1a86e-9d93-4e3e-aeaa-5f0a94c972e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3CCBAEA12A13444BE38E90EA887243A" ma:contentTypeVersion="3" ma:contentTypeDescription="Crear nuevo documento." ma:contentTypeScope="" ma:versionID="4e48ac3dfc83f8b732346d33d2939433">
  <xsd:schema xmlns:xsd="http://www.w3.org/2001/XMLSchema" xmlns:xs="http://www.w3.org/2001/XMLSchema" xmlns:p="http://schemas.microsoft.com/office/2006/metadata/properties" xmlns:ns2="a450312d-b016-45c2-8c76-73e55290e1be" targetNamespace="http://schemas.microsoft.com/office/2006/metadata/properties" ma:root="true" ma:fieldsID="542f25723b44b6e1a5afaa55591aab6a" ns2:_="">
    <xsd:import namespace="a450312d-b016-45c2-8c76-73e55290e1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50312d-b016-45c2-8c76-73e55290e1b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2A0B988-5F45-4FE0-A4B9-B38D579330A2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2EF5803-D1A2-4DB0-A5D3-8A4E1B18766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7F5C63-20B9-418B-A40A-9FD463D1D810}">
  <ds:schemaRefs>
    <ds:schemaRef ds:uri="a450312d-b016-45c2-8c76-73e55290e1b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2127</Words>
  <Application>Microsoft Macintosh PowerPoint</Application>
  <PresentationFormat>Panorámica</PresentationFormat>
  <Paragraphs>580</Paragraphs>
  <Slides>17</Slides>
  <Notes>14</Notes>
  <HiddenSlides>0</HiddenSlides>
  <MMClips>0</MMClips>
  <ScaleCrop>false</ScaleCrop>
  <HeadingPairs>
    <vt:vector size="8" baseType="variant">
      <vt:variant>
        <vt:lpstr>Fuentes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2</vt:i4>
      </vt:variant>
      <vt:variant>
        <vt:lpstr>Títulos de diapositiva</vt:lpstr>
      </vt:variant>
      <vt:variant>
        <vt:i4>17</vt:i4>
      </vt:variant>
    </vt:vector>
  </HeadingPairs>
  <TitlesOfParts>
    <vt:vector size="31" baseType="lpstr">
      <vt:lpstr>-apple-system</vt:lpstr>
      <vt:lpstr>Aptos</vt:lpstr>
      <vt:lpstr>Aptos Light</vt:lpstr>
      <vt:lpstr>Aptos SemiBold</vt:lpstr>
      <vt:lpstr>Arial</vt:lpstr>
      <vt:lpstr>ArialNova-Light</vt:lpstr>
      <vt:lpstr>Calibri</vt:lpstr>
      <vt:lpstr>Crimson Pro Medium</vt:lpstr>
      <vt:lpstr>Fahkwang</vt:lpstr>
      <vt:lpstr>Georgia</vt:lpstr>
      <vt:lpstr>Segoe UI</vt:lpstr>
      <vt:lpstr>1_Tema de Office [1792588258956]</vt:lpstr>
      <vt:lpstr>Diapositiva de think-cell</vt:lpstr>
      <vt:lpstr>think-cell Slide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Begoña Fernández de Larrea</dc:creator>
  <cp:lastModifiedBy>Carlos Sanz</cp:lastModifiedBy>
  <cp:revision>2</cp:revision>
  <cp:lastPrinted>2025-11-07T15:10:57Z</cp:lastPrinted>
  <dcterms:created xsi:type="dcterms:W3CDTF">2025-11-01T16:18:20Z</dcterms:created>
  <dcterms:modified xsi:type="dcterms:W3CDTF">2026-10-21T15:43:16Z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0x01010013CCBAEA12A13444BE38E90EA887243A</vt:lpwstr>
  </property>
</Properties>
</file>